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ommentAuthors.xml" ContentType="application/vnd.openxmlformats-officedocument.presentationml.comme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media/image21.svg" ContentType="image/svg+xml"/>
  <Override PartName="/ppt/media/image22.svg" ContentType="image/svg+xml"/>
  <Override PartName="/ppt/media/image42.svg" ContentType="image/svg+xml"/>
  <Override PartName="/ppt/media/image5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1" r:id="rId4"/>
    <p:sldMasterId id="2147483804" r:id="rId5"/>
    <p:sldMasterId id="2147483816" r:id="rId6"/>
    <p:sldMasterId id="2147483846" r:id="rId7"/>
    <p:sldMasterId id="2147483851" r:id="rId8"/>
  </p:sldMasterIdLst>
  <p:notesMasterIdLst>
    <p:notesMasterId r:id="rId33"/>
  </p:notesMasterIdLst>
  <p:handoutMasterIdLst>
    <p:handoutMasterId r:id="rId34"/>
  </p:handoutMasterIdLst>
  <p:sldIdLst>
    <p:sldId id="257" r:id="rId9"/>
    <p:sldId id="613" r:id="rId11"/>
  </p:sldIdLst>
  <p:sldSz cx="12192000" cy="6858000"/>
  <p:notesSz cx="6858000" cy="9144000"/>
  <p:custDataLst>
    <p:tags r:id="rId3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Default Section" id="{C7B1C968-1271-401A-BFA9-0BA949BAF71B}">
          <p14:sldIdLst>
            <p14:sldId id="257"/>
          </p14:sldIdLst>
        </p14:section>
        <p14:section name="Executive Summary" id="{61DDA94E-F8F1-4B31-9FCE-D28B0941952A}">
          <p14:sldIdLst>
            <p14:sldId id="258"/>
            <p14:sldId id="613"/>
            <p14:sldId id="2050095821"/>
            <p14:sldId id="1062"/>
            <p14:sldId id="558"/>
            <p14:sldId id="2050095809"/>
            <p14:sldId id="2050095822"/>
            <p14:sldId id="2050095811"/>
            <p14:sldId id="2050095823"/>
            <p14:sldId id="2050095824"/>
            <p14:sldId id="2050095825"/>
            <p14:sldId id="2050095826"/>
            <p14:sldId id="2050095820"/>
            <p14:sldId id="2050095813"/>
            <p14:sldId id="2050095816"/>
            <p14:sldId id="2050095812"/>
            <p14:sldId id="2050095827"/>
            <p14:sldId id="2050095817"/>
            <p14:sldId id="2050095810"/>
            <p14:sldId id="2050095818"/>
            <p14:sldId id="2050095819"/>
            <p14:sldId id="2050095814"/>
            <p14:sldId id="2050095815"/>
          </p14:sldIdLst>
        </p14:section>
      </p14:sectionLst>
    </p:ext>
    <p:ext uri="{EFAFB233-063F-42B5-8137-9DF3F51BA10A}">
      <p15:sldGuideLst xmlns:p15="http://schemas.microsoft.com/office/powerpoint/2012/main">
        <p15:guide id="2" pos="3749" userDrawn="1">
          <p15:clr>
            <a:srgbClr val="A4A3A4"/>
          </p15:clr>
        </p15:guide>
        <p15:guide id="3" pos="3931" userDrawn="1">
          <p15:clr>
            <a:srgbClr val="A4A3A4"/>
          </p15:clr>
        </p15:guide>
        <p15:guide id="4" orient="horz"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nsson, Malte" initials="HM" lastIdx="1" clrIdx="0">
    <p:extLst>
      <p:ext uri="{19B8F6BF-5375-455C-9EA6-DF929625EA0E}">
        <p15:presenceInfo xmlns:p15="http://schemas.microsoft.com/office/powerpoint/2012/main" userId="S::malte.hansson@accenture.com::c68f3bec-794e-42ff-b693-62ef53b92e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a:srgbClr val="D999FF"/>
    <a:srgbClr val="969696"/>
    <a:srgbClr val="460073"/>
    <a:srgbClr val="A100FF"/>
    <a:srgbClr val="8E8E8E"/>
    <a:srgbClr val="004DFF"/>
    <a:srgbClr val="7500C0"/>
    <a:srgbClr val="00BAFF"/>
    <a:srgbClr val="00530A"/>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976" autoAdjust="0"/>
    <p:restoredTop sz="94660"/>
  </p:normalViewPr>
  <p:slideViewPr>
    <p:cSldViewPr snapToGrid="0">
      <p:cViewPr varScale="1">
        <p:scale>
          <a:sx n="77" d="100"/>
          <a:sy n="77" d="100"/>
        </p:scale>
        <p:origin x="927" y="80"/>
      </p:cViewPr>
      <p:guideLst>
        <p:guide pos="3749"/>
        <p:guide pos="3931"/>
        <p:guide orient="horz" pos="2160"/>
      </p:guideLst>
    </p:cSldViewPr>
  </p:slideViewPr>
  <p:notesTextViewPr>
    <p:cViewPr>
      <p:scale>
        <a:sx n="1" d="1"/>
        <a:sy n="1" d="1"/>
      </p:scale>
      <p:origin x="0" y="0"/>
    </p:cViewPr>
  </p:notesTextViewPr>
  <p:sorterViewPr>
    <p:cViewPr>
      <p:scale>
        <a:sx n="100" d="100"/>
        <a:sy n="100" d="100"/>
      </p:scale>
      <p:origin x="0" y="-11442"/>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notesMaster" Target="notesMasters/notesMaster1.xml"/><Relationship Id="rId34" Type="http://schemas.openxmlformats.org/officeDocument/2006/relationships/handoutMaster" Target="handoutMasters/handoutMaster1.xml"/><Relationship Id="rId35" Type="http://schemas.openxmlformats.org/officeDocument/2006/relationships/tags" Target="tags/tag1.xml"/><Relationship Id="rId36" Type="http://schemas.openxmlformats.org/officeDocument/2006/relationships/commentAuthors" Target="commentAuthors.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e, Kyong Tae" userId="8560cf84-bd3e-4589-ae5d-f5061d1b2f1b" providerId="ADAL" clId="{27B588BC-F120-4F02-AD08-09A82B7DE156}"/>
    <pc:docChg chg="modSld">
      <pc:chgData name="Bae, Kyong Tae" userId="8560cf84-bd3e-4589-ae5d-f5061d1b2f1b" providerId="ADAL" clId="{27B588BC-F120-4F02-AD08-09A82B7DE156}" dt="2026-05-16T14:23:39.296" v="201" actId="1076"/>
      <pc:docMkLst>
        <pc:docMk/>
      </pc:docMkLst>
      <pc:sldChg chg="modSp mod">
        <pc:chgData name="Bae, Kyong Tae" userId="8560cf84-bd3e-4589-ae5d-f5061d1b2f1b" providerId="ADAL" clId="{27B588BC-F120-4F02-AD08-09A82B7DE156}" dt="2026-05-16T14:21:45.602" v="80" actId="1076"/>
        <pc:sldMkLst>
          <pc:docMk/>
          <pc:sldMk cId="2116449403" sldId="1062"/>
        </pc:sldMkLst>
        <pc:spChg chg="mod">
          <ac:chgData name="Bae, Kyong Tae" userId="8560cf84-bd3e-4589-ae5d-f5061d1b2f1b" providerId="ADAL" clId="{27B588BC-F120-4F02-AD08-09A82B7DE156}" dt="2026-05-16T14:21:45.602" v="80" actId="1076"/>
          <ac:spMkLst>
            <pc:docMk/>
            <pc:sldMk cId="2116449403" sldId="1062"/>
            <ac:spMk id="4" creationId="{6AFFCC9F-F468-14BF-1FB2-0A924AE38C06}"/>
          </ac:spMkLst>
        </pc:spChg>
      </pc:sldChg>
      <pc:sldChg chg="modSp mod">
        <pc:chgData name="Bae, Kyong Tae" userId="8560cf84-bd3e-4589-ae5d-f5061d1b2f1b" providerId="ADAL" clId="{27B588BC-F120-4F02-AD08-09A82B7DE156}" dt="2026-05-16T14:23:39.296" v="201" actId="1076"/>
        <pc:sldMkLst>
          <pc:docMk/>
          <pc:sldMk cId="519017502" sldId="2050095819"/>
        </pc:sldMkLst>
        <pc:spChg chg="mod">
          <ac:chgData name="Bae, Kyong Tae" userId="8560cf84-bd3e-4589-ae5d-f5061d1b2f1b" providerId="ADAL" clId="{27B588BC-F120-4F02-AD08-09A82B7DE156}" dt="2026-05-16T14:23:39.296" v="201" actId="1076"/>
          <ac:spMkLst>
            <pc:docMk/>
            <pc:sldMk cId="519017502" sldId="2050095819"/>
            <ac:spMk id="4" creationId="{046B018F-7184-4A33-E48C-54EC74B1B344}"/>
          </ac:spMkLst>
        </pc:spChg>
      </pc:sldChg>
      <pc:sldChg chg="modSp mod">
        <pc:chgData name="Bae, Kyong Tae" userId="8560cf84-bd3e-4589-ae5d-f5061d1b2f1b" providerId="ADAL" clId="{27B588BC-F120-4F02-AD08-09A82B7DE156}" dt="2026-05-16T14:22:28.005" v="162" actId="1076"/>
        <pc:sldMkLst>
          <pc:docMk/>
          <pc:sldMk cId="1120195190" sldId="2050095825"/>
        </pc:sldMkLst>
        <pc:spChg chg="mod">
          <ac:chgData name="Bae, Kyong Tae" userId="8560cf84-bd3e-4589-ae5d-f5061d1b2f1b" providerId="ADAL" clId="{27B588BC-F120-4F02-AD08-09A82B7DE156}" dt="2026-05-16T14:22:28.005" v="162" actId="1076"/>
          <ac:spMkLst>
            <pc:docMk/>
            <pc:sldMk cId="1120195190" sldId="2050095825"/>
            <ac:spMk id="2" creationId="{4EE56826-EC11-4402-B2CF-536BF2E4D943}"/>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DBDC5F-B885-47BF-8D1A-9B61620D3A0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AU"/>
        </a:p>
      </dgm:t>
    </dgm:pt>
    <dgm:pt modelId="{9370103B-AFCA-46AF-A11D-F64ECB85783E}">
      <dgm:prSet phldrT="[Text]" custT="1"/>
      <dgm:spPr>
        <a:xfrm rot="10800000">
          <a:off x="526553" y="1226820"/>
          <a:ext cx="3159323" cy="1226820"/>
        </a:xfrm>
        <a:solidFill>
          <a:schemeClr val="accent2">
            <a:lumMod val="75000"/>
          </a:schemeClr>
        </a:solidFill>
        <a:ln w="139700" cap="flat" cmpd="sng" algn="ctr">
          <a:solidFill>
            <a:srgbClr val="FFFFFF"/>
          </a:solidFill>
          <a:prstDash val="solid"/>
        </a:ln>
        <a:effectLst/>
      </dgm:spPr>
      <dgm:t>
        <a:bodyPr/>
        <a:lstStyle/>
        <a:p>
          <a:pPr>
            <a:lnSpc>
              <a:spcPct val="90000"/>
            </a:lnSpc>
            <a:spcBef>
              <a:spcPts val="0"/>
            </a:spcBef>
            <a:spcAft>
              <a:spcPts val="0"/>
            </a:spcAft>
            <a:buNone/>
          </a:pPr>
          <a:r>
            <a:rPr lang="en-US" sz="1400" b="1" cap="all" baseline="0" dirty="0">
              <a:solidFill>
                <a:srgbClr val="FFFFFF"/>
              </a:solidFill>
              <a:latin typeface="Graphik" panose="020B0503030202060203" pitchFamily="34" charset="77"/>
              <a:ea typeface="+mn-ea"/>
              <a:cs typeface="+mn-cs"/>
            </a:rPr>
            <a:t>INSERT</a:t>
          </a:r>
          <a:r>
            <a:rPr lang="en-US" sz="1400" b="1" dirty="0">
              <a:solidFill>
                <a:srgbClr val="FFFFFF"/>
              </a:solidFill>
              <a:latin typeface="Graphik" panose="020B0503030202060203" pitchFamily="34" charset="77"/>
              <a:ea typeface="+mn-ea"/>
              <a:cs typeface="+mn-cs"/>
            </a:rPr>
            <a:t> HEADING</a:t>
          </a:r>
        </a:p>
      </dgm:t>
    </dgm:pt>
    <dgm:pt modelId="{0945856F-D3DC-484B-8BB1-CF4676EE6C85}" type="parTrans" cxnId="{C02DF575-6126-4BC7-ADAE-8B9D5E3EF054}">
      <dgm:prSet/>
      <dgm:spPr/>
      <dgm:t>
        <a:bodyPr/>
        <a:lstStyle/>
        <a:p>
          <a:pPr>
            <a:lnSpc>
              <a:spcPct val="90000"/>
            </a:lnSpc>
            <a:spcBef>
              <a:spcPts val="0"/>
            </a:spcBef>
            <a:spcAft>
              <a:spcPts val="0"/>
            </a:spcAft>
          </a:pPr>
          <a:endParaRPr lang="en-US" b="1">
            <a:latin typeface="Graphik" panose="020B0503030202060203" pitchFamily="34" charset="77"/>
          </a:endParaRPr>
        </a:p>
      </dgm:t>
    </dgm:pt>
    <dgm:pt modelId="{93FB672D-42C0-4426-AADE-38DE0BBC4767}" type="sibTrans" cxnId="{C02DF575-6126-4BC7-ADAE-8B9D5E3EF054}">
      <dgm:prSet/>
      <dgm:spPr/>
      <dgm:t>
        <a:bodyPr/>
        <a:lstStyle/>
        <a:p>
          <a:pPr>
            <a:lnSpc>
              <a:spcPct val="90000"/>
            </a:lnSpc>
            <a:spcBef>
              <a:spcPts val="0"/>
            </a:spcBef>
            <a:spcAft>
              <a:spcPts val="0"/>
            </a:spcAft>
          </a:pPr>
          <a:endParaRPr lang="en-US" b="1">
            <a:latin typeface="Graphik" panose="020B0503030202060203" pitchFamily="34" charset="77"/>
          </a:endParaRPr>
        </a:p>
      </dgm:t>
    </dgm:pt>
    <dgm:pt modelId="{C9F69583-341B-473F-B634-AE5CEDA694AC}">
      <dgm:prSet phldrT="[Text]" custT="1"/>
      <dgm:spPr>
        <a:xfrm rot="10800000">
          <a:off x="1053107" y="2453640"/>
          <a:ext cx="2106215" cy="1226820"/>
        </a:xfrm>
        <a:solidFill>
          <a:schemeClr val="accent2">
            <a:lumMod val="60000"/>
            <a:lumOff val="40000"/>
          </a:schemeClr>
        </a:solidFill>
        <a:ln w="139700" cap="flat" cmpd="sng" algn="ctr">
          <a:solidFill>
            <a:srgbClr val="FFFFFF"/>
          </a:solidFill>
          <a:prstDash val="solid"/>
        </a:ln>
        <a:effectLst/>
      </dgm:spPr>
      <dgm:t>
        <a:bodyPr lIns="0" tIns="0" rIns="0" bIns="0" anchor="t"/>
        <a:lstStyle/>
        <a:p>
          <a:pPr>
            <a:lnSpc>
              <a:spcPct val="90000"/>
            </a:lnSpc>
            <a:spcBef>
              <a:spcPts val="0"/>
            </a:spcBef>
            <a:spcAft>
              <a:spcPts val="0"/>
            </a:spcAft>
            <a:buNone/>
          </a:pPr>
          <a:endParaRPr lang="en-US" sz="1400" b="1" dirty="0">
            <a:solidFill>
              <a:srgbClr val="FFFFFF"/>
            </a:solidFill>
            <a:latin typeface="Graphik" panose="020B0503030202060203" pitchFamily="34" charset="77"/>
            <a:ea typeface="+mn-ea"/>
            <a:cs typeface="+mn-cs"/>
          </a:endParaRPr>
        </a:p>
        <a:p>
          <a:pPr>
            <a:lnSpc>
              <a:spcPct val="90000"/>
            </a:lnSpc>
            <a:spcBef>
              <a:spcPts val="0"/>
            </a:spcBef>
            <a:spcAft>
              <a:spcPts val="0"/>
            </a:spcAft>
            <a:buNone/>
          </a:pPr>
          <a:endParaRPr lang="en-US" sz="1400" b="1" dirty="0">
            <a:solidFill>
              <a:srgbClr val="FFFFFF"/>
            </a:solidFill>
            <a:latin typeface="Graphik" panose="020B0503030202060203" pitchFamily="34" charset="77"/>
            <a:ea typeface="+mn-ea"/>
            <a:cs typeface="+mn-cs"/>
          </a:endParaRPr>
        </a:p>
        <a:p>
          <a:pPr>
            <a:lnSpc>
              <a:spcPct val="90000"/>
            </a:lnSpc>
            <a:spcBef>
              <a:spcPts val="0"/>
            </a:spcBef>
            <a:spcAft>
              <a:spcPts val="0"/>
            </a:spcAft>
            <a:buNone/>
          </a:pPr>
          <a:r>
            <a:rPr lang="en-US" sz="1400" b="1" dirty="0">
              <a:solidFill>
                <a:srgbClr val="FFFFFF"/>
              </a:solidFill>
              <a:latin typeface="Graphik" panose="020B0503030202060203" pitchFamily="34" charset="77"/>
              <a:ea typeface="+mn-ea"/>
              <a:cs typeface="+mn-cs"/>
            </a:rPr>
            <a:t>INSERT HEADING</a:t>
          </a:r>
        </a:p>
      </dgm:t>
    </dgm:pt>
    <dgm:pt modelId="{6F866C5D-3EC4-47F9-90F2-F7101B9D3A97}" type="parTrans" cxnId="{D9C7D6EA-E92F-449F-AC10-4B72281FFEE5}">
      <dgm:prSet/>
      <dgm:spPr/>
      <dgm:t>
        <a:bodyPr/>
        <a:lstStyle/>
        <a:p>
          <a:pPr>
            <a:lnSpc>
              <a:spcPct val="90000"/>
            </a:lnSpc>
            <a:spcBef>
              <a:spcPts val="0"/>
            </a:spcBef>
            <a:spcAft>
              <a:spcPts val="0"/>
            </a:spcAft>
          </a:pPr>
          <a:endParaRPr lang="en-US" b="1">
            <a:latin typeface="Graphik" panose="020B0503030202060203" pitchFamily="34" charset="77"/>
          </a:endParaRPr>
        </a:p>
      </dgm:t>
    </dgm:pt>
    <dgm:pt modelId="{5C38A51F-2E07-45F1-A57D-F56F609E9E4A}" type="sibTrans" cxnId="{D9C7D6EA-E92F-449F-AC10-4B72281FFEE5}">
      <dgm:prSet/>
      <dgm:spPr/>
      <dgm:t>
        <a:bodyPr/>
        <a:lstStyle/>
        <a:p>
          <a:pPr>
            <a:lnSpc>
              <a:spcPct val="90000"/>
            </a:lnSpc>
            <a:spcBef>
              <a:spcPts val="0"/>
            </a:spcBef>
            <a:spcAft>
              <a:spcPts val="0"/>
            </a:spcAft>
          </a:pPr>
          <a:endParaRPr lang="en-US" b="1">
            <a:latin typeface="Graphik" panose="020B0503030202060203" pitchFamily="34" charset="77"/>
          </a:endParaRPr>
        </a:p>
      </dgm:t>
    </dgm:pt>
    <dgm:pt modelId="{A5816FF1-0315-4520-90A2-3EE50EC7F52B}">
      <dgm:prSet phldrT="[Text]" custT="1"/>
      <dgm:spPr>
        <a:xfrm rot="10800000">
          <a:off x="0" y="0"/>
          <a:ext cx="4212431" cy="1226820"/>
        </a:xfrm>
        <a:solidFill>
          <a:srgbClr val="6D6D6D"/>
        </a:solidFill>
        <a:ln w="139700" cap="flat" cmpd="sng" algn="ctr">
          <a:solidFill>
            <a:srgbClr val="FFFFFF"/>
          </a:solidFill>
          <a:prstDash val="solid"/>
        </a:ln>
        <a:effectLst/>
      </dgm:spPr>
      <dgm:t>
        <a:bodyPr/>
        <a:lstStyle/>
        <a:p>
          <a:pPr>
            <a:lnSpc>
              <a:spcPct val="90000"/>
            </a:lnSpc>
            <a:spcBef>
              <a:spcPts val="0"/>
            </a:spcBef>
            <a:spcAft>
              <a:spcPts val="0"/>
            </a:spcAft>
            <a:buNone/>
          </a:pPr>
          <a:r>
            <a:rPr lang="en-US" sz="1400" b="1">
              <a:solidFill>
                <a:srgbClr val="FFFFFF"/>
              </a:solidFill>
              <a:latin typeface="Graphik" panose="020B0503030202060203" pitchFamily="34" charset="77"/>
              <a:ea typeface="+mn-ea"/>
              <a:cs typeface="+mn-cs"/>
            </a:rPr>
            <a:t> </a:t>
          </a:r>
          <a:endParaRPr lang="en-US" sz="1400" b="1" dirty="0">
            <a:solidFill>
              <a:srgbClr val="FFFFFF"/>
            </a:solidFill>
            <a:latin typeface="Graphik" panose="020B0503030202060203" pitchFamily="34" charset="77"/>
            <a:ea typeface="+mn-ea"/>
            <a:cs typeface="+mn-cs"/>
          </a:endParaRPr>
        </a:p>
      </dgm:t>
    </dgm:pt>
    <dgm:pt modelId="{0E3B2988-BE53-4108-83EF-34C194EE59E1}" type="parTrans" cxnId="{2F445BD7-F985-4A83-8C78-A095A29C2638}">
      <dgm:prSet/>
      <dgm:spPr/>
      <dgm:t>
        <a:bodyPr/>
        <a:lstStyle/>
        <a:p>
          <a:pPr>
            <a:lnSpc>
              <a:spcPct val="90000"/>
            </a:lnSpc>
            <a:spcBef>
              <a:spcPts val="0"/>
            </a:spcBef>
            <a:spcAft>
              <a:spcPts val="0"/>
            </a:spcAft>
          </a:pPr>
          <a:endParaRPr lang="en-US" b="1">
            <a:latin typeface="Graphik" panose="020B0503030202060203" pitchFamily="34" charset="77"/>
          </a:endParaRPr>
        </a:p>
      </dgm:t>
    </dgm:pt>
    <dgm:pt modelId="{A3F259EA-F329-4A97-A5BD-8EDA75884767}" type="sibTrans" cxnId="{2F445BD7-F985-4A83-8C78-A095A29C2638}">
      <dgm:prSet/>
      <dgm:spPr/>
      <dgm:t>
        <a:bodyPr/>
        <a:lstStyle/>
        <a:p>
          <a:pPr>
            <a:lnSpc>
              <a:spcPct val="90000"/>
            </a:lnSpc>
            <a:spcBef>
              <a:spcPts val="0"/>
            </a:spcBef>
            <a:spcAft>
              <a:spcPts val="0"/>
            </a:spcAft>
          </a:pPr>
          <a:endParaRPr lang="en-US" b="1">
            <a:latin typeface="Graphik" panose="020B0503030202060203" pitchFamily="34" charset="77"/>
          </a:endParaRPr>
        </a:p>
      </dgm:t>
    </dgm:pt>
    <dgm:pt modelId="{FBA05979-168A-4B6E-A0F6-C1A1AB371104}">
      <dgm:prSet phldrT="[Text]" custT="1"/>
      <dgm:spPr>
        <a:xfrm rot="10800000">
          <a:off x="1579661" y="3680460"/>
          <a:ext cx="1053107" cy="1226820"/>
        </a:xfrm>
        <a:solidFill>
          <a:schemeClr val="accent2">
            <a:lumMod val="40000"/>
            <a:lumOff val="60000"/>
          </a:schemeClr>
        </a:solidFill>
        <a:ln w="139700" cap="flat" cmpd="sng" algn="ctr">
          <a:solidFill>
            <a:srgbClr val="FFFFFF"/>
          </a:solidFill>
          <a:prstDash val="solid"/>
        </a:ln>
        <a:effectLst/>
      </dgm:spPr>
      <dgm:t>
        <a:bodyPr/>
        <a:lstStyle/>
        <a:p>
          <a:pPr>
            <a:lnSpc>
              <a:spcPct val="90000"/>
            </a:lnSpc>
            <a:spcBef>
              <a:spcPts val="0"/>
            </a:spcBef>
            <a:spcAft>
              <a:spcPts val="0"/>
            </a:spcAft>
            <a:buNone/>
          </a:pPr>
          <a:r>
            <a:rPr lang="en-US" sz="1400" b="1" cap="all" baseline="0" dirty="0">
              <a:solidFill>
                <a:srgbClr val="FFFFFF"/>
              </a:solidFill>
              <a:latin typeface="Graphik" panose="020B0503030202060203" pitchFamily="34" charset="77"/>
              <a:ea typeface="+mn-ea"/>
              <a:cs typeface="+mn-cs"/>
            </a:rPr>
            <a:t> INSERT</a:t>
          </a:r>
          <a:r>
            <a:rPr lang="en-US" sz="1400" b="1" dirty="0">
              <a:solidFill>
                <a:srgbClr val="FFFFFF"/>
              </a:solidFill>
              <a:latin typeface="Graphik" panose="020B0503030202060203" pitchFamily="34" charset="77"/>
              <a:ea typeface="+mn-ea"/>
              <a:cs typeface="+mn-cs"/>
            </a:rPr>
            <a:t> HEADING</a:t>
          </a:r>
        </a:p>
      </dgm:t>
    </dgm:pt>
    <dgm:pt modelId="{3D71029F-B731-4DA8-8297-6521AFA94A34}" type="sibTrans" cxnId="{5731F91A-A487-4330-B9A2-FD11D6342D53}">
      <dgm:prSet/>
      <dgm:spPr/>
      <dgm:t>
        <a:bodyPr/>
        <a:lstStyle/>
        <a:p>
          <a:pPr>
            <a:lnSpc>
              <a:spcPct val="90000"/>
            </a:lnSpc>
            <a:spcBef>
              <a:spcPts val="0"/>
            </a:spcBef>
            <a:spcAft>
              <a:spcPts val="0"/>
            </a:spcAft>
          </a:pPr>
          <a:endParaRPr lang="en-US" b="1">
            <a:latin typeface="Graphik" panose="020B0503030202060203" pitchFamily="34" charset="77"/>
          </a:endParaRPr>
        </a:p>
      </dgm:t>
    </dgm:pt>
    <dgm:pt modelId="{5D7365AC-7FFA-49B9-A338-E28D4C8FFB08}" type="parTrans" cxnId="{5731F91A-A487-4330-B9A2-FD11D6342D53}">
      <dgm:prSet/>
      <dgm:spPr/>
      <dgm:t>
        <a:bodyPr/>
        <a:lstStyle/>
        <a:p>
          <a:pPr>
            <a:lnSpc>
              <a:spcPct val="90000"/>
            </a:lnSpc>
            <a:spcBef>
              <a:spcPts val="0"/>
            </a:spcBef>
            <a:spcAft>
              <a:spcPts val="0"/>
            </a:spcAft>
          </a:pPr>
          <a:endParaRPr lang="en-US" b="1">
            <a:latin typeface="Graphik" panose="020B0503030202060203" pitchFamily="34" charset="77"/>
          </a:endParaRPr>
        </a:p>
      </dgm:t>
    </dgm:pt>
    <dgm:pt modelId="{BBCD2610-DA40-4F88-8E91-0A17459B54E5}" type="pres">
      <dgm:prSet presAssocID="{99DBDC5F-B885-47BF-8D1A-9B61620D3A0E}" presName="Name0" presStyleCnt="0">
        <dgm:presLayoutVars>
          <dgm:dir/>
          <dgm:animLvl val="lvl"/>
          <dgm:resizeHandles val="exact"/>
        </dgm:presLayoutVars>
      </dgm:prSet>
      <dgm:spPr/>
    </dgm:pt>
    <dgm:pt modelId="{2FC5809F-9410-4570-8FC2-77950DA5344B}" type="pres">
      <dgm:prSet presAssocID="{A5816FF1-0315-4520-90A2-3EE50EC7F52B}" presName="Name8" presStyleCnt="0"/>
      <dgm:spPr/>
    </dgm:pt>
    <dgm:pt modelId="{01F49E37-4781-455E-BD28-9CB917195E38}" type="pres">
      <dgm:prSet presAssocID="{A5816FF1-0315-4520-90A2-3EE50EC7F52B}" presName="level" presStyleLbl="node1" presStyleIdx="0" presStyleCnt="4">
        <dgm:presLayoutVars>
          <dgm:chMax val="1"/>
          <dgm:bulletEnabled val="1"/>
        </dgm:presLayoutVars>
      </dgm:prSet>
      <dgm:spPr>
        <a:prstGeom prst="trapezoid">
          <a:avLst>
            <a:gd name="adj" fmla="val 42920"/>
          </a:avLst>
        </a:prstGeom>
      </dgm:spPr>
    </dgm:pt>
    <dgm:pt modelId="{9339F21D-9481-46A9-A12C-0AC42DB7F4DB}" type="pres">
      <dgm:prSet presAssocID="{A5816FF1-0315-4520-90A2-3EE50EC7F52B}" presName="levelTx" presStyleLbl="revTx" presStyleIdx="0" presStyleCnt="0">
        <dgm:presLayoutVars>
          <dgm:chMax val="1"/>
          <dgm:bulletEnabled val="1"/>
        </dgm:presLayoutVars>
      </dgm:prSet>
      <dgm:spPr/>
    </dgm:pt>
    <dgm:pt modelId="{AEEB2DE6-52A0-4981-B508-EE992B781EA7}" type="pres">
      <dgm:prSet presAssocID="{9370103B-AFCA-46AF-A11D-F64ECB85783E}" presName="Name8" presStyleCnt="0"/>
      <dgm:spPr/>
    </dgm:pt>
    <dgm:pt modelId="{8DBEF7B0-38F2-4A64-8D8B-C8F6B7A6D6C9}" type="pres">
      <dgm:prSet presAssocID="{9370103B-AFCA-46AF-A11D-F64ECB85783E}" presName="level" presStyleLbl="node1" presStyleIdx="1" presStyleCnt="4">
        <dgm:presLayoutVars>
          <dgm:chMax val="1"/>
          <dgm:bulletEnabled val="1"/>
        </dgm:presLayoutVars>
      </dgm:prSet>
      <dgm:spPr>
        <a:prstGeom prst="trapezoid">
          <a:avLst>
            <a:gd name="adj" fmla="val 42920"/>
          </a:avLst>
        </a:prstGeom>
      </dgm:spPr>
    </dgm:pt>
    <dgm:pt modelId="{B7EFA0BD-7E96-4D4D-8C2E-7FD88437B2AA}" type="pres">
      <dgm:prSet presAssocID="{9370103B-AFCA-46AF-A11D-F64ECB85783E}" presName="levelTx" presStyleLbl="revTx" presStyleIdx="0" presStyleCnt="0">
        <dgm:presLayoutVars>
          <dgm:chMax val="1"/>
          <dgm:bulletEnabled val="1"/>
        </dgm:presLayoutVars>
      </dgm:prSet>
      <dgm:spPr/>
    </dgm:pt>
    <dgm:pt modelId="{92758039-E1B9-41D1-8574-C32B6409B158}" type="pres">
      <dgm:prSet presAssocID="{C9F69583-341B-473F-B634-AE5CEDA694AC}" presName="Name8" presStyleCnt="0"/>
      <dgm:spPr/>
    </dgm:pt>
    <dgm:pt modelId="{C0C16CCF-B3E3-4E83-B1BD-20D279824B7A}" type="pres">
      <dgm:prSet presAssocID="{C9F69583-341B-473F-B634-AE5CEDA694AC}" presName="level" presStyleLbl="node1" presStyleIdx="2" presStyleCnt="4">
        <dgm:presLayoutVars>
          <dgm:chMax val="1"/>
          <dgm:bulletEnabled val="1"/>
        </dgm:presLayoutVars>
      </dgm:prSet>
      <dgm:spPr>
        <a:prstGeom prst="trapezoid">
          <a:avLst>
            <a:gd name="adj" fmla="val 42920"/>
          </a:avLst>
        </a:prstGeom>
      </dgm:spPr>
    </dgm:pt>
    <dgm:pt modelId="{B54AA17C-A042-4151-9B9D-27665641E7CF}" type="pres">
      <dgm:prSet presAssocID="{C9F69583-341B-473F-B634-AE5CEDA694AC}" presName="levelTx" presStyleLbl="revTx" presStyleIdx="0" presStyleCnt="0">
        <dgm:presLayoutVars>
          <dgm:chMax val="1"/>
          <dgm:bulletEnabled val="1"/>
        </dgm:presLayoutVars>
      </dgm:prSet>
      <dgm:spPr/>
    </dgm:pt>
    <dgm:pt modelId="{D6C2E4B9-3195-40CF-8AE5-A862F1AC8712}" type="pres">
      <dgm:prSet presAssocID="{FBA05979-168A-4B6E-A0F6-C1A1AB371104}" presName="Name8" presStyleCnt="0"/>
      <dgm:spPr/>
    </dgm:pt>
    <dgm:pt modelId="{85785771-6414-4A5F-9785-8D4F4E769F29}" type="pres">
      <dgm:prSet presAssocID="{FBA05979-168A-4B6E-A0F6-C1A1AB371104}" presName="level" presStyleLbl="node1" presStyleIdx="3" presStyleCnt="4">
        <dgm:presLayoutVars>
          <dgm:chMax val="1"/>
          <dgm:bulletEnabled val="1"/>
        </dgm:presLayoutVars>
      </dgm:prSet>
      <dgm:spPr>
        <a:prstGeom prst="trapezoid">
          <a:avLst>
            <a:gd name="adj" fmla="val 50000"/>
          </a:avLst>
        </a:prstGeom>
      </dgm:spPr>
    </dgm:pt>
    <dgm:pt modelId="{0F9F6D17-7BAA-444F-8C2A-4228421EEE17}" type="pres">
      <dgm:prSet presAssocID="{FBA05979-168A-4B6E-A0F6-C1A1AB371104}" presName="levelTx" presStyleLbl="revTx" presStyleIdx="0" presStyleCnt="0">
        <dgm:presLayoutVars>
          <dgm:chMax val="1"/>
          <dgm:bulletEnabled val="1"/>
        </dgm:presLayoutVars>
      </dgm:prSet>
      <dgm:spPr/>
    </dgm:pt>
  </dgm:ptLst>
  <dgm:cxnLst>
    <dgm:cxn modelId="{5DFB4304-E18E-4940-94FD-771847C1B80B}" type="presOf" srcId="{FBA05979-168A-4B6E-A0F6-C1A1AB371104}" destId="{85785771-6414-4A5F-9785-8D4F4E769F29}" srcOrd="0" destOrd="0" presId="urn:microsoft.com/office/officeart/2005/8/layout/pyramid1"/>
    <dgm:cxn modelId="{8730AD0C-ED84-4699-AFA2-D0A7C76C4D8B}" type="presOf" srcId="{FBA05979-168A-4B6E-A0F6-C1A1AB371104}" destId="{0F9F6D17-7BAA-444F-8C2A-4228421EEE17}" srcOrd="1" destOrd="0" presId="urn:microsoft.com/office/officeart/2005/8/layout/pyramid1"/>
    <dgm:cxn modelId="{16CAE912-181C-4DFA-95AD-B8C0DA74C57B}" type="presOf" srcId="{99DBDC5F-B885-47BF-8D1A-9B61620D3A0E}" destId="{BBCD2610-DA40-4F88-8E91-0A17459B54E5}" srcOrd="0" destOrd="0" presId="urn:microsoft.com/office/officeart/2005/8/layout/pyramid1"/>
    <dgm:cxn modelId="{5731F91A-A487-4330-B9A2-FD11D6342D53}" srcId="{99DBDC5F-B885-47BF-8D1A-9B61620D3A0E}" destId="{FBA05979-168A-4B6E-A0F6-C1A1AB371104}" srcOrd="3" destOrd="0" parTransId="{5D7365AC-7FFA-49B9-A338-E28D4C8FFB08}" sibTransId="{3D71029F-B731-4DA8-8297-6521AFA94A34}"/>
    <dgm:cxn modelId="{AD389E1C-54C1-4816-BD5C-A25301E68D57}" type="presOf" srcId="{C9F69583-341B-473F-B634-AE5CEDA694AC}" destId="{C0C16CCF-B3E3-4E83-B1BD-20D279824B7A}" srcOrd="0" destOrd="0" presId="urn:microsoft.com/office/officeart/2005/8/layout/pyramid1"/>
    <dgm:cxn modelId="{74123138-A51D-4B5B-9931-E801EB15D988}" type="presOf" srcId="{9370103B-AFCA-46AF-A11D-F64ECB85783E}" destId="{8DBEF7B0-38F2-4A64-8D8B-C8F6B7A6D6C9}" srcOrd="0" destOrd="0" presId="urn:microsoft.com/office/officeart/2005/8/layout/pyramid1"/>
    <dgm:cxn modelId="{AFE2A13A-FF70-4554-8F11-86987CCBB9AB}" type="presOf" srcId="{A5816FF1-0315-4520-90A2-3EE50EC7F52B}" destId="{01F49E37-4781-455E-BD28-9CB917195E38}" srcOrd="0" destOrd="0" presId="urn:microsoft.com/office/officeart/2005/8/layout/pyramid1"/>
    <dgm:cxn modelId="{0A72E354-E069-4E51-8D9A-082698322833}" type="presOf" srcId="{A5816FF1-0315-4520-90A2-3EE50EC7F52B}" destId="{9339F21D-9481-46A9-A12C-0AC42DB7F4DB}" srcOrd="1" destOrd="0" presId="urn:microsoft.com/office/officeart/2005/8/layout/pyramid1"/>
    <dgm:cxn modelId="{C02DF575-6126-4BC7-ADAE-8B9D5E3EF054}" srcId="{99DBDC5F-B885-47BF-8D1A-9B61620D3A0E}" destId="{9370103B-AFCA-46AF-A11D-F64ECB85783E}" srcOrd="1" destOrd="0" parTransId="{0945856F-D3DC-484B-8BB1-CF4676EE6C85}" sibTransId="{93FB672D-42C0-4426-AADE-38DE0BBC4767}"/>
    <dgm:cxn modelId="{074E48A1-7C26-471A-B091-466C1AB4FBFE}" type="presOf" srcId="{9370103B-AFCA-46AF-A11D-F64ECB85783E}" destId="{B7EFA0BD-7E96-4D4D-8C2E-7FD88437B2AA}" srcOrd="1" destOrd="0" presId="urn:microsoft.com/office/officeart/2005/8/layout/pyramid1"/>
    <dgm:cxn modelId="{E2DC8DC6-C3A2-4ED1-87D2-3A57071ECE4C}" type="presOf" srcId="{C9F69583-341B-473F-B634-AE5CEDA694AC}" destId="{B54AA17C-A042-4151-9B9D-27665641E7CF}" srcOrd="1" destOrd="0" presId="urn:microsoft.com/office/officeart/2005/8/layout/pyramid1"/>
    <dgm:cxn modelId="{2F445BD7-F985-4A83-8C78-A095A29C2638}" srcId="{99DBDC5F-B885-47BF-8D1A-9B61620D3A0E}" destId="{A5816FF1-0315-4520-90A2-3EE50EC7F52B}" srcOrd="0" destOrd="0" parTransId="{0E3B2988-BE53-4108-83EF-34C194EE59E1}" sibTransId="{A3F259EA-F329-4A97-A5BD-8EDA75884767}"/>
    <dgm:cxn modelId="{D9C7D6EA-E92F-449F-AC10-4B72281FFEE5}" srcId="{99DBDC5F-B885-47BF-8D1A-9B61620D3A0E}" destId="{C9F69583-341B-473F-B634-AE5CEDA694AC}" srcOrd="2" destOrd="0" parTransId="{6F866C5D-3EC4-47F9-90F2-F7101B9D3A97}" sibTransId="{5C38A51F-2E07-45F1-A57D-F56F609E9E4A}"/>
    <dgm:cxn modelId="{152BF5C2-AD2D-4120-A906-C21428CABE40}" type="presParOf" srcId="{BBCD2610-DA40-4F88-8E91-0A17459B54E5}" destId="{2FC5809F-9410-4570-8FC2-77950DA5344B}" srcOrd="0" destOrd="0" presId="urn:microsoft.com/office/officeart/2005/8/layout/pyramid1"/>
    <dgm:cxn modelId="{C7BA7DB4-7414-44C6-BABF-536A72C75338}" type="presParOf" srcId="{2FC5809F-9410-4570-8FC2-77950DA5344B}" destId="{01F49E37-4781-455E-BD28-9CB917195E38}" srcOrd="0" destOrd="0" presId="urn:microsoft.com/office/officeart/2005/8/layout/pyramid1"/>
    <dgm:cxn modelId="{7A0B372F-1540-4B0C-8F7B-3A56A6182E0D}" type="presParOf" srcId="{2FC5809F-9410-4570-8FC2-77950DA5344B}" destId="{9339F21D-9481-46A9-A12C-0AC42DB7F4DB}" srcOrd="1" destOrd="0" presId="urn:microsoft.com/office/officeart/2005/8/layout/pyramid1"/>
    <dgm:cxn modelId="{55F9F808-810A-4531-B7EC-BA43CCCC095D}" type="presParOf" srcId="{BBCD2610-DA40-4F88-8E91-0A17459B54E5}" destId="{AEEB2DE6-52A0-4981-B508-EE992B781EA7}" srcOrd="1" destOrd="0" presId="urn:microsoft.com/office/officeart/2005/8/layout/pyramid1"/>
    <dgm:cxn modelId="{04FCDD5C-2AC0-48B7-A166-368F271EBBDE}" type="presParOf" srcId="{AEEB2DE6-52A0-4981-B508-EE992B781EA7}" destId="{8DBEF7B0-38F2-4A64-8D8B-C8F6B7A6D6C9}" srcOrd="0" destOrd="0" presId="urn:microsoft.com/office/officeart/2005/8/layout/pyramid1"/>
    <dgm:cxn modelId="{D1FB65D6-9099-43D6-A952-9BC1B937C287}" type="presParOf" srcId="{AEEB2DE6-52A0-4981-B508-EE992B781EA7}" destId="{B7EFA0BD-7E96-4D4D-8C2E-7FD88437B2AA}" srcOrd="1" destOrd="0" presId="urn:microsoft.com/office/officeart/2005/8/layout/pyramid1"/>
    <dgm:cxn modelId="{656AF61F-D427-4EB6-B93F-599FEF648C44}" type="presParOf" srcId="{BBCD2610-DA40-4F88-8E91-0A17459B54E5}" destId="{92758039-E1B9-41D1-8574-C32B6409B158}" srcOrd="2" destOrd="0" presId="urn:microsoft.com/office/officeart/2005/8/layout/pyramid1"/>
    <dgm:cxn modelId="{B4D9933B-45C9-46B1-8701-249B854471D3}" type="presParOf" srcId="{92758039-E1B9-41D1-8574-C32B6409B158}" destId="{C0C16CCF-B3E3-4E83-B1BD-20D279824B7A}" srcOrd="0" destOrd="0" presId="urn:microsoft.com/office/officeart/2005/8/layout/pyramid1"/>
    <dgm:cxn modelId="{8770B8C9-55E1-4E66-9EF3-1F818344FC54}" type="presParOf" srcId="{92758039-E1B9-41D1-8574-C32B6409B158}" destId="{B54AA17C-A042-4151-9B9D-27665641E7CF}" srcOrd="1" destOrd="0" presId="urn:microsoft.com/office/officeart/2005/8/layout/pyramid1"/>
    <dgm:cxn modelId="{FC51CF0F-0AF9-4FA7-B487-20AB66BBB864}" type="presParOf" srcId="{BBCD2610-DA40-4F88-8E91-0A17459B54E5}" destId="{D6C2E4B9-3195-40CF-8AE5-A862F1AC8712}" srcOrd="3" destOrd="0" presId="urn:microsoft.com/office/officeart/2005/8/layout/pyramid1"/>
    <dgm:cxn modelId="{5285D3EB-8EB2-4C93-9C2D-23674DA4B999}" type="presParOf" srcId="{D6C2E4B9-3195-40CF-8AE5-A862F1AC8712}" destId="{85785771-6414-4A5F-9785-8D4F4E769F29}" srcOrd="0" destOrd="0" presId="urn:microsoft.com/office/officeart/2005/8/layout/pyramid1"/>
    <dgm:cxn modelId="{3BFED5E4-C96B-4764-815F-725DE03E4AA7}" type="presParOf" srcId="{D6C2E4B9-3195-40CF-8AE5-A862F1AC8712}" destId="{0F9F6D17-7BAA-444F-8C2A-4228421EEE17}" srcOrd="1" destOrd="0" presId="urn:microsoft.com/office/officeart/2005/8/layout/pyramid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F49E37-4781-455E-BD28-9CB917195E38}">
      <dsp:nvSpPr>
        <dsp:cNvPr id="0" name=""/>
        <dsp:cNvSpPr/>
      </dsp:nvSpPr>
      <dsp:spPr>
        <a:xfrm>
          <a:off x="1600209" y="0"/>
          <a:ext cx="1066806" cy="1242778"/>
        </a:xfrm>
        <a:prstGeom prst="trapezoid">
          <a:avLst>
            <a:gd name="adj" fmla="val 42920"/>
          </a:avLst>
        </a:prstGeom>
        <a:solidFill>
          <a:srgbClr val="6D6D6D"/>
        </a:solidFill>
        <a:ln w="139700" cap="flat" cmpd="sng" algn="ctr">
          <a:solidFill>
            <a:srgbClr val="FFFF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ts val="0"/>
            </a:spcBef>
            <a:spcAft>
              <a:spcPts val="0"/>
            </a:spcAft>
            <a:buNone/>
          </a:pPr>
          <a:r>
            <a:rPr lang="en-US" sz="1400" b="1" kern="1200">
              <a:solidFill>
                <a:srgbClr val="FFFFFF"/>
              </a:solidFill>
              <a:latin typeface="Graphik" panose="020B0503030202060203" pitchFamily="34" charset="77"/>
              <a:ea typeface="+mn-ea"/>
              <a:cs typeface="+mn-cs"/>
            </a:rPr>
            <a:t> </a:t>
          </a:r>
          <a:endParaRPr lang="en-US" sz="1400" b="1" kern="1200" dirty="0">
            <a:solidFill>
              <a:srgbClr val="FFFFFF"/>
            </a:solidFill>
            <a:latin typeface="Graphik" panose="020B0503030202060203" pitchFamily="34" charset="77"/>
            <a:ea typeface="+mn-ea"/>
            <a:cs typeface="+mn-cs"/>
          </a:endParaRPr>
        </a:p>
      </dsp:txBody>
      <dsp:txXfrm>
        <a:off x="1600209" y="0"/>
        <a:ext cx="1066806" cy="1242778"/>
      </dsp:txXfrm>
    </dsp:sp>
    <dsp:sp modelId="{8DBEF7B0-38F2-4A64-8D8B-C8F6B7A6D6C9}">
      <dsp:nvSpPr>
        <dsp:cNvPr id="0" name=""/>
        <dsp:cNvSpPr/>
      </dsp:nvSpPr>
      <dsp:spPr>
        <a:xfrm>
          <a:off x="1066806" y="1242778"/>
          <a:ext cx="2133612" cy="1242778"/>
        </a:xfrm>
        <a:prstGeom prst="trapezoid">
          <a:avLst>
            <a:gd name="adj" fmla="val 42920"/>
          </a:avLst>
        </a:prstGeom>
        <a:solidFill>
          <a:schemeClr val="accent2">
            <a:lumMod val="75000"/>
          </a:schemeClr>
        </a:solidFill>
        <a:ln w="139700" cap="flat" cmpd="sng" algn="ctr">
          <a:solidFill>
            <a:srgbClr val="FFFF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ts val="0"/>
            </a:spcBef>
            <a:spcAft>
              <a:spcPts val="0"/>
            </a:spcAft>
            <a:buNone/>
          </a:pPr>
          <a:r>
            <a:rPr lang="en-US" sz="1400" b="1" kern="1200" cap="all" baseline="0" dirty="0">
              <a:solidFill>
                <a:srgbClr val="FFFFFF"/>
              </a:solidFill>
              <a:latin typeface="Graphik" panose="020B0503030202060203" pitchFamily="34" charset="77"/>
              <a:ea typeface="+mn-ea"/>
              <a:cs typeface="+mn-cs"/>
            </a:rPr>
            <a:t>INSERT</a:t>
          </a:r>
          <a:r>
            <a:rPr lang="en-US" sz="1400" b="1" kern="1200" dirty="0">
              <a:solidFill>
                <a:srgbClr val="FFFFFF"/>
              </a:solidFill>
              <a:latin typeface="Graphik" panose="020B0503030202060203" pitchFamily="34" charset="77"/>
              <a:ea typeface="+mn-ea"/>
              <a:cs typeface="+mn-cs"/>
            </a:rPr>
            <a:t> HEADING</a:t>
          </a:r>
        </a:p>
      </dsp:txBody>
      <dsp:txXfrm>
        <a:off x="1440188" y="1242778"/>
        <a:ext cx="1386847" cy="1242778"/>
      </dsp:txXfrm>
    </dsp:sp>
    <dsp:sp modelId="{C0C16CCF-B3E3-4E83-B1BD-20D279824B7A}">
      <dsp:nvSpPr>
        <dsp:cNvPr id="0" name=""/>
        <dsp:cNvSpPr/>
      </dsp:nvSpPr>
      <dsp:spPr>
        <a:xfrm>
          <a:off x="533403" y="2485556"/>
          <a:ext cx="3200418" cy="1242778"/>
        </a:xfrm>
        <a:prstGeom prst="trapezoid">
          <a:avLst>
            <a:gd name="adj" fmla="val 42920"/>
          </a:avLst>
        </a:prstGeom>
        <a:solidFill>
          <a:schemeClr val="accent2">
            <a:lumMod val="60000"/>
            <a:lumOff val="40000"/>
          </a:schemeClr>
        </a:solidFill>
        <a:ln w="139700" cap="flat" cmpd="sng" algn="ctr">
          <a:solidFill>
            <a:srgbClr val="FFFF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t" anchorCtr="0">
          <a:noAutofit/>
        </a:bodyPr>
        <a:lstStyle/>
        <a:p>
          <a:pPr marL="0" lvl="0" indent="0" algn="ctr" defTabSz="622300">
            <a:lnSpc>
              <a:spcPct val="90000"/>
            </a:lnSpc>
            <a:spcBef>
              <a:spcPts val="0"/>
            </a:spcBef>
            <a:spcAft>
              <a:spcPts val="0"/>
            </a:spcAft>
            <a:buNone/>
          </a:pPr>
          <a:endParaRPr lang="en-US" sz="1400" b="1" kern="1200" dirty="0">
            <a:solidFill>
              <a:srgbClr val="FFFFFF"/>
            </a:solidFill>
            <a:latin typeface="Graphik" panose="020B0503030202060203" pitchFamily="34" charset="77"/>
            <a:ea typeface="+mn-ea"/>
            <a:cs typeface="+mn-cs"/>
          </a:endParaRPr>
        </a:p>
        <a:p>
          <a:pPr marL="0" lvl="0" indent="0" algn="ctr" defTabSz="622300">
            <a:lnSpc>
              <a:spcPct val="90000"/>
            </a:lnSpc>
            <a:spcBef>
              <a:spcPts val="0"/>
            </a:spcBef>
            <a:spcAft>
              <a:spcPts val="0"/>
            </a:spcAft>
            <a:buNone/>
          </a:pPr>
          <a:endParaRPr lang="en-US" sz="1400" b="1" kern="1200" dirty="0">
            <a:solidFill>
              <a:srgbClr val="FFFFFF"/>
            </a:solidFill>
            <a:latin typeface="Graphik" panose="020B0503030202060203" pitchFamily="34" charset="77"/>
            <a:ea typeface="+mn-ea"/>
            <a:cs typeface="+mn-cs"/>
          </a:endParaRPr>
        </a:p>
        <a:p>
          <a:pPr marL="0" lvl="0" indent="0" algn="ctr" defTabSz="622300">
            <a:lnSpc>
              <a:spcPct val="90000"/>
            </a:lnSpc>
            <a:spcBef>
              <a:spcPts val="0"/>
            </a:spcBef>
            <a:spcAft>
              <a:spcPts val="0"/>
            </a:spcAft>
            <a:buNone/>
          </a:pPr>
          <a:r>
            <a:rPr lang="en-US" sz="1400" b="1" kern="1200" dirty="0">
              <a:solidFill>
                <a:srgbClr val="FFFFFF"/>
              </a:solidFill>
              <a:latin typeface="Graphik" panose="020B0503030202060203" pitchFamily="34" charset="77"/>
              <a:ea typeface="+mn-ea"/>
              <a:cs typeface="+mn-cs"/>
            </a:rPr>
            <a:t>INSERT HEADING</a:t>
          </a:r>
        </a:p>
      </dsp:txBody>
      <dsp:txXfrm>
        <a:off x="1093476" y="2485556"/>
        <a:ext cx="2080271" cy="1242778"/>
      </dsp:txXfrm>
    </dsp:sp>
    <dsp:sp modelId="{85785771-6414-4A5F-9785-8D4F4E769F29}">
      <dsp:nvSpPr>
        <dsp:cNvPr id="0" name=""/>
        <dsp:cNvSpPr/>
      </dsp:nvSpPr>
      <dsp:spPr>
        <a:xfrm>
          <a:off x="0" y="3728334"/>
          <a:ext cx="4267224" cy="1242778"/>
        </a:xfrm>
        <a:prstGeom prst="trapezoid">
          <a:avLst>
            <a:gd name="adj" fmla="val 50000"/>
          </a:avLst>
        </a:prstGeom>
        <a:solidFill>
          <a:schemeClr val="accent2">
            <a:lumMod val="40000"/>
            <a:lumOff val="60000"/>
          </a:schemeClr>
        </a:solidFill>
        <a:ln w="139700" cap="flat" cmpd="sng" algn="ctr">
          <a:solidFill>
            <a:srgbClr val="FFFFF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ts val="0"/>
            </a:spcBef>
            <a:spcAft>
              <a:spcPts val="0"/>
            </a:spcAft>
            <a:buNone/>
          </a:pPr>
          <a:r>
            <a:rPr lang="en-US" sz="1400" b="1" kern="1200" cap="all" baseline="0" dirty="0">
              <a:solidFill>
                <a:srgbClr val="FFFFFF"/>
              </a:solidFill>
              <a:latin typeface="Graphik" panose="020B0503030202060203" pitchFamily="34" charset="77"/>
              <a:ea typeface="+mn-ea"/>
              <a:cs typeface="+mn-cs"/>
            </a:rPr>
            <a:t> INSERT</a:t>
          </a:r>
          <a:r>
            <a:rPr lang="en-US" sz="1400" b="1" kern="1200" dirty="0">
              <a:solidFill>
                <a:srgbClr val="FFFFFF"/>
              </a:solidFill>
              <a:latin typeface="Graphik" panose="020B0503030202060203" pitchFamily="34" charset="77"/>
              <a:ea typeface="+mn-ea"/>
              <a:cs typeface="+mn-cs"/>
            </a:rPr>
            <a:t> HEADING</a:t>
          </a:r>
        </a:p>
      </dsp:txBody>
      <dsp:txXfrm>
        <a:off x="746764" y="3728334"/>
        <a:ext cx="2773695" cy="1242778"/>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BD7333-DD87-4773-BED3-E2892A4094EE}" type="datetimeFigureOut">
              <a:rPr lang="en-US" smtClean="0"/>
              <a:t>5/17/2026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A0E21C-7E3E-40C1-A5B4-152F0F11E190}" type="slidenum">
              <a:rPr lang="en-US" smtClean="0"/>
              <a:t>‹#›</a:t>
            </a:fld>
            <a:endParaRPr lang="en-US"/>
          </a:p>
        </p:txBody>
      </p:sp>
    </p:spTree>
    <p:extLst>
      <p:ext uri="{BB962C8B-B14F-4D97-AF65-F5344CB8AC3E}">
        <p14:creationId xmlns:p14="http://schemas.microsoft.com/office/powerpoint/2010/main" val="16350446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9D084F-DC83-4EB0-8CED-52E9AA3ECA1C}" type="datetimeFigureOut">
              <a:rPr lang="en-US" smtClean="0"/>
              <a:t>5/17/2026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157E0A-F321-48DC-AF94-681D4DCF344D}" type="slidenum">
              <a:rPr lang="en-US" smtClean="0"/>
              <a:t>‹#›</a:t>
            </a:fld>
            <a:endParaRPr lang="en-US"/>
          </a:p>
        </p:txBody>
      </p:sp>
    </p:spTree>
    <p:extLst>
      <p:ext uri="{BB962C8B-B14F-4D97-AF65-F5344CB8AC3E}">
        <p14:creationId xmlns:p14="http://schemas.microsoft.com/office/powerpoint/2010/main" val="3796904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Search Text:</a:t>
            </a:r>
          </a:p>
          <a:p>
            <a:r>
              <a:t>Create six slides for a short proposal explaining how to scale AI from AI Pocs to Enterprise wide AI</a:t>
            </a:r>
          </a:p>
          <a:p>
            <a:endParaRPr/>
          </a:p>
          <a:p>
            <a:r>
              <a:t>Request Id:</a:t>
            </a:r>
          </a:p>
          <a:p>
            <a:r>
              <a:t>cbd07e84-9c19-4fd5-9136-03048d2e4aca</a:t>
            </a:r>
          </a:p>
          <a:p>
            <a:endParaRPr/>
          </a:p>
          <a:p>
            <a:r>
              <a:t>Engineered Prompt:</a:t>
            </a:r>
          </a:p>
          <a:p>
            <a:r>
              <a:t>Deck Type: Proposal Audience: Enterprise decision-makers Stakeholders interested in AI adoption Goal: Present a clear, actionable plan for scaling AI initiatives from proof-of-concepts to enterprise-wide deployment, enabling organization-wide value realization. Constraints: Limit to six slides; address both technical and organizational aspects of scaling AI. Content Scope: Detail the process, challenges, and recommendations for moving from AI PoCs to full enterprise implementation, covering both technical and organizational factors. Geography: Not specified Time Horizon: Near- to mid-term (6–24 months), reflecting typical enterprise AI scaling timelines Big Story: Enterprises often struggle to move beyond AI proof-of-concepts due to technical and organizational barriers. By analyzing these challenges and providing targeted recommendations, this proposal empowers decision-makers to drive successful, scalable AI adoption—unlocking enterprise-wide impact and competitive advantage.</a:t>
            </a:r>
          </a:p>
          <a:p>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mn-lt"/>
                <a:ea typeface="+mn-ea"/>
                <a:cs typeface="+mn-cs"/>
              </a:rPr>
              <a:t>Detailed Delivery Approach and Solution </a:t>
            </a:r>
          </a:p>
          <a:p>
            <a:endParaRPr dirty="0"/>
          </a:p>
        </p:txBody>
      </p:sp>
    </p:spTree>
    <p:extLst>
      <p:ext uri="{BB962C8B-B14F-4D97-AF65-F5344CB8AC3E}">
        <p14:creationId xmlns:p14="http://schemas.microsoft.com/office/powerpoint/2010/main" val="549617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bwMode="auto">
          <a:ln/>
        </p:spPr>
        <p:txBody>
          <a:bodyPr/>
          <a:lstStyle/>
          <a:p>
            <a:fld id="{558A047C-C58C-4D3B-BAE2-6FEA3EF56BD0}" type="slidenum">
              <a:rPr lang="en-US"/>
              <a:pPr/>
              <a:t>3</a:t>
            </a:fld>
            <a:endParaRPr lang="en-US"/>
          </a:p>
        </p:txBody>
      </p:sp>
      <p:sp>
        <p:nvSpPr>
          <p:cNvPr id="107522" name="Rectangle 2"/>
          <p:cNvSpPr>
            <a:spLocks noGrp="1" noRot="1" noChangeAspect="1" noChangeArrowheads="1" noTextEdit="1"/>
          </p:cNvSpPr>
          <p:nvPr>
            <p:ph type="sldImg"/>
          </p:nvPr>
        </p:nvSpPr>
        <p:spPr bwMode="auto">
          <a:ln/>
        </p:spPr>
      </p:sp>
      <p:sp>
        <p:nvSpPr>
          <p:cNvPr id="107523" name="Rectangle 3"/>
          <p:cNvSpPr>
            <a:spLocks noGrp="1" noChangeArrowheads="1"/>
          </p:cNvSpPr>
          <p:nvPr>
            <p:ph type="body" idx="1"/>
          </p:nvPr>
        </p:nvSpPr>
        <p:spPr bwMode="auto">
          <a:xfrm>
            <a:off x="906357" y="4715907"/>
            <a:ext cx="4984962" cy="4467701"/>
          </a:xfrm>
        </p:spPr>
        <p:txBody>
          <a:bodyPr/>
          <a:lstStyle/>
          <a:p>
            <a:r>
              <a:rPr lang="en-US"/>
              <a:t>Journey Process Flow</a:t>
            </a:r>
          </a:p>
        </p:txBody>
      </p:sp>
    </p:spTree>
    <p:extLst>
      <p:ext uri="{BB962C8B-B14F-4D97-AF65-F5344CB8AC3E}">
        <p14:creationId xmlns:p14="http://schemas.microsoft.com/office/powerpoint/2010/main" val="2896454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Client challenges overview requirements</a:t>
            </a:r>
          </a:p>
        </p:txBody>
      </p:sp>
      <p:sp>
        <p:nvSpPr>
          <p:cNvPr id="4" name="Slide Number Placeholder 3"/>
          <p:cNvSpPr>
            <a:spLocks noGrp="1"/>
          </p:cNvSpPr>
          <p:nvPr>
            <p:ph type="sldNum" sz="quarter" idx="5"/>
          </p:nvPr>
        </p:nvSpPr>
        <p:spPr/>
        <p:txBody>
          <a:bodyPr/>
          <a:lstStyle/>
          <a:p>
            <a:fld id="{AC157E0A-F321-48DC-AF94-681D4DCF344D}" type="slidenum">
              <a:rPr lang="en-US" smtClean="0"/>
              <a:t>5</a:t>
            </a:fld>
            <a:endParaRPr lang="en-US"/>
          </a:p>
        </p:txBody>
      </p:sp>
    </p:spTree>
    <p:extLst>
      <p:ext uri="{BB962C8B-B14F-4D97-AF65-F5344CB8AC3E}">
        <p14:creationId xmlns:p14="http://schemas.microsoft.com/office/powerpoint/2010/main" val="35051797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fld id="{AC157E0A-F321-48DC-AF94-681D4DCF344D}" type="slidenum">
              <a:rPr lang="en-US" smtClean="0"/>
              <a:t>6</a:t>
            </a:fld>
            <a:endParaRPr lang="en-US"/>
          </a:p>
        </p:txBody>
      </p:sp>
    </p:spTree>
    <p:extLst>
      <p:ext uri="{BB962C8B-B14F-4D97-AF65-F5344CB8AC3E}">
        <p14:creationId xmlns:p14="http://schemas.microsoft.com/office/powerpoint/2010/main" val="999163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27A2D-FD99-8189-4172-29B3745ACD8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FABE63D-6464-11A5-0619-6202B559D29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808E7AB-0AD7-52C4-4650-3BB3414BEFE5}"/>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35EF52C1-B367-1F56-B00B-02E0BE6A4454}"/>
              </a:ext>
            </a:extLst>
          </p:cNvPr>
          <p:cNvSpPr>
            <a:spLocks noGrp="1"/>
          </p:cNvSpPr>
          <p:nvPr>
            <p:ph type="sldNum" sz="quarter" idx="5"/>
          </p:nvPr>
        </p:nvSpPr>
        <p:spPr/>
        <p:txBody>
          <a:bodyPr/>
          <a:lstStyle/>
          <a:p>
            <a:fld id="{AC157E0A-F321-48DC-AF94-681D4DCF344D}" type="slidenum">
              <a:rPr lang="en-US" smtClean="0"/>
              <a:t>7</a:t>
            </a:fld>
            <a:endParaRPr lang="en-US"/>
          </a:p>
        </p:txBody>
      </p:sp>
    </p:spTree>
    <p:extLst>
      <p:ext uri="{BB962C8B-B14F-4D97-AF65-F5344CB8AC3E}">
        <p14:creationId xmlns:p14="http://schemas.microsoft.com/office/powerpoint/2010/main" val="1286596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F1EDF-0FD3-08C9-C15B-F3662C64F3E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5E34F58-74B6-B86A-8DAC-12E0CC3BD98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70D9264-5898-7964-04D4-2E5ADC484106}"/>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5B122AAC-7519-DF8B-516F-5C053D974157}"/>
              </a:ext>
            </a:extLst>
          </p:cNvPr>
          <p:cNvSpPr>
            <a:spLocks noGrp="1"/>
          </p:cNvSpPr>
          <p:nvPr>
            <p:ph type="sldNum" sz="quarter" idx="5"/>
          </p:nvPr>
        </p:nvSpPr>
        <p:spPr/>
        <p:txBody>
          <a:bodyPr/>
          <a:lstStyle/>
          <a:p>
            <a:fld id="{AC157E0A-F321-48DC-AF94-681D4DCF344D}" type="slidenum">
              <a:rPr lang="en-US" smtClean="0"/>
              <a:t>8</a:t>
            </a:fld>
            <a:endParaRPr lang="en-US"/>
          </a:p>
        </p:txBody>
      </p:sp>
    </p:spTree>
    <p:extLst>
      <p:ext uri="{BB962C8B-B14F-4D97-AF65-F5344CB8AC3E}">
        <p14:creationId xmlns:p14="http://schemas.microsoft.com/office/powerpoint/2010/main" val="1079812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D232F-DBD2-95FD-D705-66B6F9335C7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BBBF3A2-58E1-EEBF-D50F-EB361117AA3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0EE99B4-2B8D-9C23-9092-66B3A6BD3678}"/>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EDEC1F01-1BFF-E523-F56C-680EBF6A1CFF}"/>
              </a:ext>
            </a:extLst>
          </p:cNvPr>
          <p:cNvSpPr>
            <a:spLocks noGrp="1"/>
          </p:cNvSpPr>
          <p:nvPr>
            <p:ph type="sldNum" sz="quarter" idx="5"/>
          </p:nvPr>
        </p:nvSpPr>
        <p:spPr/>
        <p:txBody>
          <a:bodyPr/>
          <a:lstStyle/>
          <a:p>
            <a:fld id="{AC157E0A-F321-48DC-AF94-681D4DCF344D}" type="slidenum">
              <a:rPr lang="en-US" smtClean="0"/>
              <a:t>10</a:t>
            </a:fld>
            <a:endParaRPr lang="en-US"/>
          </a:p>
        </p:txBody>
      </p:sp>
    </p:spTree>
    <p:extLst>
      <p:ext uri="{BB962C8B-B14F-4D97-AF65-F5344CB8AC3E}">
        <p14:creationId xmlns:p14="http://schemas.microsoft.com/office/powerpoint/2010/main" val="30851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F20F2-45F8-90C2-1693-D5E8736C4A7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015A24D-0580-6B97-E144-9E2B6252E1B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FCE5F45-9FDF-10B6-FFD0-D87EC27B8F8A}"/>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6D1DE68E-A60A-C909-4AD9-4297A450078B}"/>
              </a:ext>
            </a:extLst>
          </p:cNvPr>
          <p:cNvSpPr>
            <a:spLocks noGrp="1"/>
          </p:cNvSpPr>
          <p:nvPr>
            <p:ph type="sldNum" sz="quarter" idx="5"/>
          </p:nvPr>
        </p:nvSpPr>
        <p:spPr/>
        <p:txBody>
          <a:bodyPr/>
          <a:lstStyle/>
          <a:p>
            <a:fld id="{AC157E0A-F321-48DC-AF94-681D4DCF344D}" type="slidenum">
              <a:rPr lang="en-US" smtClean="0"/>
              <a:t>11</a:t>
            </a:fld>
            <a:endParaRPr lang="en-US"/>
          </a:p>
        </p:txBody>
      </p:sp>
    </p:spTree>
    <p:extLst>
      <p:ext uri="{BB962C8B-B14F-4D97-AF65-F5344CB8AC3E}">
        <p14:creationId xmlns:p14="http://schemas.microsoft.com/office/powerpoint/2010/main" val="2780839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515C9-E333-BB66-4FE8-A578C446B4F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08F6CFF-E849-C13A-232A-5E196009CD4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057E98D-3657-A24F-4FAC-D620CCAD14EB}"/>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4A816A1A-EA11-F48E-5A77-F7E55CC19A01}"/>
              </a:ext>
            </a:extLst>
          </p:cNvPr>
          <p:cNvSpPr>
            <a:spLocks noGrp="1"/>
          </p:cNvSpPr>
          <p:nvPr>
            <p:ph type="sldNum" sz="quarter" idx="5"/>
          </p:nvPr>
        </p:nvSpPr>
        <p:spPr/>
        <p:txBody>
          <a:bodyPr/>
          <a:lstStyle/>
          <a:p>
            <a:fld id="{AC157E0A-F321-48DC-AF94-681D4DCF344D}" type="slidenum">
              <a:rPr lang="en-US" smtClean="0"/>
              <a:t>12</a:t>
            </a:fld>
            <a:endParaRPr lang="en-US"/>
          </a:p>
        </p:txBody>
      </p:sp>
    </p:spTree>
    <p:extLst>
      <p:ext uri="{BB962C8B-B14F-4D97-AF65-F5344CB8AC3E}">
        <p14:creationId xmlns:p14="http://schemas.microsoft.com/office/powerpoint/2010/main" val="2391195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9E7E-1737-D178-38F1-4D1E6265C30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64FC4B1-1E5B-2064-6934-9F42C32A14B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16F1D5D-C110-58CA-0136-A75A529F4D5B}"/>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D9486360-AB43-CD3B-6CD5-841028207AC4}"/>
              </a:ext>
            </a:extLst>
          </p:cNvPr>
          <p:cNvSpPr>
            <a:spLocks noGrp="1"/>
          </p:cNvSpPr>
          <p:nvPr>
            <p:ph type="sldNum" sz="quarter" idx="5"/>
          </p:nvPr>
        </p:nvSpPr>
        <p:spPr/>
        <p:txBody>
          <a:bodyPr/>
          <a:lstStyle/>
          <a:p>
            <a:fld id="{AC157E0A-F321-48DC-AF94-681D4DCF344D}" type="slidenum">
              <a:rPr lang="en-US" smtClean="0"/>
              <a:t>13</a:t>
            </a:fld>
            <a:endParaRPr lang="en-US"/>
          </a:p>
        </p:txBody>
      </p:sp>
    </p:spTree>
    <p:extLst>
      <p:ext uri="{BB962C8B-B14F-4D97-AF65-F5344CB8AC3E}">
        <p14:creationId xmlns:p14="http://schemas.microsoft.com/office/powerpoint/2010/main" val="595547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F7106-7FD9-0266-3B7E-A28EB4B237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FCB4EF-4ECF-141B-4576-42ABA375DE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B33149-F61F-8903-AC03-751D779039D3}"/>
              </a:ext>
            </a:extLst>
          </p:cNvPr>
          <p:cNvSpPr>
            <a:spLocks noGrp="1"/>
          </p:cNvSpPr>
          <p:nvPr>
            <p:ph type="body" idx="1"/>
          </p:nvPr>
        </p:nvSpPr>
        <p:spPr/>
        <p:txBody>
          <a:bodyPr/>
          <a:lstStyle/>
          <a:p>
            <a:r>
              <a:rPr lang="en-US"/>
              <a:t>Multiple teams</a:t>
            </a:r>
          </a:p>
        </p:txBody>
      </p:sp>
      <p:sp>
        <p:nvSpPr>
          <p:cNvPr id="4" name="Slide Number Placeholder 3">
            <a:extLst>
              <a:ext uri="{FF2B5EF4-FFF2-40B4-BE49-F238E27FC236}">
                <a16:creationId xmlns:a16="http://schemas.microsoft.com/office/drawing/2014/main" id="{8E6285D8-19DE-D197-3A37-CF8C902DF22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24289753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BF161-23EB-325E-323F-96184374C3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732B32-B29C-DDF3-2000-C9EDD1A718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7D0C3B-12C3-40CF-F073-5AF7D3074E7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Four Key </a:t>
            </a:r>
            <a:r>
              <a:rPr lang="de-DE" sz="1200" dirty="0"/>
              <a:t>Points </a:t>
            </a:r>
            <a:r>
              <a:rPr lang="de-DE" dirty="0"/>
              <a:t>Pyramid large to small reduction essence</a:t>
            </a: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dirty="0"/>
          </a:p>
        </p:txBody>
      </p:sp>
      <p:sp>
        <p:nvSpPr>
          <p:cNvPr id="4" name="Slide Number Placeholder 3">
            <a:extLst>
              <a:ext uri="{FF2B5EF4-FFF2-40B4-BE49-F238E27FC236}">
                <a16:creationId xmlns:a16="http://schemas.microsoft.com/office/drawing/2014/main" id="{DDD1E0FB-42D9-EA0B-8F0D-E1CBDDE46BF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Graphik" panose="020B0503030202060203"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Graphik" panose="020B0503030202060203" pitchFamily="34" charset="0"/>
              <a:ea typeface="+mn-ea"/>
              <a:cs typeface="+mn-cs"/>
            </a:endParaRPr>
          </a:p>
        </p:txBody>
      </p:sp>
    </p:spTree>
    <p:extLst>
      <p:ext uri="{BB962C8B-B14F-4D97-AF65-F5344CB8AC3E}">
        <p14:creationId xmlns:p14="http://schemas.microsoft.com/office/powerpoint/2010/main" val="7863593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E5328-E92A-4768-A34E-CF9E546B12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0CD80E-A8FF-8670-B6ED-2E986B43A5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41B3A8-7FC6-88FC-7FDC-7B7469555321}"/>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93D6D4CC-F37D-706C-626B-BAD816763C32}"/>
              </a:ext>
            </a:extLst>
          </p:cNvPr>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463B5FF-100D-4ABA-8532-C9A7B50D503A}" type="datetime1">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5/17/2026</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
        <p:nvSpPr>
          <p:cNvPr id="5" name="Slide Number Placeholder 4">
            <a:extLst>
              <a:ext uri="{FF2B5EF4-FFF2-40B4-BE49-F238E27FC236}">
                <a16:creationId xmlns:a16="http://schemas.microsoft.com/office/drawing/2014/main" id="{C63FCD57-9990-3CE2-11C2-33BBE4D55268}"/>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3CB35B-3B4E-4105-9585-896DC31E0C68}" type="slidenum">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39157883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69F61-F110-F57A-D626-10BD9B6205C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981B68B-13D3-4ADE-56BE-8F43095FCB8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EC38B92-B04B-C346-779E-00001331E809}"/>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BE31C0B0-E3FB-5B5D-5AAD-B918237B1DE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23474405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37F34-2CD9-D085-62FB-D29038B37B7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5E97206-AB48-D10A-4E78-BB15F613D88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F2B1751-F686-493E-86F4-AC0E2B53ED51}"/>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A33F87A7-16D7-976C-E69D-4AC4A8C95247}"/>
              </a:ext>
            </a:extLst>
          </p:cNvPr>
          <p:cNvSpPr>
            <a:spLocks noGrp="1"/>
          </p:cNvSpPr>
          <p:nvPr>
            <p:ph type="sldNum" sz="quarter" idx="5"/>
          </p:nvPr>
        </p:nvSpPr>
        <p:spPr/>
        <p:txBody>
          <a:bodyPr/>
          <a:lstStyle/>
          <a:p>
            <a:fld id="{AC157E0A-F321-48DC-AF94-681D4DCF344D}" type="slidenum">
              <a:rPr lang="en-US" smtClean="0"/>
              <a:t>20</a:t>
            </a:fld>
            <a:endParaRPr lang="en-US"/>
          </a:p>
        </p:txBody>
      </p:sp>
    </p:spTree>
    <p:extLst>
      <p:ext uri="{BB962C8B-B14F-4D97-AF65-F5344CB8AC3E}">
        <p14:creationId xmlns:p14="http://schemas.microsoft.com/office/powerpoint/2010/main" val="21469375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558FF-C8BA-7642-8A49-83B6E1886B1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16467BE-9B5D-A3D3-3399-09ABD7EFF30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0453E55B-4513-9E97-DE99-C1690327D220}"/>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E8C08093-03B0-CA7E-AC62-B472039073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157E0A-F321-48DC-AF94-681D4DCF344D}" type="slidenum">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29180985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B98E9-F0EE-A0AF-907D-F6FC3D9F383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4184979-0F16-0334-6446-1847F30A8B7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922AB12-2981-AEAA-5C02-5F051EF299AF}"/>
              </a:ext>
            </a:extLst>
          </p:cNvPr>
          <p:cNvSpPr>
            <a:spLocks noGrp="1"/>
          </p:cNvSpPr>
          <p:nvPr>
            <p:ph type="body" idx="1"/>
          </p:nvPr>
        </p:nvSpPr>
        <p:spPr/>
        <p:txBody>
          <a:bodyPr/>
          <a:lstStyle/>
          <a:p>
            <a:r>
              <a:rPr lang="de-DE" dirty="0"/>
              <a:t>CV, Curriculum Vitae, Resume</a:t>
            </a:r>
          </a:p>
          <a:p>
            <a:endParaRPr lang="de-DE" dirty="0"/>
          </a:p>
        </p:txBody>
      </p:sp>
      <p:sp>
        <p:nvSpPr>
          <p:cNvPr id="4" name="Foliennummernplatzhalter 3">
            <a:extLst>
              <a:ext uri="{FF2B5EF4-FFF2-40B4-BE49-F238E27FC236}">
                <a16:creationId xmlns:a16="http://schemas.microsoft.com/office/drawing/2014/main" id="{4E3D7941-12D9-B1B6-7D3E-5B854F5C26A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smtClean="0">
                <a:ln>
                  <a:noFill/>
                </a:ln>
                <a:solidFill>
                  <a:prstClr val="black"/>
                </a:solidFill>
                <a:effectLst/>
                <a:uLnTx/>
                <a:uFillTx/>
                <a:latin typeface="Graphik" panose="020B0503030202060203"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p:txBody>
      </p:sp>
    </p:spTree>
    <p:extLst>
      <p:ext uri="{BB962C8B-B14F-4D97-AF65-F5344CB8AC3E}">
        <p14:creationId xmlns:p14="http://schemas.microsoft.com/office/powerpoint/2010/main" val="3338598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tags" Target="../tags/tag4.xml"/><Relationship Id="rId3" Type="http://schemas.openxmlformats.org/officeDocument/2006/relationships/slideMaster" Target="../slideMasters/slideMaster1.xml"/><Relationship Id="rId4" Type="http://schemas.openxmlformats.org/officeDocument/2006/relationships/oleObject" Target="../embeddings/oleObject2.bin"/><Relationship Id="rId5" Type="http://schemas.openxmlformats.org/officeDocument/2006/relationships/image" Target="../media/image10.emf"/><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4.png"/><Relationship Id="rId13" Type="http://schemas.openxmlformats.org/officeDocument/2006/relationships/image" Target="../media/image17.png"/><Relationship Id="rId14" Type="http://schemas.openxmlformats.org/officeDocument/2006/relationships/image" Target="../media/image5.png"/><Relationship Id="rId15" Type="http://schemas.openxmlformats.org/officeDocument/2006/relationships/image" Target="../media/image18.png"/><Relationship Id="rId16" Type="http://schemas.openxmlformats.org/officeDocument/2006/relationships/image" Target="../media/image6.png"/><Relationship Id="rId17" Type="http://schemas.openxmlformats.org/officeDocument/2006/relationships/image" Target="../media/image19.png"/><Relationship Id="rId18" Type="http://schemas.openxmlformats.org/officeDocument/2006/relationships/image" Target="../media/image7.png"/><Relationship Id="rId19" Type="http://schemas.openxmlformats.org/officeDocument/2006/relationships/image" Target="../media/image20.png"/><Relationship Id="rId20" Type="http://schemas.openxmlformats.org/officeDocument/2006/relationships/image" Target="../media/image8.png"/><Relationship Id="rId21" Type="http://schemas.openxmlformats.org/officeDocument/2006/relationships/image" Target="../media/image9.emf"/><Relationship Id="rId22" Type="http://schemas.openxmlformats.org/officeDocument/2006/relationships/image" Target="../media/image21.svg"/><Relationship Id="rId23" Type="http://schemas.openxmlformats.org/officeDocument/2006/relationships/image" Target="../media/image22.svg"/><Relationship Id="rId24" Type="http://schemas.openxmlformats.org/officeDocument/2006/relationships/image" Target="../media/image23.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1.svg"/><Relationship Id="rId4" Type="http://schemas.openxmlformats.org/officeDocument/2006/relationships/image" Target="../media/image22.svg"/><Relationship Id="rId5" Type="http://schemas.openxmlformats.org/officeDocument/2006/relationships/image" Target="../media/image23.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0.emf"/></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10.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tags" Target="../tags/tag8.xml"/><Relationship Id="rId3" Type="http://schemas.openxmlformats.org/officeDocument/2006/relationships/slideMaster" Target="../slideMasters/slideMaster1.xml"/><Relationship Id="rId4" Type="http://schemas.openxmlformats.org/officeDocument/2006/relationships/oleObject" Target="../embeddings/oleObject5.bin"/><Relationship Id="rId5" Type="http://schemas.openxmlformats.org/officeDocument/2006/relationships/image" Target="../media/image10.emf"/></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tags" Target="../tags/tag10.xml"/><Relationship Id="rId3" Type="http://schemas.openxmlformats.org/officeDocument/2006/relationships/slideMaster" Target="../slideMasters/slideMaster1.xml"/><Relationship Id="rId4" Type="http://schemas.openxmlformats.org/officeDocument/2006/relationships/oleObject" Target="../embeddings/oleObject6.bin"/><Relationship Id="rId5" Type="http://schemas.openxmlformats.org/officeDocument/2006/relationships/image" Target="../media/image25.emf"/><Relationship Id="rId6" Type="http://schemas.openxmlformats.org/officeDocument/2006/relationships/image" Target="../media/image26.png"/><Relationship Id="rId7" Type="http://schemas.openxmlformats.org/officeDocument/2006/relationships/image" Target="../media/image27.jpeg"/><Relationship Id="rId8" Type="http://schemas.openxmlformats.org/officeDocument/2006/relationships/image" Target="../media/image28.pn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tags" Target="../tags/tag14.xml"/><Relationship Id="rId3" Type="http://schemas.openxmlformats.org/officeDocument/2006/relationships/slideMaster" Target="../slideMasters/slideMaster2.xml"/><Relationship Id="rId4" Type="http://schemas.openxmlformats.org/officeDocument/2006/relationships/oleObject" Target="../embeddings/oleObject8.bin"/><Relationship Id="rId5" Type="http://schemas.openxmlformats.org/officeDocument/2006/relationships/image" Target="../media/image1.emf"/><Relationship Id="rId6" Type="http://schemas.openxmlformats.org/officeDocument/2006/relationships/image" Target="../media/image27.jpeg"/><Relationship Id="rId7" Type="http://schemas.openxmlformats.org/officeDocument/2006/relationships/image" Target="../media/image28.png"/></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tags" Target="../tags/tag16.xml"/><Relationship Id="rId3" Type="http://schemas.openxmlformats.org/officeDocument/2006/relationships/slideMaster" Target="../slideMasters/slideMaster2.xml"/><Relationship Id="rId4" Type="http://schemas.openxmlformats.org/officeDocument/2006/relationships/oleObject" Target="../embeddings/oleObject9.bin"/><Relationship Id="rId5"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2.xml"/><Relationship Id="rId3" Type="http://schemas.openxmlformats.org/officeDocument/2006/relationships/oleObject" Target="../embeddings/oleObject10.bin"/><Relationship Id="rId4" Type="http://schemas.openxmlformats.org/officeDocument/2006/relationships/image" Target="../media/image25.emf"/><Relationship Id="rId5" Type="http://schemas.openxmlformats.org/officeDocument/2006/relationships/image" Target="../media/image26.png"/><Relationship Id="rId6" Type="http://schemas.openxmlformats.org/officeDocument/2006/relationships/image" Target="../media/image27.jpeg"/><Relationship Id="rId7" Type="http://schemas.openxmlformats.org/officeDocument/2006/relationships/image" Target="../media/image29.png"/><Relationship Id="rId8" Type="http://schemas.openxmlformats.org/officeDocument/2006/relationships/image" Target="../media/image21.svg"/><Relationship Id="rId9" Type="http://schemas.openxmlformats.org/officeDocument/2006/relationships/image" Target="../media/image22.svg"/><Relationship Id="rId10" Type="http://schemas.openxmlformats.org/officeDocument/2006/relationships/image" Target="../media/image30.emf"/></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2.xml"/><Relationship Id="rId3" Type="http://schemas.openxmlformats.org/officeDocument/2006/relationships/oleObject" Target="../embeddings/oleObject11.bin"/><Relationship Id="rId4" Type="http://schemas.openxmlformats.org/officeDocument/2006/relationships/image" Target="../media/image25.emf"/><Relationship Id="rId5" Type="http://schemas.openxmlformats.org/officeDocument/2006/relationships/image" Target="../media/image26.png"/><Relationship Id="rId6" Type="http://schemas.openxmlformats.org/officeDocument/2006/relationships/image" Target="../media/image27.jpeg"/></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tags" Target="../tags/tag20.xml"/><Relationship Id="rId3" Type="http://schemas.openxmlformats.org/officeDocument/2006/relationships/slideMaster" Target="../slideMasters/slideMaster2.xml"/><Relationship Id="rId4" Type="http://schemas.openxmlformats.org/officeDocument/2006/relationships/oleObject" Target="../embeddings/oleObject12.bin"/><Relationship Id="rId5" Type="http://schemas.openxmlformats.org/officeDocument/2006/relationships/image" Target="../media/image25.emf"/><Relationship Id="rId6" Type="http://schemas.openxmlformats.org/officeDocument/2006/relationships/image" Target="../media/image26.png"/><Relationship Id="rId7" Type="http://schemas.openxmlformats.org/officeDocument/2006/relationships/image" Target="../media/image27.jpeg"/><Relationship Id="rId8" Type="http://schemas.openxmlformats.org/officeDocument/2006/relationships/image" Target="../media/image2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1.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4.xml"/><Relationship Id="rId3" Type="http://schemas.openxmlformats.org/officeDocument/2006/relationships/oleObject" Target="../embeddings/oleObject14.bin"/><Relationship Id="rId4" Type="http://schemas.openxmlformats.org/officeDocument/2006/relationships/image" Target="../media/image33.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6.jpeg"/><Relationship Id="rId3" Type="http://schemas.openxmlformats.org/officeDocument/2006/relationships/image" Target="../media/image37.png"/></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5.xml"/><Relationship Id="rId3" Type="http://schemas.openxmlformats.org/officeDocument/2006/relationships/oleObject" Target="../embeddings/oleObject16.bin"/><Relationship Id="rId4" Type="http://schemas.openxmlformats.org/officeDocument/2006/relationships/image" Target="../media/image34.emf"/><Relationship Id="rId5" Type="http://schemas.openxmlformats.org/officeDocument/2006/relationships/image" Target="../media/image3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9.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0.jpg"/><Relationship Id="rId3" Type="http://schemas.openxmlformats.org/officeDocument/2006/relationships/image" Target="../media/image3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9.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1.jpg"/><Relationship Id="rId3" Type="http://schemas.openxmlformats.org/officeDocument/2006/relationships/image" Target="../media/image42.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5.xml"/><Relationship Id="rId3" Type="http://schemas.openxmlformats.org/officeDocument/2006/relationships/oleObject" Target="../embeddings/oleObject17.bin"/><Relationship Id="rId4" Type="http://schemas.openxmlformats.org/officeDocument/2006/relationships/image" Target="../media/image25.emf"/><Relationship Id="rId5" Type="http://schemas.openxmlformats.org/officeDocument/2006/relationships/image" Target="../media/image26.png"/><Relationship Id="rId6" Type="http://schemas.openxmlformats.org/officeDocument/2006/relationships/image" Target="../media/image27.jpeg"/><Relationship Id="rId7" Type="http://schemas.openxmlformats.org/officeDocument/2006/relationships/image" Target="../media/image29.png"/><Relationship Id="rId8" Type="http://schemas.openxmlformats.org/officeDocument/2006/relationships/image" Target="../media/image21.svg"/><Relationship Id="rId9" Type="http://schemas.openxmlformats.org/officeDocument/2006/relationships/image" Target="../media/image22.svg"/><Relationship Id="rId10" Type="http://schemas.openxmlformats.org/officeDocument/2006/relationships/image" Target="../media/image30.emf"/></Relationships>
</file>

<file path=ppt/slideLayouts/_rels/slideLayout40.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tags" Target="../tags/tag28.xml"/><Relationship Id="rId3" Type="http://schemas.openxmlformats.org/officeDocument/2006/relationships/slideMaster" Target="../slideMasters/slideMaster5.xml"/><Relationship Id="rId4" Type="http://schemas.openxmlformats.org/officeDocument/2006/relationships/oleObject" Target="../embeddings/oleObject18.bin"/><Relationship Id="rId5" Type="http://schemas.openxmlformats.org/officeDocument/2006/relationships/image" Target="../media/image1.emf"/></Relationships>
</file>

<file path=ppt/slideLayouts/_rels/slideLayout41.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tags" Target="../tags/tag30.xml"/><Relationship Id="rId3" Type="http://schemas.openxmlformats.org/officeDocument/2006/relationships/slideMaster" Target="../slideMasters/slideMaster5.xml"/><Relationship Id="rId4" Type="http://schemas.openxmlformats.org/officeDocument/2006/relationships/oleObject" Target="../embeddings/oleObject19.bin"/><Relationship Id="rId5" Type="http://schemas.openxmlformats.org/officeDocument/2006/relationships/image" Target="../media/image25.emf"/><Relationship Id="rId6" Type="http://schemas.openxmlformats.org/officeDocument/2006/relationships/image" Target="../media/image26.png"/><Relationship Id="rId7" Type="http://schemas.openxmlformats.org/officeDocument/2006/relationships/image" Target="../media/image27.jpeg"/><Relationship Id="rId8" Type="http://schemas.openxmlformats.org/officeDocument/2006/relationships/image" Target="../media/image28.png"/></Relationships>
</file>

<file path=ppt/slideLayouts/_rels/slideLayout42.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5.xml"/><Relationship Id="rId3" Type="http://schemas.openxmlformats.org/officeDocument/2006/relationships/oleObject" Target="../embeddings/oleObject20.bin"/><Relationship Id="rId4" Type="http://schemas.openxmlformats.org/officeDocument/2006/relationships/image" Target="../media/image43.emf"/><Relationship Id="rId5" Type="http://schemas.openxmlformats.org/officeDocument/2006/relationships/image" Target="../media/image28.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4.jpe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5.emf"/><Relationship Id="rId3" Type="http://schemas.openxmlformats.org/officeDocument/2006/relationships/image" Target="../media/image46.emf"/><Relationship Id="rId4" Type="http://schemas.openxmlformats.org/officeDocument/2006/relationships/image" Target="../media/image47.emf"/><Relationship Id="rId5" Type="http://schemas.openxmlformats.org/officeDocument/2006/relationships/image" Target="../media/image48.emf"/><Relationship Id="rId6" Type="http://schemas.openxmlformats.org/officeDocument/2006/relationships/image" Target="../media/image49.emf"/></Relationships>
</file>

<file path=ppt/slideLayouts/_rels/slideLayout45.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tags" Target="../tags/tag33.xml"/><Relationship Id="rId3" Type="http://schemas.openxmlformats.org/officeDocument/2006/relationships/slideMaster" Target="../slideMasters/slideMaster5.xml"/><Relationship Id="rId4" Type="http://schemas.openxmlformats.org/officeDocument/2006/relationships/oleObject" Target="../embeddings/oleObject21.bin"/><Relationship Id="rId5" Type="http://schemas.openxmlformats.org/officeDocument/2006/relationships/image" Target="../media/image50.emf"/></Relationships>
</file>

<file path=ppt/slideLayouts/_rels/slideLayout46.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5.xml"/><Relationship Id="rId3" Type="http://schemas.openxmlformats.org/officeDocument/2006/relationships/oleObject" Target="../embeddings/oleObject22.bin"/><Relationship Id="rId4" Type="http://schemas.openxmlformats.org/officeDocument/2006/relationships/image" Target="../media/image51.emf"/><Relationship Id="rId5" Type="http://schemas.openxmlformats.org/officeDocument/2006/relationships/image" Target="../media/image52.jpe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agline Cover 2">
    <p:bg>
      <p:bgPr>
        <a:solidFill>
          <a:schemeClr val="bg1"/>
        </a:solidFill>
        <a:effectLst/>
      </p:bgPr>
    </p:bg>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FA1C0870-83B2-4EC0-AC4E-97A8903FDF48}"/>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3" name="Objekt 2" hidden="1">
                        <a:extLst>
                          <a:ext uri="{FF2B5EF4-FFF2-40B4-BE49-F238E27FC236}">
                            <a16:creationId xmlns:a16="http://schemas.microsoft.com/office/drawing/2014/main" id="{FA1C0870-83B2-4EC0-AC4E-97A8903FDF4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527FF78E-AFAA-4670-906A-5FC9824BDED2}"/>
              </a:ext>
            </a:extLst>
          </p:cNvPr>
          <p:cNvSpPr/>
          <p:nvPr userDrawn="1">
            <p:custDataLst>
              <p:tags r:id="rId2"/>
            </p:custDataLst>
          </p:nvPr>
        </p:nvSpPr>
        <p:spPr>
          <a:xfrm>
            <a:off x="0" y="0"/>
            <a:ext cx="158750" cy="15875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70000"/>
              </a:lnSpc>
              <a:spcBef>
                <a:spcPct val="0"/>
              </a:spcBef>
              <a:spcAft>
                <a:spcPct val="0"/>
              </a:spcAft>
            </a:pPr>
            <a:endParaRPr lang="en-US" sz="8000" b="0" i="0" baseline="0">
              <a:latin typeface="Graphik Black" panose="020B0A03030202060203" pitchFamily="34" charset="0"/>
              <a:sym typeface="Graphik Black" panose="020B0A03030202060203" pitchFamily="34" charset="0"/>
            </a:endParaRPr>
          </a:p>
        </p:txBody>
      </p:sp>
      <p:grpSp>
        <p:nvGrpSpPr>
          <p:cNvPr id="93" name="Master Brand 03 - Outline GTS" hidden="1"/>
          <p:cNvGrpSpPr>
            <a:grpSpLocks noChangeAspect="1"/>
          </p:cNvGrpSpPr>
          <p:nvPr userDrawn="1"/>
        </p:nvGrpSpPr>
        <p:grpSpPr bwMode="auto">
          <a:xfrm>
            <a:off x="2607278" y="1006057"/>
            <a:ext cx="4774072" cy="4870800"/>
            <a:chOff x="1620" y="-106"/>
            <a:chExt cx="4442" cy="4532"/>
          </a:xfrm>
        </p:grpSpPr>
        <p:sp>
          <p:nvSpPr>
            <p:cNvPr id="94" name="Freeform 5"/>
            <p:cNvSpPr>
              <a:spLocks/>
            </p:cNvSpPr>
            <p:nvPr userDrawn="1"/>
          </p:nvSpPr>
          <p:spPr bwMode="auto">
            <a:xfrm>
              <a:off x="1632" y="1715"/>
              <a:ext cx="4430" cy="2711"/>
            </a:xfrm>
            <a:custGeom>
              <a:avLst/>
              <a:gdLst>
                <a:gd name="T0" fmla="*/ 0 w 1872"/>
                <a:gd name="T1" fmla="*/ 722 h 1146"/>
                <a:gd name="T2" fmla="*/ 0 w 1872"/>
                <a:gd name="T3" fmla="*/ 722 h 1146"/>
                <a:gd name="T4" fmla="*/ 0 w 1872"/>
                <a:gd name="T5" fmla="*/ 1146 h 1146"/>
                <a:gd name="T6" fmla="*/ 1872 w 1872"/>
                <a:gd name="T7" fmla="*/ 385 h 1146"/>
                <a:gd name="T8" fmla="*/ 1872 w 1872"/>
                <a:gd name="T9" fmla="*/ 0 h 1146"/>
                <a:gd name="T10" fmla="*/ 0 w 1872"/>
                <a:gd name="T11" fmla="*/ 722 h 1146"/>
                <a:gd name="T12" fmla="*/ 0 w 1872"/>
                <a:gd name="T13" fmla="*/ 722 h 1146"/>
              </a:gdLst>
              <a:ahLst/>
              <a:cxnLst>
                <a:cxn ang="0">
                  <a:pos x="T0" y="T1"/>
                </a:cxn>
                <a:cxn ang="0">
                  <a:pos x="T2" y="T3"/>
                </a:cxn>
                <a:cxn ang="0">
                  <a:pos x="T4" y="T5"/>
                </a:cxn>
                <a:cxn ang="0">
                  <a:pos x="T6" y="T7"/>
                </a:cxn>
                <a:cxn ang="0">
                  <a:pos x="T8" y="T9"/>
                </a:cxn>
                <a:cxn ang="0">
                  <a:pos x="T10" y="T11"/>
                </a:cxn>
                <a:cxn ang="0">
                  <a:pos x="T12" y="T13"/>
                </a:cxn>
              </a:cxnLst>
              <a:rect l="0" t="0" r="r" b="b"/>
              <a:pathLst>
                <a:path w="1872" h="1146">
                  <a:moveTo>
                    <a:pt x="0" y="722"/>
                  </a:moveTo>
                  <a:cubicBezTo>
                    <a:pt x="0" y="722"/>
                    <a:pt x="0" y="722"/>
                    <a:pt x="0" y="722"/>
                  </a:cubicBezTo>
                  <a:cubicBezTo>
                    <a:pt x="0" y="1146"/>
                    <a:pt x="0" y="1146"/>
                    <a:pt x="0" y="1146"/>
                  </a:cubicBezTo>
                  <a:cubicBezTo>
                    <a:pt x="1872" y="385"/>
                    <a:pt x="1872" y="385"/>
                    <a:pt x="1872" y="385"/>
                  </a:cubicBezTo>
                  <a:cubicBezTo>
                    <a:pt x="1872" y="0"/>
                    <a:pt x="1872" y="0"/>
                    <a:pt x="1872" y="0"/>
                  </a:cubicBezTo>
                  <a:cubicBezTo>
                    <a:pt x="0" y="722"/>
                    <a:pt x="0" y="722"/>
                    <a:pt x="0" y="722"/>
                  </a:cubicBezTo>
                  <a:cubicBezTo>
                    <a:pt x="0" y="722"/>
                    <a:pt x="0" y="722"/>
                    <a:pt x="0" y="722"/>
                  </a:cubicBezTo>
                  <a:close/>
                </a:path>
              </a:pathLst>
            </a:custGeom>
            <a:gradFill>
              <a:gsLst>
                <a:gs pos="0">
                  <a:srgbClr val="FFEA00"/>
                </a:gs>
                <a:gs pos="100000">
                  <a:srgbClr val="FFB600"/>
                </a:gs>
              </a:gsLst>
              <a:lin ang="12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6"/>
            <p:cNvSpPr>
              <a:spLocks/>
            </p:cNvSpPr>
            <p:nvPr userDrawn="1"/>
          </p:nvSpPr>
          <p:spPr bwMode="auto">
            <a:xfrm>
              <a:off x="1620" y="-106"/>
              <a:ext cx="4442" cy="2275"/>
            </a:xfrm>
            <a:custGeom>
              <a:avLst/>
              <a:gdLst>
                <a:gd name="T0" fmla="*/ 0 w 1877"/>
                <a:gd name="T1" fmla="*/ 0 h 962"/>
                <a:gd name="T2" fmla="*/ 0 w 1877"/>
                <a:gd name="T3" fmla="*/ 425 h 962"/>
                <a:gd name="T4" fmla="*/ 1377 w 1877"/>
                <a:gd name="T5" fmla="*/ 960 h 962"/>
                <a:gd name="T6" fmla="*/ 1381 w 1877"/>
                <a:gd name="T7" fmla="*/ 962 h 962"/>
                <a:gd name="T8" fmla="*/ 1419 w 1877"/>
                <a:gd name="T9" fmla="*/ 947 h 962"/>
                <a:gd name="T10" fmla="*/ 1388 w 1877"/>
                <a:gd name="T11" fmla="*/ 935 h 962"/>
                <a:gd name="T12" fmla="*/ 27 w 1877"/>
                <a:gd name="T13" fmla="*/ 408 h 962"/>
                <a:gd name="T14" fmla="*/ 27 w 1877"/>
                <a:gd name="T15" fmla="*/ 40 h 962"/>
                <a:gd name="T16" fmla="*/ 1850 w 1877"/>
                <a:gd name="T17" fmla="*/ 781 h 962"/>
                <a:gd name="T18" fmla="*/ 1877 w 1877"/>
                <a:gd name="T19" fmla="*/ 770 h 962"/>
                <a:gd name="T20" fmla="*/ 1877 w 1877"/>
                <a:gd name="T21" fmla="*/ 764 h 962"/>
                <a:gd name="T22" fmla="*/ 0 w 1877"/>
                <a:gd name="T23" fmla="*/ 0 h 9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77" h="962">
                  <a:moveTo>
                    <a:pt x="0" y="0"/>
                  </a:moveTo>
                  <a:cubicBezTo>
                    <a:pt x="0" y="425"/>
                    <a:pt x="0" y="425"/>
                    <a:pt x="0" y="425"/>
                  </a:cubicBezTo>
                  <a:cubicBezTo>
                    <a:pt x="428" y="591"/>
                    <a:pt x="943" y="792"/>
                    <a:pt x="1377" y="960"/>
                  </a:cubicBezTo>
                  <a:cubicBezTo>
                    <a:pt x="1381" y="962"/>
                    <a:pt x="1381" y="962"/>
                    <a:pt x="1381" y="962"/>
                  </a:cubicBezTo>
                  <a:cubicBezTo>
                    <a:pt x="1419" y="947"/>
                    <a:pt x="1419" y="947"/>
                    <a:pt x="1419" y="947"/>
                  </a:cubicBezTo>
                  <a:cubicBezTo>
                    <a:pt x="1388" y="935"/>
                    <a:pt x="1388" y="935"/>
                    <a:pt x="1388" y="935"/>
                  </a:cubicBezTo>
                  <a:cubicBezTo>
                    <a:pt x="959" y="769"/>
                    <a:pt x="452" y="573"/>
                    <a:pt x="27" y="408"/>
                  </a:cubicBezTo>
                  <a:cubicBezTo>
                    <a:pt x="27" y="40"/>
                    <a:pt x="27" y="40"/>
                    <a:pt x="27" y="40"/>
                  </a:cubicBezTo>
                  <a:cubicBezTo>
                    <a:pt x="1708" y="723"/>
                    <a:pt x="1839" y="777"/>
                    <a:pt x="1850" y="781"/>
                  </a:cubicBezTo>
                  <a:cubicBezTo>
                    <a:pt x="1877" y="770"/>
                    <a:pt x="1877" y="770"/>
                    <a:pt x="1877" y="770"/>
                  </a:cubicBezTo>
                  <a:cubicBezTo>
                    <a:pt x="1877" y="764"/>
                    <a:pt x="1877" y="764"/>
                    <a:pt x="1877" y="764"/>
                  </a:cubicBezTo>
                  <a:cubicBezTo>
                    <a:pt x="0" y="0"/>
                    <a:pt x="0" y="0"/>
                    <a:pt x="0" y="0"/>
                  </a:cubicBezTo>
                  <a:close/>
                </a:path>
              </a:pathLst>
            </a:custGeom>
            <a:solidFill>
              <a:srgbClr val="00BA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84" name="Master Brand 03 - GRADIENT GTS" hidden="1"/>
          <p:cNvGrpSpPr/>
          <p:nvPr userDrawn="1"/>
        </p:nvGrpSpPr>
        <p:grpSpPr>
          <a:xfrm>
            <a:off x="2607278" y="1026844"/>
            <a:ext cx="4751149" cy="4850013"/>
            <a:chOff x="336907" y="342900"/>
            <a:chExt cx="2298344" cy="2346169"/>
          </a:xfrm>
        </p:grpSpPr>
        <p:sp>
          <p:nvSpPr>
            <p:cNvPr id="85"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FFEA00"/>
                </a:gs>
                <a:gs pos="100000">
                  <a:srgbClr val="FFB600"/>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86"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FFEA00"/>
            </a:solidFill>
            <a:ln>
              <a:noFill/>
            </a:ln>
          </p:spPr>
          <p:txBody>
            <a:bodyPr vert="horz" wrap="square" lIns="91440" tIns="45720" rIns="91440" bIns="45720" numCol="1" anchor="t" anchorCtr="0" compatLnSpc="1">
              <a:prstTxWarp prst="textNoShape">
                <a:avLst/>
              </a:prstTxWarp>
            </a:bodyPr>
            <a:lstStyle/>
            <a:p>
              <a:endParaRPr lang="en-AU"/>
            </a:p>
          </p:txBody>
        </p:sp>
      </p:grpSp>
      <p:grpSp>
        <p:nvGrpSpPr>
          <p:cNvPr id="66" name="Master Brand 03 - DIMENSIONAL GTS" hidden="1"/>
          <p:cNvGrpSpPr/>
          <p:nvPr userDrawn="1"/>
        </p:nvGrpSpPr>
        <p:grpSpPr>
          <a:xfrm>
            <a:off x="2622518" y="1011604"/>
            <a:ext cx="4751149" cy="4850013"/>
            <a:chOff x="336907" y="342900"/>
            <a:chExt cx="2298344" cy="2346169"/>
          </a:xfrm>
        </p:grpSpPr>
        <p:sp>
          <p:nvSpPr>
            <p:cNvPr id="67"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FFEA00"/>
                </a:gs>
                <a:gs pos="100000">
                  <a:srgbClr val="FFB600"/>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68"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00BAFF"/>
            </a:solidFill>
            <a:ln>
              <a:noFill/>
            </a:ln>
          </p:spPr>
          <p:txBody>
            <a:bodyPr vert="horz" wrap="square" lIns="91440" tIns="45720" rIns="91440" bIns="45720" numCol="1" anchor="t" anchorCtr="0" compatLnSpc="1">
              <a:prstTxWarp prst="textNoShape">
                <a:avLst/>
              </a:prstTxWarp>
            </a:bodyPr>
            <a:lstStyle/>
            <a:p>
              <a:endParaRPr lang="en-AU"/>
            </a:p>
          </p:txBody>
        </p:sp>
      </p:grpSp>
      <p:grpSp>
        <p:nvGrpSpPr>
          <p:cNvPr id="87" name="Master Brand 02 - Outline GTS" hidden="1"/>
          <p:cNvGrpSpPr>
            <a:grpSpLocks noChangeAspect="1"/>
          </p:cNvGrpSpPr>
          <p:nvPr userDrawn="1"/>
        </p:nvGrpSpPr>
        <p:grpSpPr bwMode="auto">
          <a:xfrm>
            <a:off x="2607278" y="1006057"/>
            <a:ext cx="4774072" cy="4870800"/>
            <a:chOff x="1620" y="-106"/>
            <a:chExt cx="4442" cy="4532"/>
          </a:xfrm>
        </p:grpSpPr>
        <p:sp>
          <p:nvSpPr>
            <p:cNvPr id="88" name="Freeform 5"/>
            <p:cNvSpPr>
              <a:spLocks/>
            </p:cNvSpPr>
            <p:nvPr userDrawn="1"/>
          </p:nvSpPr>
          <p:spPr bwMode="auto">
            <a:xfrm>
              <a:off x="1632" y="1715"/>
              <a:ext cx="4430" cy="2711"/>
            </a:xfrm>
            <a:custGeom>
              <a:avLst/>
              <a:gdLst>
                <a:gd name="T0" fmla="*/ 0 w 1872"/>
                <a:gd name="T1" fmla="*/ 722 h 1146"/>
                <a:gd name="T2" fmla="*/ 0 w 1872"/>
                <a:gd name="T3" fmla="*/ 722 h 1146"/>
                <a:gd name="T4" fmla="*/ 0 w 1872"/>
                <a:gd name="T5" fmla="*/ 1146 h 1146"/>
                <a:gd name="T6" fmla="*/ 1872 w 1872"/>
                <a:gd name="T7" fmla="*/ 385 h 1146"/>
                <a:gd name="T8" fmla="*/ 1872 w 1872"/>
                <a:gd name="T9" fmla="*/ 0 h 1146"/>
                <a:gd name="T10" fmla="*/ 0 w 1872"/>
                <a:gd name="T11" fmla="*/ 722 h 1146"/>
                <a:gd name="T12" fmla="*/ 0 w 1872"/>
                <a:gd name="T13" fmla="*/ 722 h 1146"/>
              </a:gdLst>
              <a:ahLst/>
              <a:cxnLst>
                <a:cxn ang="0">
                  <a:pos x="T0" y="T1"/>
                </a:cxn>
                <a:cxn ang="0">
                  <a:pos x="T2" y="T3"/>
                </a:cxn>
                <a:cxn ang="0">
                  <a:pos x="T4" y="T5"/>
                </a:cxn>
                <a:cxn ang="0">
                  <a:pos x="T6" y="T7"/>
                </a:cxn>
                <a:cxn ang="0">
                  <a:pos x="T8" y="T9"/>
                </a:cxn>
                <a:cxn ang="0">
                  <a:pos x="T10" y="T11"/>
                </a:cxn>
                <a:cxn ang="0">
                  <a:pos x="T12" y="T13"/>
                </a:cxn>
              </a:cxnLst>
              <a:rect l="0" t="0" r="r" b="b"/>
              <a:pathLst>
                <a:path w="1872" h="1146">
                  <a:moveTo>
                    <a:pt x="0" y="722"/>
                  </a:moveTo>
                  <a:cubicBezTo>
                    <a:pt x="0" y="722"/>
                    <a:pt x="0" y="722"/>
                    <a:pt x="0" y="722"/>
                  </a:cubicBezTo>
                  <a:cubicBezTo>
                    <a:pt x="0" y="1146"/>
                    <a:pt x="0" y="1146"/>
                    <a:pt x="0" y="1146"/>
                  </a:cubicBezTo>
                  <a:cubicBezTo>
                    <a:pt x="1872" y="385"/>
                    <a:pt x="1872" y="385"/>
                    <a:pt x="1872" y="385"/>
                  </a:cubicBezTo>
                  <a:cubicBezTo>
                    <a:pt x="1872" y="0"/>
                    <a:pt x="1872" y="0"/>
                    <a:pt x="1872" y="0"/>
                  </a:cubicBezTo>
                  <a:cubicBezTo>
                    <a:pt x="0" y="722"/>
                    <a:pt x="0" y="722"/>
                    <a:pt x="0" y="722"/>
                  </a:cubicBezTo>
                  <a:cubicBezTo>
                    <a:pt x="0" y="722"/>
                    <a:pt x="0" y="722"/>
                    <a:pt x="0" y="722"/>
                  </a:cubicBezTo>
                  <a:close/>
                </a:path>
              </a:pathLst>
            </a:custGeom>
            <a:gradFill>
              <a:gsLst>
                <a:gs pos="0">
                  <a:srgbClr val="00F3FF"/>
                </a:gs>
                <a:gs pos="100000">
                  <a:srgbClr val="2800FF"/>
                </a:gs>
              </a:gsLst>
              <a:lin ang="12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6"/>
            <p:cNvSpPr>
              <a:spLocks/>
            </p:cNvSpPr>
            <p:nvPr userDrawn="1"/>
          </p:nvSpPr>
          <p:spPr bwMode="auto">
            <a:xfrm>
              <a:off x="1620" y="-106"/>
              <a:ext cx="4442" cy="2275"/>
            </a:xfrm>
            <a:custGeom>
              <a:avLst/>
              <a:gdLst>
                <a:gd name="T0" fmla="*/ 0 w 1877"/>
                <a:gd name="T1" fmla="*/ 0 h 962"/>
                <a:gd name="T2" fmla="*/ 0 w 1877"/>
                <a:gd name="T3" fmla="*/ 425 h 962"/>
                <a:gd name="T4" fmla="*/ 1377 w 1877"/>
                <a:gd name="T5" fmla="*/ 960 h 962"/>
                <a:gd name="T6" fmla="*/ 1381 w 1877"/>
                <a:gd name="T7" fmla="*/ 962 h 962"/>
                <a:gd name="T8" fmla="*/ 1419 w 1877"/>
                <a:gd name="T9" fmla="*/ 947 h 962"/>
                <a:gd name="T10" fmla="*/ 1388 w 1877"/>
                <a:gd name="T11" fmla="*/ 935 h 962"/>
                <a:gd name="T12" fmla="*/ 27 w 1877"/>
                <a:gd name="T13" fmla="*/ 408 h 962"/>
                <a:gd name="T14" fmla="*/ 27 w 1877"/>
                <a:gd name="T15" fmla="*/ 40 h 962"/>
                <a:gd name="T16" fmla="*/ 1850 w 1877"/>
                <a:gd name="T17" fmla="*/ 781 h 962"/>
                <a:gd name="T18" fmla="*/ 1877 w 1877"/>
                <a:gd name="T19" fmla="*/ 770 h 962"/>
                <a:gd name="T20" fmla="*/ 1877 w 1877"/>
                <a:gd name="T21" fmla="*/ 764 h 962"/>
                <a:gd name="T22" fmla="*/ 0 w 1877"/>
                <a:gd name="T23" fmla="*/ 0 h 9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77" h="962">
                  <a:moveTo>
                    <a:pt x="0" y="0"/>
                  </a:moveTo>
                  <a:cubicBezTo>
                    <a:pt x="0" y="425"/>
                    <a:pt x="0" y="425"/>
                    <a:pt x="0" y="425"/>
                  </a:cubicBezTo>
                  <a:cubicBezTo>
                    <a:pt x="428" y="591"/>
                    <a:pt x="943" y="792"/>
                    <a:pt x="1377" y="960"/>
                  </a:cubicBezTo>
                  <a:cubicBezTo>
                    <a:pt x="1381" y="962"/>
                    <a:pt x="1381" y="962"/>
                    <a:pt x="1381" y="962"/>
                  </a:cubicBezTo>
                  <a:cubicBezTo>
                    <a:pt x="1419" y="947"/>
                    <a:pt x="1419" y="947"/>
                    <a:pt x="1419" y="947"/>
                  </a:cubicBezTo>
                  <a:cubicBezTo>
                    <a:pt x="1388" y="935"/>
                    <a:pt x="1388" y="935"/>
                    <a:pt x="1388" y="935"/>
                  </a:cubicBezTo>
                  <a:cubicBezTo>
                    <a:pt x="959" y="769"/>
                    <a:pt x="452" y="573"/>
                    <a:pt x="27" y="408"/>
                  </a:cubicBezTo>
                  <a:cubicBezTo>
                    <a:pt x="27" y="40"/>
                    <a:pt x="27" y="40"/>
                    <a:pt x="27" y="40"/>
                  </a:cubicBezTo>
                  <a:cubicBezTo>
                    <a:pt x="1708" y="723"/>
                    <a:pt x="1839" y="777"/>
                    <a:pt x="1850" y="781"/>
                  </a:cubicBezTo>
                  <a:cubicBezTo>
                    <a:pt x="1877" y="770"/>
                    <a:pt x="1877" y="770"/>
                    <a:pt x="1877" y="770"/>
                  </a:cubicBezTo>
                  <a:cubicBezTo>
                    <a:pt x="1877" y="764"/>
                    <a:pt x="1877" y="764"/>
                    <a:pt x="1877" y="764"/>
                  </a:cubicBezTo>
                  <a:cubicBezTo>
                    <a:pt x="0" y="0"/>
                    <a:pt x="0" y="0"/>
                    <a:pt x="0" y="0"/>
                  </a:cubicBezTo>
                  <a:close/>
                </a:path>
              </a:pathLst>
            </a:custGeom>
            <a:solidFill>
              <a:srgbClr val="00FF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80" name="Master Brand 02 - GRADIENT GTS" hidden="1"/>
          <p:cNvGrpSpPr/>
          <p:nvPr userDrawn="1"/>
        </p:nvGrpSpPr>
        <p:grpSpPr>
          <a:xfrm>
            <a:off x="2622518" y="1011604"/>
            <a:ext cx="4751149" cy="4850013"/>
            <a:chOff x="336907" y="342900"/>
            <a:chExt cx="2298344" cy="2346169"/>
          </a:xfrm>
        </p:grpSpPr>
        <p:sp>
          <p:nvSpPr>
            <p:cNvPr id="82"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00F3FF"/>
                </a:gs>
                <a:gs pos="100000">
                  <a:srgbClr val="2800FF"/>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83"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2800FF"/>
            </a:solidFill>
            <a:ln>
              <a:noFill/>
            </a:ln>
          </p:spPr>
          <p:txBody>
            <a:bodyPr vert="horz" wrap="square" lIns="91440" tIns="45720" rIns="91440" bIns="45720" numCol="1" anchor="t" anchorCtr="0" compatLnSpc="1">
              <a:prstTxWarp prst="textNoShape">
                <a:avLst/>
              </a:prstTxWarp>
            </a:bodyPr>
            <a:lstStyle/>
            <a:p>
              <a:endParaRPr lang="en-AU"/>
            </a:p>
          </p:txBody>
        </p:sp>
      </p:grpSp>
      <p:grpSp>
        <p:nvGrpSpPr>
          <p:cNvPr id="57" name="Master Brand 02 - DIMENSIONAL GTS" hidden="1"/>
          <p:cNvGrpSpPr/>
          <p:nvPr userDrawn="1"/>
        </p:nvGrpSpPr>
        <p:grpSpPr>
          <a:xfrm>
            <a:off x="2622518" y="1011604"/>
            <a:ext cx="4751149" cy="4850013"/>
            <a:chOff x="336907" y="342900"/>
            <a:chExt cx="2298344" cy="2346169"/>
          </a:xfrm>
        </p:grpSpPr>
        <p:sp>
          <p:nvSpPr>
            <p:cNvPr id="58"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00F3FF"/>
                </a:gs>
                <a:gs pos="100000">
                  <a:srgbClr val="2800FF"/>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59"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00FF7D"/>
            </a:solidFill>
            <a:ln>
              <a:noFill/>
            </a:ln>
          </p:spPr>
          <p:txBody>
            <a:bodyPr vert="horz" wrap="square" lIns="91440" tIns="45720" rIns="91440" bIns="45720" numCol="1" anchor="t" anchorCtr="0" compatLnSpc="1">
              <a:prstTxWarp prst="textNoShape">
                <a:avLst/>
              </a:prstTxWarp>
            </a:bodyPr>
            <a:lstStyle/>
            <a:p>
              <a:endParaRPr lang="en-AU"/>
            </a:p>
          </p:txBody>
        </p:sp>
      </p:grpSp>
      <p:grpSp>
        <p:nvGrpSpPr>
          <p:cNvPr id="90" name="Master Brand 01 - Outline GTS" hidden="1"/>
          <p:cNvGrpSpPr>
            <a:grpSpLocks noChangeAspect="1"/>
          </p:cNvGrpSpPr>
          <p:nvPr userDrawn="1"/>
        </p:nvGrpSpPr>
        <p:grpSpPr bwMode="auto">
          <a:xfrm>
            <a:off x="2607278" y="1006057"/>
            <a:ext cx="4774072" cy="4870800"/>
            <a:chOff x="1620" y="-106"/>
            <a:chExt cx="4442" cy="4532"/>
          </a:xfrm>
        </p:grpSpPr>
        <p:sp>
          <p:nvSpPr>
            <p:cNvPr id="91" name="Freeform 5"/>
            <p:cNvSpPr>
              <a:spLocks/>
            </p:cNvSpPr>
            <p:nvPr userDrawn="1"/>
          </p:nvSpPr>
          <p:spPr bwMode="auto">
            <a:xfrm>
              <a:off x="1632" y="1715"/>
              <a:ext cx="4430" cy="2711"/>
            </a:xfrm>
            <a:custGeom>
              <a:avLst/>
              <a:gdLst>
                <a:gd name="T0" fmla="*/ 0 w 1872"/>
                <a:gd name="T1" fmla="*/ 722 h 1146"/>
                <a:gd name="T2" fmla="*/ 0 w 1872"/>
                <a:gd name="T3" fmla="*/ 722 h 1146"/>
                <a:gd name="T4" fmla="*/ 0 w 1872"/>
                <a:gd name="T5" fmla="*/ 1146 h 1146"/>
                <a:gd name="T6" fmla="*/ 1872 w 1872"/>
                <a:gd name="T7" fmla="*/ 385 h 1146"/>
                <a:gd name="T8" fmla="*/ 1872 w 1872"/>
                <a:gd name="T9" fmla="*/ 0 h 1146"/>
                <a:gd name="T10" fmla="*/ 0 w 1872"/>
                <a:gd name="T11" fmla="*/ 722 h 1146"/>
                <a:gd name="T12" fmla="*/ 0 w 1872"/>
                <a:gd name="T13" fmla="*/ 722 h 1146"/>
              </a:gdLst>
              <a:ahLst/>
              <a:cxnLst>
                <a:cxn ang="0">
                  <a:pos x="T0" y="T1"/>
                </a:cxn>
                <a:cxn ang="0">
                  <a:pos x="T2" y="T3"/>
                </a:cxn>
                <a:cxn ang="0">
                  <a:pos x="T4" y="T5"/>
                </a:cxn>
                <a:cxn ang="0">
                  <a:pos x="T6" y="T7"/>
                </a:cxn>
                <a:cxn ang="0">
                  <a:pos x="T8" y="T9"/>
                </a:cxn>
                <a:cxn ang="0">
                  <a:pos x="T10" y="T11"/>
                </a:cxn>
                <a:cxn ang="0">
                  <a:pos x="T12" y="T13"/>
                </a:cxn>
              </a:cxnLst>
              <a:rect l="0" t="0" r="r" b="b"/>
              <a:pathLst>
                <a:path w="1872" h="1146">
                  <a:moveTo>
                    <a:pt x="0" y="722"/>
                  </a:moveTo>
                  <a:cubicBezTo>
                    <a:pt x="0" y="722"/>
                    <a:pt x="0" y="722"/>
                    <a:pt x="0" y="722"/>
                  </a:cubicBezTo>
                  <a:cubicBezTo>
                    <a:pt x="0" y="1146"/>
                    <a:pt x="0" y="1146"/>
                    <a:pt x="0" y="1146"/>
                  </a:cubicBezTo>
                  <a:cubicBezTo>
                    <a:pt x="1872" y="385"/>
                    <a:pt x="1872" y="385"/>
                    <a:pt x="1872" y="385"/>
                  </a:cubicBezTo>
                  <a:cubicBezTo>
                    <a:pt x="1872" y="0"/>
                    <a:pt x="1872" y="0"/>
                    <a:pt x="1872" y="0"/>
                  </a:cubicBezTo>
                  <a:cubicBezTo>
                    <a:pt x="0" y="722"/>
                    <a:pt x="0" y="722"/>
                    <a:pt x="0" y="722"/>
                  </a:cubicBezTo>
                  <a:cubicBezTo>
                    <a:pt x="0" y="722"/>
                    <a:pt x="0" y="722"/>
                    <a:pt x="0" y="722"/>
                  </a:cubicBezTo>
                  <a:close/>
                </a:path>
              </a:pathLst>
            </a:custGeom>
            <a:gradFill>
              <a:gsLst>
                <a:gs pos="0">
                  <a:srgbClr val="FFEA00"/>
                </a:gs>
                <a:gs pos="100000">
                  <a:srgbClr val="FFB600"/>
                </a:gs>
              </a:gsLst>
              <a:lin ang="12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6"/>
            <p:cNvSpPr>
              <a:spLocks/>
            </p:cNvSpPr>
            <p:nvPr userDrawn="1"/>
          </p:nvSpPr>
          <p:spPr bwMode="auto">
            <a:xfrm>
              <a:off x="1620" y="-106"/>
              <a:ext cx="4442" cy="2275"/>
            </a:xfrm>
            <a:custGeom>
              <a:avLst/>
              <a:gdLst>
                <a:gd name="T0" fmla="*/ 0 w 1877"/>
                <a:gd name="T1" fmla="*/ 0 h 962"/>
                <a:gd name="T2" fmla="*/ 0 w 1877"/>
                <a:gd name="T3" fmla="*/ 425 h 962"/>
                <a:gd name="T4" fmla="*/ 1377 w 1877"/>
                <a:gd name="T5" fmla="*/ 960 h 962"/>
                <a:gd name="T6" fmla="*/ 1381 w 1877"/>
                <a:gd name="T7" fmla="*/ 962 h 962"/>
                <a:gd name="T8" fmla="*/ 1419 w 1877"/>
                <a:gd name="T9" fmla="*/ 947 h 962"/>
                <a:gd name="T10" fmla="*/ 1388 w 1877"/>
                <a:gd name="T11" fmla="*/ 935 h 962"/>
                <a:gd name="T12" fmla="*/ 27 w 1877"/>
                <a:gd name="T13" fmla="*/ 408 h 962"/>
                <a:gd name="T14" fmla="*/ 27 w 1877"/>
                <a:gd name="T15" fmla="*/ 40 h 962"/>
                <a:gd name="T16" fmla="*/ 1850 w 1877"/>
                <a:gd name="T17" fmla="*/ 781 h 962"/>
                <a:gd name="T18" fmla="*/ 1877 w 1877"/>
                <a:gd name="T19" fmla="*/ 770 h 962"/>
                <a:gd name="T20" fmla="*/ 1877 w 1877"/>
                <a:gd name="T21" fmla="*/ 764 h 962"/>
                <a:gd name="T22" fmla="*/ 0 w 1877"/>
                <a:gd name="T23" fmla="*/ 0 h 9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77" h="962">
                  <a:moveTo>
                    <a:pt x="0" y="0"/>
                  </a:moveTo>
                  <a:cubicBezTo>
                    <a:pt x="0" y="425"/>
                    <a:pt x="0" y="425"/>
                    <a:pt x="0" y="425"/>
                  </a:cubicBezTo>
                  <a:cubicBezTo>
                    <a:pt x="428" y="591"/>
                    <a:pt x="943" y="792"/>
                    <a:pt x="1377" y="960"/>
                  </a:cubicBezTo>
                  <a:cubicBezTo>
                    <a:pt x="1381" y="962"/>
                    <a:pt x="1381" y="962"/>
                    <a:pt x="1381" y="962"/>
                  </a:cubicBezTo>
                  <a:cubicBezTo>
                    <a:pt x="1419" y="947"/>
                    <a:pt x="1419" y="947"/>
                    <a:pt x="1419" y="947"/>
                  </a:cubicBezTo>
                  <a:cubicBezTo>
                    <a:pt x="1388" y="935"/>
                    <a:pt x="1388" y="935"/>
                    <a:pt x="1388" y="935"/>
                  </a:cubicBezTo>
                  <a:cubicBezTo>
                    <a:pt x="959" y="769"/>
                    <a:pt x="452" y="573"/>
                    <a:pt x="27" y="408"/>
                  </a:cubicBezTo>
                  <a:cubicBezTo>
                    <a:pt x="27" y="40"/>
                    <a:pt x="27" y="40"/>
                    <a:pt x="27" y="40"/>
                  </a:cubicBezTo>
                  <a:cubicBezTo>
                    <a:pt x="1708" y="723"/>
                    <a:pt x="1839" y="777"/>
                    <a:pt x="1850" y="781"/>
                  </a:cubicBezTo>
                  <a:cubicBezTo>
                    <a:pt x="1877" y="770"/>
                    <a:pt x="1877" y="770"/>
                    <a:pt x="1877" y="770"/>
                  </a:cubicBezTo>
                  <a:cubicBezTo>
                    <a:pt x="1877" y="764"/>
                    <a:pt x="1877" y="764"/>
                    <a:pt x="1877" y="764"/>
                  </a:cubicBezTo>
                  <a:cubicBezTo>
                    <a:pt x="0" y="0"/>
                    <a:pt x="0" y="0"/>
                    <a:pt x="0" y="0"/>
                  </a:cubicBezTo>
                  <a:close/>
                </a:path>
              </a:pathLst>
            </a:custGeom>
            <a:solidFill>
              <a:srgbClr val="7E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4" name="Master Brand 01 - GRADIENT GTS" hidden="1"/>
          <p:cNvGrpSpPr/>
          <p:nvPr userDrawn="1"/>
        </p:nvGrpSpPr>
        <p:grpSpPr>
          <a:xfrm>
            <a:off x="2622518" y="1011604"/>
            <a:ext cx="4751149" cy="4850013"/>
            <a:chOff x="336907" y="342900"/>
            <a:chExt cx="2298344" cy="2346169"/>
          </a:xfrm>
        </p:grpSpPr>
        <p:sp>
          <p:nvSpPr>
            <p:cNvPr id="77"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FFEA00"/>
                </a:gs>
                <a:gs pos="100000">
                  <a:srgbClr val="FFB600"/>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78"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FFEA00"/>
            </a:solidFill>
            <a:ln>
              <a:noFill/>
            </a:ln>
          </p:spPr>
          <p:txBody>
            <a:bodyPr vert="horz" wrap="square" lIns="91440" tIns="45720" rIns="91440" bIns="45720" numCol="1" anchor="t" anchorCtr="0" compatLnSpc="1">
              <a:prstTxWarp prst="textNoShape">
                <a:avLst/>
              </a:prstTxWarp>
            </a:bodyPr>
            <a:lstStyle/>
            <a:p>
              <a:endParaRPr lang="en-AU"/>
            </a:p>
          </p:txBody>
        </p:sp>
      </p:grpSp>
      <p:grpSp>
        <p:nvGrpSpPr>
          <p:cNvPr id="51" name="Master Brand 01 - DIMENSIONAL GTS" hidden="1"/>
          <p:cNvGrpSpPr/>
          <p:nvPr userDrawn="1"/>
        </p:nvGrpSpPr>
        <p:grpSpPr>
          <a:xfrm>
            <a:off x="2622518" y="1011604"/>
            <a:ext cx="4751149" cy="4850013"/>
            <a:chOff x="336907" y="342900"/>
            <a:chExt cx="2298344" cy="2346169"/>
          </a:xfrm>
        </p:grpSpPr>
        <p:sp>
          <p:nvSpPr>
            <p:cNvPr id="52"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FFEA00"/>
                </a:gs>
                <a:gs pos="100000">
                  <a:srgbClr val="FFB600"/>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53"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7E00FF"/>
            </a:solidFill>
            <a:ln>
              <a:noFill/>
            </a:ln>
          </p:spPr>
          <p:txBody>
            <a:bodyPr vert="horz" wrap="square" lIns="91440" tIns="45720" rIns="91440" bIns="45720" numCol="1" anchor="t" anchorCtr="0" compatLnSpc="1">
              <a:prstTxWarp prst="textNoShape">
                <a:avLst/>
              </a:prstTxWarp>
            </a:bodyPr>
            <a:lstStyle/>
            <a:p>
              <a:endParaRPr lang="en-AU"/>
            </a:p>
          </p:txBody>
        </p:sp>
      </p:grpSp>
      <p:sp>
        <p:nvSpPr>
          <p:cNvPr id="81" name="Consulting - GRADIENT GTS" hidden="1"/>
          <p:cNvSpPr>
            <a:spLocks/>
          </p:cNvSpPr>
          <p:nvPr userDrawn="1"/>
        </p:nvSpPr>
        <p:spPr bwMode="auto">
          <a:xfrm>
            <a:off x="2623154" y="1012417"/>
            <a:ext cx="4752000" cy="4849200"/>
          </a:xfrm>
          <a:custGeom>
            <a:avLst/>
            <a:gdLst>
              <a:gd name="T0" fmla="*/ 0 w 1412"/>
              <a:gd name="T1" fmla="*/ 0 h 1442"/>
              <a:gd name="T2" fmla="*/ 0 w 1412"/>
              <a:gd name="T3" fmla="*/ 320 h 1442"/>
              <a:gd name="T4" fmla="*/ 1037 w 1412"/>
              <a:gd name="T5" fmla="*/ 723 h 1442"/>
              <a:gd name="T6" fmla="*/ 0 w 1412"/>
              <a:gd name="T7" fmla="*/ 1122 h 1442"/>
              <a:gd name="T8" fmla="*/ 0 w 1412"/>
              <a:gd name="T9" fmla="*/ 1442 h 1442"/>
              <a:gd name="T10" fmla="*/ 1412 w 1412"/>
              <a:gd name="T11" fmla="*/ 868 h 1442"/>
              <a:gd name="T12" fmla="*/ 1412 w 1412"/>
              <a:gd name="T13" fmla="*/ 575 h 1442"/>
              <a:gd name="T14" fmla="*/ 0 w 1412"/>
              <a:gd name="T15" fmla="*/ 0 h 1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12" h="1442">
                <a:moveTo>
                  <a:pt x="0" y="0"/>
                </a:moveTo>
                <a:cubicBezTo>
                  <a:pt x="0" y="320"/>
                  <a:pt x="0" y="320"/>
                  <a:pt x="0" y="320"/>
                </a:cubicBezTo>
                <a:cubicBezTo>
                  <a:pt x="0" y="320"/>
                  <a:pt x="907" y="672"/>
                  <a:pt x="1037" y="723"/>
                </a:cubicBezTo>
                <a:cubicBezTo>
                  <a:pt x="907" y="772"/>
                  <a:pt x="0" y="1122"/>
                  <a:pt x="0" y="1122"/>
                </a:cubicBezTo>
                <a:cubicBezTo>
                  <a:pt x="0" y="1442"/>
                  <a:pt x="0" y="1442"/>
                  <a:pt x="0" y="1442"/>
                </a:cubicBezTo>
                <a:cubicBezTo>
                  <a:pt x="1412" y="868"/>
                  <a:pt x="1412" y="868"/>
                  <a:pt x="1412" y="868"/>
                </a:cubicBezTo>
                <a:cubicBezTo>
                  <a:pt x="1412" y="575"/>
                  <a:pt x="1412" y="575"/>
                  <a:pt x="1412" y="575"/>
                </a:cubicBezTo>
                <a:cubicBezTo>
                  <a:pt x="0" y="0"/>
                  <a:pt x="0" y="0"/>
                  <a:pt x="0" y="0"/>
                </a:cubicBezTo>
              </a:path>
            </a:pathLst>
          </a:custGeom>
          <a:gradFill>
            <a:gsLst>
              <a:gs pos="0">
                <a:srgbClr val="00F3FF"/>
              </a:gs>
              <a:gs pos="98000">
                <a:srgbClr val="7E00FF"/>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Consulting - OUTLINED GTS" hidden="1"/>
          <p:cNvSpPr>
            <a:spLocks noEditPoints="1"/>
          </p:cNvSpPr>
          <p:nvPr userDrawn="1"/>
        </p:nvSpPr>
        <p:spPr bwMode="auto">
          <a:xfrm>
            <a:off x="2606930" y="1003887"/>
            <a:ext cx="4772285" cy="4872243"/>
          </a:xfrm>
          <a:custGeom>
            <a:avLst/>
            <a:gdLst>
              <a:gd name="T0" fmla="*/ 20 w 1412"/>
              <a:gd name="T1" fmla="*/ 30 h 1442"/>
              <a:gd name="T2" fmla="*/ 1392 w 1412"/>
              <a:gd name="T3" fmla="*/ 588 h 1442"/>
              <a:gd name="T4" fmla="*/ 1392 w 1412"/>
              <a:gd name="T5" fmla="*/ 855 h 1442"/>
              <a:gd name="T6" fmla="*/ 20 w 1412"/>
              <a:gd name="T7" fmla="*/ 1412 h 1442"/>
              <a:gd name="T8" fmla="*/ 20 w 1412"/>
              <a:gd name="T9" fmla="*/ 1136 h 1442"/>
              <a:gd name="T10" fmla="*/ 1044 w 1412"/>
              <a:gd name="T11" fmla="*/ 741 h 1442"/>
              <a:gd name="T12" fmla="*/ 1044 w 1412"/>
              <a:gd name="T13" fmla="*/ 741 h 1442"/>
              <a:gd name="T14" fmla="*/ 1092 w 1412"/>
              <a:gd name="T15" fmla="*/ 722 h 1442"/>
              <a:gd name="T16" fmla="*/ 1044 w 1412"/>
              <a:gd name="T17" fmla="*/ 704 h 1442"/>
              <a:gd name="T18" fmla="*/ 20 w 1412"/>
              <a:gd name="T19" fmla="*/ 307 h 1442"/>
              <a:gd name="T20" fmla="*/ 20 w 1412"/>
              <a:gd name="T21" fmla="*/ 30 h 1442"/>
              <a:gd name="T22" fmla="*/ 0 w 1412"/>
              <a:gd name="T23" fmla="*/ 0 h 1442"/>
              <a:gd name="T24" fmla="*/ 0 w 1412"/>
              <a:gd name="T25" fmla="*/ 320 h 1442"/>
              <a:gd name="T26" fmla="*/ 1037 w 1412"/>
              <a:gd name="T27" fmla="*/ 723 h 1442"/>
              <a:gd name="T28" fmla="*/ 1037 w 1412"/>
              <a:gd name="T29" fmla="*/ 723 h 1442"/>
              <a:gd name="T30" fmla="*/ 0 w 1412"/>
              <a:gd name="T31" fmla="*/ 1122 h 1442"/>
              <a:gd name="T32" fmla="*/ 0 w 1412"/>
              <a:gd name="T33" fmla="*/ 1442 h 1442"/>
              <a:gd name="T34" fmla="*/ 1412 w 1412"/>
              <a:gd name="T35" fmla="*/ 868 h 1442"/>
              <a:gd name="T36" fmla="*/ 1412 w 1412"/>
              <a:gd name="T37" fmla="*/ 868 h 1442"/>
              <a:gd name="T38" fmla="*/ 1412 w 1412"/>
              <a:gd name="T39" fmla="*/ 575 h 1442"/>
              <a:gd name="T40" fmla="*/ 0 w 1412"/>
              <a:gd name="T41" fmla="*/ 0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12" h="1442">
                <a:moveTo>
                  <a:pt x="20" y="30"/>
                </a:moveTo>
                <a:cubicBezTo>
                  <a:pt x="1392" y="588"/>
                  <a:pt x="1392" y="588"/>
                  <a:pt x="1392" y="588"/>
                </a:cubicBezTo>
                <a:cubicBezTo>
                  <a:pt x="1392" y="855"/>
                  <a:pt x="1392" y="855"/>
                  <a:pt x="1392" y="855"/>
                </a:cubicBezTo>
                <a:cubicBezTo>
                  <a:pt x="20" y="1412"/>
                  <a:pt x="20" y="1412"/>
                  <a:pt x="20" y="1412"/>
                </a:cubicBezTo>
                <a:cubicBezTo>
                  <a:pt x="20" y="1136"/>
                  <a:pt x="20" y="1136"/>
                  <a:pt x="20" y="1136"/>
                </a:cubicBezTo>
                <a:cubicBezTo>
                  <a:pt x="130" y="1093"/>
                  <a:pt x="924" y="787"/>
                  <a:pt x="1044" y="741"/>
                </a:cubicBezTo>
                <a:cubicBezTo>
                  <a:pt x="1044" y="741"/>
                  <a:pt x="1044" y="741"/>
                  <a:pt x="1044" y="741"/>
                </a:cubicBezTo>
                <a:cubicBezTo>
                  <a:pt x="1092" y="722"/>
                  <a:pt x="1092" y="722"/>
                  <a:pt x="1092" y="722"/>
                </a:cubicBezTo>
                <a:cubicBezTo>
                  <a:pt x="1044" y="704"/>
                  <a:pt x="1044" y="704"/>
                  <a:pt x="1044" y="704"/>
                </a:cubicBezTo>
                <a:cubicBezTo>
                  <a:pt x="721" y="579"/>
                  <a:pt x="340" y="431"/>
                  <a:pt x="20" y="307"/>
                </a:cubicBezTo>
                <a:cubicBezTo>
                  <a:pt x="20" y="30"/>
                  <a:pt x="20" y="30"/>
                  <a:pt x="20" y="30"/>
                </a:cubicBezTo>
                <a:moveTo>
                  <a:pt x="0" y="0"/>
                </a:moveTo>
                <a:cubicBezTo>
                  <a:pt x="0" y="320"/>
                  <a:pt x="0" y="320"/>
                  <a:pt x="0" y="320"/>
                </a:cubicBezTo>
                <a:cubicBezTo>
                  <a:pt x="322" y="445"/>
                  <a:pt x="710" y="596"/>
                  <a:pt x="1037" y="723"/>
                </a:cubicBezTo>
                <a:cubicBezTo>
                  <a:pt x="1037" y="723"/>
                  <a:pt x="1037" y="723"/>
                  <a:pt x="1037" y="723"/>
                </a:cubicBezTo>
                <a:cubicBezTo>
                  <a:pt x="907" y="772"/>
                  <a:pt x="0" y="1122"/>
                  <a:pt x="0" y="1122"/>
                </a:cubicBezTo>
                <a:cubicBezTo>
                  <a:pt x="0" y="1442"/>
                  <a:pt x="0" y="1442"/>
                  <a:pt x="0" y="1442"/>
                </a:cubicBezTo>
                <a:cubicBezTo>
                  <a:pt x="1412" y="868"/>
                  <a:pt x="1412" y="868"/>
                  <a:pt x="1412" y="868"/>
                </a:cubicBezTo>
                <a:cubicBezTo>
                  <a:pt x="1412" y="868"/>
                  <a:pt x="1412" y="868"/>
                  <a:pt x="1412" y="868"/>
                </a:cubicBezTo>
                <a:cubicBezTo>
                  <a:pt x="1412" y="575"/>
                  <a:pt x="1412" y="575"/>
                  <a:pt x="1412" y="575"/>
                </a:cubicBezTo>
                <a:cubicBezTo>
                  <a:pt x="0" y="0"/>
                  <a:pt x="0" y="0"/>
                  <a:pt x="0" y="0"/>
                </a:cubicBezTo>
                <a:close/>
              </a:path>
            </a:pathLst>
          </a:custGeom>
          <a:solidFill>
            <a:srgbClr val="7E00FF"/>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63" name="Consulting - DIMENSIONAL GTS" hidden="1"/>
          <p:cNvGrpSpPr/>
          <p:nvPr userDrawn="1"/>
        </p:nvGrpSpPr>
        <p:grpSpPr>
          <a:xfrm>
            <a:off x="2622518" y="1011604"/>
            <a:ext cx="4751149" cy="4850013"/>
            <a:chOff x="336907" y="342900"/>
            <a:chExt cx="2298344" cy="2346169"/>
          </a:xfrm>
        </p:grpSpPr>
        <p:sp>
          <p:nvSpPr>
            <p:cNvPr id="64"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7E00FF"/>
                </a:gs>
                <a:gs pos="100000">
                  <a:srgbClr val="380089"/>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65"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7E00FF"/>
            </a:solidFill>
            <a:ln>
              <a:noFill/>
            </a:ln>
          </p:spPr>
          <p:txBody>
            <a:bodyPr vert="horz" wrap="square" lIns="91440" tIns="45720" rIns="91440" bIns="45720" numCol="1" anchor="t" anchorCtr="0" compatLnSpc="1">
              <a:prstTxWarp prst="textNoShape">
                <a:avLst/>
              </a:prstTxWarp>
            </a:bodyPr>
            <a:lstStyle/>
            <a:p>
              <a:endParaRPr lang="en-AU"/>
            </a:p>
          </p:txBody>
        </p:sp>
      </p:grpSp>
      <p:sp>
        <p:nvSpPr>
          <p:cNvPr id="79" name="Digital - GRADIENT GTS" hidden="1"/>
          <p:cNvSpPr>
            <a:spLocks/>
          </p:cNvSpPr>
          <p:nvPr userDrawn="1"/>
        </p:nvSpPr>
        <p:spPr bwMode="auto">
          <a:xfrm>
            <a:off x="2623154" y="1012417"/>
            <a:ext cx="4752000" cy="4849200"/>
          </a:xfrm>
          <a:custGeom>
            <a:avLst/>
            <a:gdLst>
              <a:gd name="T0" fmla="*/ 0 w 1412"/>
              <a:gd name="T1" fmla="*/ 0 h 1442"/>
              <a:gd name="T2" fmla="*/ 0 w 1412"/>
              <a:gd name="T3" fmla="*/ 320 h 1442"/>
              <a:gd name="T4" fmla="*/ 1037 w 1412"/>
              <a:gd name="T5" fmla="*/ 723 h 1442"/>
              <a:gd name="T6" fmla="*/ 0 w 1412"/>
              <a:gd name="T7" fmla="*/ 1122 h 1442"/>
              <a:gd name="T8" fmla="*/ 0 w 1412"/>
              <a:gd name="T9" fmla="*/ 1442 h 1442"/>
              <a:gd name="T10" fmla="*/ 1412 w 1412"/>
              <a:gd name="T11" fmla="*/ 868 h 1442"/>
              <a:gd name="T12" fmla="*/ 1412 w 1412"/>
              <a:gd name="T13" fmla="*/ 575 h 1442"/>
              <a:gd name="T14" fmla="*/ 0 w 1412"/>
              <a:gd name="T15" fmla="*/ 0 h 1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12" h="1442">
                <a:moveTo>
                  <a:pt x="0" y="0"/>
                </a:moveTo>
                <a:cubicBezTo>
                  <a:pt x="0" y="320"/>
                  <a:pt x="0" y="320"/>
                  <a:pt x="0" y="320"/>
                </a:cubicBezTo>
                <a:cubicBezTo>
                  <a:pt x="0" y="320"/>
                  <a:pt x="907" y="672"/>
                  <a:pt x="1037" y="723"/>
                </a:cubicBezTo>
                <a:cubicBezTo>
                  <a:pt x="907" y="772"/>
                  <a:pt x="0" y="1122"/>
                  <a:pt x="0" y="1122"/>
                </a:cubicBezTo>
                <a:cubicBezTo>
                  <a:pt x="0" y="1442"/>
                  <a:pt x="0" y="1442"/>
                  <a:pt x="0" y="1442"/>
                </a:cubicBezTo>
                <a:cubicBezTo>
                  <a:pt x="1412" y="868"/>
                  <a:pt x="1412" y="868"/>
                  <a:pt x="1412" y="868"/>
                </a:cubicBezTo>
                <a:cubicBezTo>
                  <a:pt x="1412" y="575"/>
                  <a:pt x="1412" y="575"/>
                  <a:pt x="1412" y="575"/>
                </a:cubicBezTo>
                <a:cubicBezTo>
                  <a:pt x="0" y="0"/>
                  <a:pt x="0" y="0"/>
                  <a:pt x="0" y="0"/>
                </a:cubicBezTo>
              </a:path>
            </a:pathLst>
          </a:custGeom>
          <a:gradFill>
            <a:gsLst>
              <a:gs pos="0">
                <a:srgbClr val="FFB600"/>
              </a:gs>
              <a:gs pos="98000">
                <a:srgbClr val="FFFF00"/>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Digital - OUTLINED GTS" hidden="1"/>
          <p:cNvSpPr>
            <a:spLocks noEditPoints="1"/>
          </p:cNvSpPr>
          <p:nvPr userDrawn="1"/>
        </p:nvSpPr>
        <p:spPr bwMode="auto">
          <a:xfrm>
            <a:off x="2606930" y="1003887"/>
            <a:ext cx="4772285" cy="4872243"/>
          </a:xfrm>
          <a:custGeom>
            <a:avLst/>
            <a:gdLst>
              <a:gd name="T0" fmla="*/ 20 w 1412"/>
              <a:gd name="T1" fmla="*/ 30 h 1442"/>
              <a:gd name="T2" fmla="*/ 1392 w 1412"/>
              <a:gd name="T3" fmla="*/ 588 h 1442"/>
              <a:gd name="T4" fmla="*/ 1392 w 1412"/>
              <a:gd name="T5" fmla="*/ 855 h 1442"/>
              <a:gd name="T6" fmla="*/ 20 w 1412"/>
              <a:gd name="T7" fmla="*/ 1412 h 1442"/>
              <a:gd name="T8" fmla="*/ 20 w 1412"/>
              <a:gd name="T9" fmla="*/ 1136 h 1442"/>
              <a:gd name="T10" fmla="*/ 1044 w 1412"/>
              <a:gd name="T11" fmla="*/ 741 h 1442"/>
              <a:gd name="T12" fmla="*/ 1044 w 1412"/>
              <a:gd name="T13" fmla="*/ 741 h 1442"/>
              <a:gd name="T14" fmla="*/ 1092 w 1412"/>
              <a:gd name="T15" fmla="*/ 722 h 1442"/>
              <a:gd name="T16" fmla="*/ 1044 w 1412"/>
              <a:gd name="T17" fmla="*/ 704 h 1442"/>
              <a:gd name="T18" fmla="*/ 20 w 1412"/>
              <a:gd name="T19" fmla="*/ 307 h 1442"/>
              <a:gd name="T20" fmla="*/ 20 w 1412"/>
              <a:gd name="T21" fmla="*/ 30 h 1442"/>
              <a:gd name="T22" fmla="*/ 0 w 1412"/>
              <a:gd name="T23" fmla="*/ 0 h 1442"/>
              <a:gd name="T24" fmla="*/ 0 w 1412"/>
              <a:gd name="T25" fmla="*/ 320 h 1442"/>
              <a:gd name="T26" fmla="*/ 1037 w 1412"/>
              <a:gd name="T27" fmla="*/ 723 h 1442"/>
              <a:gd name="T28" fmla="*/ 1037 w 1412"/>
              <a:gd name="T29" fmla="*/ 723 h 1442"/>
              <a:gd name="T30" fmla="*/ 0 w 1412"/>
              <a:gd name="T31" fmla="*/ 1122 h 1442"/>
              <a:gd name="T32" fmla="*/ 0 w 1412"/>
              <a:gd name="T33" fmla="*/ 1442 h 1442"/>
              <a:gd name="T34" fmla="*/ 1412 w 1412"/>
              <a:gd name="T35" fmla="*/ 868 h 1442"/>
              <a:gd name="T36" fmla="*/ 1412 w 1412"/>
              <a:gd name="T37" fmla="*/ 868 h 1442"/>
              <a:gd name="T38" fmla="*/ 1412 w 1412"/>
              <a:gd name="T39" fmla="*/ 575 h 1442"/>
              <a:gd name="T40" fmla="*/ 0 w 1412"/>
              <a:gd name="T41" fmla="*/ 0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12" h="1442">
                <a:moveTo>
                  <a:pt x="20" y="30"/>
                </a:moveTo>
                <a:cubicBezTo>
                  <a:pt x="1392" y="588"/>
                  <a:pt x="1392" y="588"/>
                  <a:pt x="1392" y="588"/>
                </a:cubicBezTo>
                <a:cubicBezTo>
                  <a:pt x="1392" y="855"/>
                  <a:pt x="1392" y="855"/>
                  <a:pt x="1392" y="855"/>
                </a:cubicBezTo>
                <a:cubicBezTo>
                  <a:pt x="20" y="1412"/>
                  <a:pt x="20" y="1412"/>
                  <a:pt x="20" y="1412"/>
                </a:cubicBezTo>
                <a:cubicBezTo>
                  <a:pt x="20" y="1136"/>
                  <a:pt x="20" y="1136"/>
                  <a:pt x="20" y="1136"/>
                </a:cubicBezTo>
                <a:cubicBezTo>
                  <a:pt x="130" y="1093"/>
                  <a:pt x="924" y="787"/>
                  <a:pt x="1044" y="741"/>
                </a:cubicBezTo>
                <a:cubicBezTo>
                  <a:pt x="1044" y="741"/>
                  <a:pt x="1044" y="741"/>
                  <a:pt x="1044" y="741"/>
                </a:cubicBezTo>
                <a:cubicBezTo>
                  <a:pt x="1092" y="722"/>
                  <a:pt x="1092" y="722"/>
                  <a:pt x="1092" y="722"/>
                </a:cubicBezTo>
                <a:cubicBezTo>
                  <a:pt x="1044" y="704"/>
                  <a:pt x="1044" y="704"/>
                  <a:pt x="1044" y="704"/>
                </a:cubicBezTo>
                <a:cubicBezTo>
                  <a:pt x="721" y="579"/>
                  <a:pt x="340" y="431"/>
                  <a:pt x="20" y="307"/>
                </a:cubicBezTo>
                <a:cubicBezTo>
                  <a:pt x="20" y="30"/>
                  <a:pt x="20" y="30"/>
                  <a:pt x="20" y="30"/>
                </a:cubicBezTo>
                <a:moveTo>
                  <a:pt x="0" y="0"/>
                </a:moveTo>
                <a:cubicBezTo>
                  <a:pt x="0" y="320"/>
                  <a:pt x="0" y="320"/>
                  <a:pt x="0" y="320"/>
                </a:cubicBezTo>
                <a:cubicBezTo>
                  <a:pt x="322" y="445"/>
                  <a:pt x="710" y="596"/>
                  <a:pt x="1037" y="723"/>
                </a:cubicBezTo>
                <a:cubicBezTo>
                  <a:pt x="1037" y="723"/>
                  <a:pt x="1037" y="723"/>
                  <a:pt x="1037" y="723"/>
                </a:cubicBezTo>
                <a:cubicBezTo>
                  <a:pt x="907" y="772"/>
                  <a:pt x="0" y="1122"/>
                  <a:pt x="0" y="1122"/>
                </a:cubicBezTo>
                <a:cubicBezTo>
                  <a:pt x="0" y="1442"/>
                  <a:pt x="0" y="1442"/>
                  <a:pt x="0" y="1442"/>
                </a:cubicBezTo>
                <a:cubicBezTo>
                  <a:pt x="1412" y="868"/>
                  <a:pt x="1412" y="868"/>
                  <a:pt x="1412" y="868"/>
                </a:cubicBezTo>
                <a:cubicBezTo>
                  <a:pt x="1412" y="868"/>
                  <a:pt x="1412" y="868"/>
                  <a:pt x="1412" y="868"/>
                </a:cubicBezTo>
                <a:cubicBezTo>
                  <a:pt x="1412" y="575"/>
                  <a:pt x="1412" y="575"/>
                  <a:pt x="1412" y="575"/>
                </a:cubicBezTo>
                <a:cubicBezTo>
                  <a:pt x="0" y="0"/>
                  <a:pt x="0" y="0"/>
                  <a:pt x="0" y="0"/>
                </a:cubicBezTo>
                <a:close/>
              </a:path>
            </a:pathLst>
          </a:custGeom>
          <a:solidFill>
            <a:srgbClr val="FFFF00"/>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60" name="Digital - DIMENSIONAL GTS" hidden="1"/>
          <p:cNvGrpSpPr/>
          <p:nvPr userDrawn="1"/>
        </p:nvGrpSpPr>
        <p:grpSpPr>
          <a:xfrm>
            <a:off x="2622518" y="1011604"/>
            <a:ext cx="4751149" cy="4850013"/>
            <a:chOff x="336907" y="342900"/>
            <a:chExt cx="2298344" cy="2346169"/>
          </a:xfrm>
        </p:grpSpPr>
        <p:sp>
          <p:nvSpPr>
            <p:cNvPr id="61"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FFFF00"/>
                </a:gs>
                <a:gs pos="100000">
                  <a:srgbClr val="FFB600"/>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62"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FFFF00"/>
            </a:solidFill>
            <a:ln>
              <a:noFill/>
            </a:ln>
          </p:spPr>
          <p:txBody>
            <a:bodyPr vert="horz" wrap="square" lIns="91440" tIns="45720" rIns="91440" bIns="45720" numCol="1" anchor="t" anchorCtr="0" compatLnSpc="1">
              <a:prstTxWarp prst="textNoShape">
                <a:avLst/>
              </a:prstTxWarp>
            </a:bodyPr>
            <a:lstStyle/>
            <a:p>
              <a:endParaRPr lang="en-AU"/>
            </a:p>
          </p:txBody>
        </p:sp>
      </p:grpSp>
      <p:sp>
        <p:nvSpPr>
          <p:cNvPr id="76" name="Operations - GRADIENT GTS" hidden="1"/>
          <p:cNvSpPr>
            <a:spLocks/>
          </p:cNvSpPr>
          <p:nvPr userDrawn="1"/>
        </p:nvSpPr>
        <p:spPr bwMode="auto">
          <a:xfrm>
            <a:off x="2623154" y="1012417"/>
            <a:ext cx="4752000" cy="4849200"/>
          </a:xfrm>
          <a:custGeom>
            <a:avLst/>
            <a:gdLst>
              <a:gd name="T0" fmla="*/ 0 w 1412"/>
              <a:gd name="T1" fmla="*/ 0 h 1442"/>
              <a:gd name="T2" fmla="*/ 0 w 1412"/>
              <a:gd name="T3" fmla="*/ 320 h 1442"/>
              <a:gd name="T4" fmla="*/ 1037 w 1412"/>
              <a:gd name="T5" fmla="*/ 723 h 1442"/>
              <a:gd name="T6" fmla="*/ 0 w 1412"/>
              <a:gd name="T7" fmla="*/ 1122 h 1442"/>
              <a:gd name="T8" fmla="*/ 0 w 1412"/>
              <a:gd name="T9" fmla="*/ 1442 h 1442"/>
              <a:gd name="T10" fmla="*/ 1412 w 1412"/>
              <a:gd name="T11" fmla="*/ 868 h 1442"/>
              <a:gd name="T12" fmla="*/ 1412 w 1412"/>
              <a:gd name="T13" fmla="*/ 575 h 1442"/>
              <a:gd name="T14" fmla="*/ 0 w 1412"/>
              <a:gd name="T15" fmla="*/ 0 h 1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12" h="1442">
                <a:moveTo>
                  <a:pt x="0" y="0"/>
                </a:moveTo>
                <a:cubicBezTo>
                  <a:pt x="0" y="320"/>
                  <a:pt x="0" y="320"/>
                  <a:pt x="0" y="320"/>
                </a:cubicBezTo>
                <a:cubicBezTo>
                  <a:pt x="0" y="320"/>
                  <a:pt x="907" y="672"/>
                  <a:pt x="1037" y="723"/>
                </a:cubicBezTo>
                <a:cubicBezTo>
                  <a:pt x="907" y="772"/>
                  <a:pt x="0" y="1122"/>
                  <a:pt x="0" y="1122"/>
                </a:cubicBezTo>
                <a:cubicBezTo>
                  <a:pt x="0" y="1442"/>
                  <a:pt x="0" y="1442"/>
                  <a:pt x="0" y="1442"/>
                </a:cubicBezTo>
                <a:cubicBezTo>
                  <a:pt x="1412" y="868"/>
                  <a:pt x="1412" y="868"/>
                  <a:pt x="1412" y="868"/>
                </a:cubicBezTo>
                <a:cubicBezTo>
                  <a:pt x="1412" y="575"/>
                  <a:pt x="1412" y="575"/>
                  <a:pt x="1412" y="575"/>
                </a:cubicBezTo>
                <a:cubicBezTo>
                  <a:pt x="0" y="0"/>
                  <a:pt x="0" y="0"/>
                  <a:pt x="0" y="0"/>
                </a:cubicBezTo>
              </a:path>
            </a:pathLst>
          </a:custGeom>
          <a:gradFill>
            <a:gsLst>
              <a:gs pos="0">
                <a:srgbClr val="2800FF"/>
              </a:gs>
              <a:gs pos="98000">
                <a:srgbClr val="00F3FF"/>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Operations - OUTLINED GTS" hidden="1"/>
          <p:cNvSpPr>
            <a:spLocks noEditPoints="1"/>
          </p:cNvSpPr>
          <p:nvPr userDrawn="1"/>
        </p:nvSpPr>
        <p:spPr bwMode="auto">
          <a:xfrm>
            <a:off x="2606930" y="1003887"/>
            <a:ext cx="4772285" cy="4872243"/>
          </a:xfrm>
          <a:custGeom>
            <a:avLst/>
            <a:gdLst>
              <a:gd name="T0" fmla="*/ 20 w 1412"/>
              <a:gd name="T1" fmla="*/ 30 h 1442"/>
              <a:gd name="T2" fmla="*/ 1392 w 1412"/>
              <a:gd name="T3" fmla="*/ 588 h 1442"/>
              <a:gd name="T4" fmla="*/ 1392 w 1412"/>
              <a:gd name="T5" fmla="*/ 855 h 1442"/>
              <a:gd name="T6" fmla="*/ 20 w 1412"/>
              <a:gd name="T7" fmla="*/ 1412 h 1442"/>
              <a:gd name="T8" fmla="*/ 20 w 1412"/>
              <a:gd name="T9" fmla="*/ 1136 h 1442"/>
              <a:gd name="T10" fmla="*/ 1044 w 1412"/>
              <a:gd name="T11" fmla="*/ 741 h 1442"/>
              <a:gd name="T12" fmla="*/ 1044 w 1412"/>
              <a:gd name="T13" fmla="*/ 741 h 1442"/>
              <a:gd name="T14" fmla="*/ 1092 w 1412"/>
              <a:gd name="T15" fmla="*/ 722 h 1442"/>
              <a:gd name="T16" fmla="*/ 1044 w 1412"/>
              <a:gd name="T17" fmla="*/ 704 h 1442"/>
              <a:gd name="T18" fmla="*/ 20 w 1412"/>
              <a:gd name="T19" fmla="*/ 307 h 1442"/>
              <a:gd name="T20" fmla="*/ 20 w 1412"/>
              <a:gd name="T21" fmla="*/ 30 h 1442"/>
              <a:gd name="T22" fmla="*/ 0 w 1412"/>
              <a:gd name="T23" fmla="*/ 0 h 1442"/>
              <a:gd name="T24" fmla="*/ 0 w 1412"/>
              <a:gd name="T25" fmla="*/ 320 h 1442"/>
              <a:gd name="T26" fmla="*/ 1037 w 1412"/>
              <a:gd name="T27" fmla="*/ 723 h 1442"/>
              <a:gd name="T28" fmla="*/ 1037 w 1412"/>
              <a:gd name="T29" fmla="*/ 723 h 1442"/>
              <a:gd name="T30" fmla="*/ 0 w 1412"/>
              <a:gd name="T31" fmla="*/ 1122 h 1442"/>
              <a:gd name="T32" fmla="*/ 0 w 1412"/>
              <a:gd name="T33" fmla="*/ 1442 h 1442"/>
              <a:gd name="T34" fmla="*/ 1412 w 1412"/>
              <a:gd name="T35" fmla="*/ 868 h 1442"/>
              <a:gd name="T36" fmla="*/ 1412 w 1412"/>
              <a:gd name="T37" fmla="*/ 868 h 1442"/>
              <a:gd name="T38" fmla="*/ 1412 w 1412"/>
              <a:gd name="T39" fmla="*/ 575 h 1442"/>
              <a:gd name="T40" fmla="*/ 0 w 1412"/>
              <a:gd name="T41" fmla="*/ 0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12" h="1442">
                <a:moveTo>
                  <a:pt x="20" y="30"/>
                </a:moveTo>
                <a:cubicBezTo>
                  <a:pt x="1392" y="588"/>
                  <a:pt x="1392" y="588"/>
                  <a:pt x="1392" y="588"/>
                </a:cubicBezTo>
                <a:cubicBezTo>
                  <a:pt x="1392" y="855"/>
                  <a:pt x="1392" y="855"/>
                  <a:pt x="1392" y="855"/>
                </a:cubicBezTo>
                <a:cubicBezTo>
                  <a:pt x="20" y="1412"/>
                  <a:pt x="20" y="1412"/>
                  <a:pt x="20" y="1412"/>
                </a:cubicBezTo>
                <a:cubicBezTo>
                  <a:pt x="20" y="1136"/>
                  <a:pt x="20" y="1136"/>
                  <a:pt x="20" y="1136"/>
                </a:cubicBezTo>
                <a:cubicBezTo>
                  <a:pt x="130" y="1093"/>
                  <a:pt x="924" y="787"/>
                  <a:pt x="1044" y="741"/>
                </a:cubicBezTo>
                <a:cubicBezTo>
                  <a:pt x="1044" y="741"/>
                  <a:pt x="1044" y="741"/>
                  <a:pt x="1044" y="741"/>
                </a:cubicBezTo>
                <a:cubicBezTo>
                  <a:pt x="1092" y="722"/>
                  <a:pt x="1092" y="722"/>
                  <a:pt x="1092" y="722"/>
                </a:cubicBezTo>
                <a:cubicBezTo>
                  <a:pt x="1044" y="704"/>
                  <a:pt x="1044" y="704"/>
                  <a:pt x="1044" y="704"/>
                </a:cubicBezTo>
                <a:cubicBezTo>
                  <a:pt x="721" y="579"/>
                  <a:pt x="340" y="431"/>
                  <a:pt x="20" y="307"/>
                </a:cubicBezTo>
                <a:cubicBezTo>
                  <a:pt x="20" y="30"/>
                  <a:pt x="20" y="30"/>
                  <a:pt x="20" y="30"/>
                </a:cubicBezTo>
                <a:moveTo>
                  <a:pt x="0" y="0"/>
                </a:moveTo>
                <a:cubicBezTo>
                  <a:pt x="0" y="320"/>
                  <a:pt x="0" y="320"/>
                  <a:pt x="0" y="320"/>
                </a:cubicBezTo>
                <a:cubicBezTo>
                  <a:pt x="322" y="445"/>
                  <a:pt x="710" y="596"/>
                  <a:pt x="1037" y="723"/>
                </a:cubicBezTo>
                <a:cubicBezTo>
                  <a:pt x="1037" y="723"/>
                  <a:pt x="1037" y="723"/>
                  <a:pt x="1037" y="723"/>
                </a:cubicBezTo>
                <a:cubicBezTo>
                  <a:pt x="907" y="772"/>
                  <a:pt x="0" y="1122"/>
                  <a:pt x="0" y="1122"/>
                </a:cubicBezTo>
                <a:cubicBezTo>
                  <a:pt x="0" y="1442"/>
                  <a:pt x="0" y="1442"/>
                  <a:pt x="0" y="1442"/>
                </a:cubicBezTo>
                <a:cubicBezTo>
                  <a:pt x="1412" y="868"/>
                  <a:pt x="1412" y="868"/>
                  <a:pt x="1412" y="868"/>
                </a:cubicBezTo>
                <a:cubicBezTo>
                  <a:pt x="1412" y="868"/>
                  <a:pt x="1412" y="868"/>
                  <a:pt x="1412" y="868"/>
                </a:cubicBezTo>
                <a:cubicBezTo>
                  <a:pt x="1412" y="575"/>
                  <a:pt x="1412" y="575"/>
                  <a:pt x="1412" y="575"/>
                </a:cubicBezTo>
                <a:cubicBezTo>
                  <a:pt x="0" y="0"/>
                  <a:pt x="0" y="0"/>
                  <a:pt x="0" y="0"/>
                </a:cubicBezTo>
                <a:close/>
              </a:path>
            </a:pathLst>
          </a:custGeom>
          <a:solidFill>
            <a:srgbClr val="00F3FF"/>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54" name="Operations - DIMENSIONAL GTS" hidden="1"/>
          <p:cNvGrpSpPr/>
          <p:nvPr userDrawn="1"/>
        </p:nvGrpSpPr>
        <p:grpSpPr>
          <a:xfrm>
            <a:off x="2622518" y="1011604"/>
            <a:ext cx="4751149" cy="4850013"/>
            <a:chOff x="336907" y="342900"/>
            <a:chExt cx="2298344" cy="2346169"/>
          </a:xfrm>
        </p:grpSpPr>
        <p:sp>
          <p:nvSpPr>
            <p:cNvPr id="55"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00F3FF"/>
                </a:gs>
                <a:gs pos="100000">
                  <a:srgbClr val="2800FF"/>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56"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AU"/>
            </a:p>
          </p:txBody>
        </p:sp>
      </p:grpSp>
      <p:sp>
        <p:nvSpPr>
          <p:cNvPr id="73" name="Strategy - GRADIENT GTS" hidden="1"/>
          <p:cNvSpPr>
            <a:spLocks/>
          </p:cNvSpPr>
          <p:nvPr userDrawn="1"/>
        </p:nvSpPr>
        <p:spPr bwMode="auto">
          <a:xfrm>
            <a:off x="2623155" y="1011604"/>
            <a:ext cx="4750511" cy="4850013"/>
          </a:xfrm>
          <a:custGeom>
            <a:avLst/>
            <a:gdLst>
              <a:gd name="T0" fmla="*/ 0 w 1412"/>
              <a:gd name="T1" fmla="*/ 0 h 1442"/>
              <a:gd name="T2" fmla="*/ 0 w 1412"/>
              <a:gd name="T3" fmla="*/ 320 h 1442"/>
              <a:gd name="T4" fmla="*/ 1037 w 1412"/>
              <a:gd name="T5" fmla="*/ 723 h 1442"/>
              <a:gd name="T6" fmla="*/ 0 w 1412"/>
              <a:gd name="T7" fmla="*/ 1122 h 1442"/>
              <a:gd name="T8" fmla="*/ 0 w 1412"/>
              <a:gd name="T9" fmla="*/ 1442 h 1442"/>
              <a:gd name="T10" fmla="*/ 1412 w 1412"/>
              <a:gd name="T11" fmla="*/ 868 h 1442"/>
              <a:gd name="T12" fmla="*/ 1412 w 1412"/>
              <a:gd name="T13" fmla="*/ 575 h 1442"/>
              <a:gd name="T14" fmla="*/ 0 w 1412"/>
              <a:gd name="T15" fmla="*/ 0 h 1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12" h="1442">
                <a:moveTo>
                  <a:pt x="0" y="0"/>
                </a:moveTo>
                <a:cubicBezTo>
                  <a:pt x="0" y="320"/>
                  <a:pt x="0" y="320"/>
                  <a:pt x="0" y="320"/>
                </a:cubicBezTo>
                <a:cubicBezTo>
                  <a:pt x="0" y="320"/>
                  <a:pt x="907" y="672"/>
                  <a:pt x="1037" y="723"/>
                </a:cubicBezTo>
                <a:cubicBezTo>
                  <a:pt x="907" y="772"/>
                  <a:pt x="0" y="1122"/>
                  <a:pt x="0" y="1122"/>
                </a:cubicBezTo>
                <a:cubicBezTo>
                  <a:pt x="0" y="1442"/>
                  <a:pt x="0" y="1442"/>
                  <a:pt x="0" y="1442"/>
                </a:cubicBezTo>
                <a:cubicBezTo>
                  <a:pt x="1412" y="868"/>
                  <a:pt x="1412" y="868"/>
                  <a:pt x="1412" y="868"/>
                </a:cubicBezTo>
                <a:cubicBezTo>
                  <a:pt x="1412" y="575"/>
                  <a:pt x="1412" y="575"/>
                  <a:pt x="1412" y="575"/>
                </a:cubicBezTo>
                <a:cubicBezTo>
                  <a:pt x="0" y="0"/>
                  <a:pt x="0" y="0"/>
                  <a:pt x="0" y="0"/>
                </a:cubicBezTo>
              </a:path>
            </a:pathLst>
          </a:custGeom>
          <a:gradFill>
            <a:gsLst>
              <a:gs pos="0">
                <a:srgbClr val="710012"/>
              </a:gs>
              <a:gs pos="98000">
                <a:srgbClr val="FF0000"/>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Strategy - OUTLINED GTS" hidden="1"/>
          <p:cNvSpPr>
            <a:spLocks noEditPoints="1"/>
          </p:cNvSpPr>
          <p:nvPr userDrawn="1"/>
        </p:nvSpPr>
        <p:spPr bwMode="auto">
          <a:xfrm>
            <a:off x="2606930" y="1003887"/>
            <a:ext cx="4772285" cy="4872243"/>
          </a:xfrm>
          <a:custGeom>
            <a:avLst/>
            <a:gdLst>
              <a:gd name="T0" fmla="*/ 20 w 1412"/>
              <a:gd name="T1" fmla="*/ 30 h 1442"/>
              <a:gd name="T2" fmla="*/ 1392 w 1412"/>
              <a:gd name="T3" fmla="*/ 588 h 1442"/>
              <a:gd name="T4" fmla="*/ 1392 w 1412"/>
              <a:gd name="T5" fmla="*/ 855 h 1442"/>
              <a:gd name="T6" fmla="*/ 20 w 1412"/>
              <a:gd name="T7" fmla="*/ 1412 h 1442"/>
              <a:gd name="T8" fmla="*/ 20 w 1412"/>
              <a:gd name="T9" fmla="*/ 1136 h 1442"/>
              <a:gd name="T10" fmla="*/ 1044 w 1412"/>
              <a:gd name="T11" fmla="*/ 741 h 1442"/>
              <a:gd name="T12" fmla="*/ 1044 w 1412"/>
              <a:gd name="T13" fmla="*/ 741 h 1442"/>
              <a:gd name="T14" fmla="*/ 1092 w 1412"/>
              <a:gd name="T15" fmla="*/ 722 h 1442"/>
              <a:gd name="T16" fmla="*/ 1044 w 1412"/>
              <a:gd name="T17" fmla="*/ 704 h 1442"/>
              <a:gd name="T18" fmla="*/ 20 w 1412"/>
              <a:gd name="T19" fmla="*/ 307 h 1442"/>
              <a:gd name="T20" fmla="*/ 20 w 1412"/>
              <a:gd name="T21" fmla="*/ 30 h 1442"/>
              <a:gd name="T22" fmla="*/ 0 w 1412"/>
              <a:gd name="T23" fmla="*/ 0 h 1442"/>
              <a:gd name="T24" fmla="*/ 0 w 1412"/>
              <a:gd name="T25" fmla="*/ 320 h 1442"/>
              <a:gd name="T26" fmla="*/ 1037 w 1412"/>
              <a:gd name="T27" fmla="*/ 723 h 1442"/>
              <a:gd name="T28" fmla="*/ 1037 w 1412"/>
              <a:gd name="T29" fmla="*/ 723 h 1442"/>
              <a:gd name="T30" fmla="*/ 0 w 1412"/>
              <a:gd name="T31" fmla="*/ 1122 h 1442"/>
              <a:gd name="T32" fmla="*/ 0 w 1412"/>
              <a:gd name="T33" fmla="*/ 1442 h 1442"/>
              <a:gd name="T34" fmla="*/ 1412 w 1412"/>
              <a:gd name="T35" fmla="*/ 868 h 1442"/>
              <a:gd name="T36" fmla="*/ 1412 w 1412"/>
              <a:gd name="T37" fmla="*/ 868 h 1442"/>
              <a:gd name="T38" fmla="*/ 1412 w 1412"/>
              <a:gd name="T39" fmla="*/ 575 h 1442"/>
              <a:gd name="T40" fmla="*/ 0 w 1412"/>
              <a:gd name="T41" fmla="*/ 0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12" h="1442">
                <a:moveTo>
                  <a:pt x="20" y="30"/>
                </a:moveTo>
                <a:cubicBezTo>
                  <a:pt x="1392" y="588"/>
                  <a:pt x="1392" y="588"/>
                  <a:pt x="1392" y="588"/>
                </a:cubicBezTo>
                <a:cubicBezTo>
                  <a:pt x="1392" y="855"/>
                  <a:pt x="1392" y="855"/>
                  <a:pt x="1392" y="855"/>
                </a:cubicBezTo>
                <a:cubicBezTo>
                  <a:pt x="20" y="1412"/>
                  <a:pt x="20" y="1412"/>
                  <a:pt x="20" y="1412"/>
                </a:cubicBezTo>
                <a:cubicBezTo>
                  <a:pt x="20" y="1136"/>
                  <a:pt x="20" y="1136"/>
                  <a:pt x="20" y="1136"/>
                </a:cubicBezTo>
                <a:cubicBezTo>
                  <a:pt x="130" y="1093"/>
                  <a:pt x="924" y="787"/>
                  <a:pt x="1044" y="741"/>
                </a:cubicBezTo>
                <a:cubicBezTo>
                  <a:pt x="1044" y="741"/>
                  <a:pt x="1044" y="741"/>
                  <a:pt x="1044" y="741"/>
                </a:cubicBezTo>
                <a:cubicBezTo>
                  <a:pt x="1092" y="722"/>
                  <a:pt x="1092" y="722"/>
                  <a:pt x="1092" y="722"/>
                </a:cubicBezTo>
                <a:cubicBezTo>
                  <a:pt x="1044" y="704"/>
                  <a:pt x="1044" y="704"/>
                  <a:pt x="1044" y="704"/>
                </a:cubicBezTo>
                <a:cubicBezTo>
                  <a:pt x="721" y="579"/>
                  <a:pt x="340" y="431"/>
                  <a:pt x="20" y="307"/>
                </a:cubicBezTo>
                <a:cubicBezTo>
                  <a:pt x="20" y="30"/>
                  <a:pt x="20" y="30"/>
                  <a:pt x="20" y="30"/>
                </a:cubicBezTo>
                <a:moveTo>
                  <a:pt x="0" y="0"/>
                </a:moveTo>
                <a:cubicBezTo>
                  <a:pt x="0" y="320"/>
                  <a:pt x="0" y="320"/>
                  <a:pt x="0" y="320"/>
                </a:cubicBezTo>
                <a:cubicBezTo>
                  <a:pt x="322" y="445"/>
                  <a:pt x="710" y="596"/>
                  <a:pt x="1037" y="723"/>
                </a:cubicBezTo>
                <a:cubicBezTo>
                  <a:pt x="1037" y="723"/>
                  <a:pt x="1037" y="723"/>
                  <a:pt x="1037" y="723"/>
                </a:cubicBezTo>
                <a:cubicBezTo>
                  <a:pt x="907" y="772"/>
                  <a:pt x="0" y="1122"/>
                  <a:pt x="0" y="1122"/>
                </a:cubicBezTo>
                <a:cubicBezTo>
                  <a:pt x="0" y="1442"/>
                  <a:pt x="0" y="1442"/>
                  <a:pt x="0" y="1442"/>
                </a:cubicBezTo>
                <a:cubicBezTo>
                  <a:pt x="1412" y="868"/>
                  <a:pt x="1412" y="868"/>
                  <a:pt x="1412" y="868"/>
                </a:cubicBezTo>
                <a:cubicBezTo>
                  <a:pt x="1412" y="868"/>
                  <a:pt x="1412" y="868"/>
                  <a:pt x="1412" y="868"/>
                </a:cubicBezTo>
                <a:cubicBezTo>
                  <a:pt x="1412" y="575"/>
                  <a:pt x="1412" y="575"/>
                  <a:pt x="1412" y="575"/>
                </a:cubicBezTo>
                <a:cubicBezTo>
                  <a:pt x="0" y="0"/>
                  <a:pt x="0" y="0"/>
                  <a:pt x="0" y="0"/>
                </a:cubicBezTo>
                <a:close/>
              </a:path>
            </a:pathLst>
          </a:custGeom>
          <a:solidFill>
            <a:srgbClr val="FF0000"/>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36" name="Strategy - DIMENSIONAL GTS" hidden="1"/>
          <p:cNvGrpSpPr/>
          <p:nvPr userDrawn="1"/>
        </p:nvGrpSpPr>
        <p:grpSpPr>
          <a:xfrm>
            <a:off x="2622518" y="1011604"/>
            <a:ext cx="4751149" cy="4850013"/>
            <a:chOff x="336907" y="342900"/>
            <a:chExt cx="2298344" cy="2346169"/>
          </a:xfrm>
        </p:grpSpPr>
        <p:sp>
          <p:nvSpPr>
            <p:cNvPr id="37" name="Freeform 12"/>
            <p:cNvSpPr>
              <a:spLocks/>
            </p:cNvSpPr>
            <p:nvPr userDrawn="1"/>
          </p:nvSpPr>
          <p:spPr bwMode="auto">
            <a:xfrm>
              <a:off x="336907" y="1283172"/>
              <a:ext cx="2298344" cy="1405897"/>
            </a:xfrm>
            <a:custGeom>
              <a:avLst/>
              <a:gdLst>
                <a:gd name="T0" fmla="*/ 0 w 2495"/>
                <a:gd name="T1" fmla="*/ 961 h 1525"/>
                <a:gd name="T2" fmla="*/ 0 w 2495"/>
                <a:gd name="T3" fmla="*/ 961 h 1525"/>
                <a:gd name="T4" fmla="*/ 0 w 2495"/>
                <a:gd name="T5" fmla="*/ 1525 h 1525"/>
                <a:gd name="T6" fmla="*/ 2495 w 2495"/>
                <a:gd name="T7" fmla="*/ 512 h 1525"/>
                <a:gd name="T8" fmla="*/ 2495 w 2495"/>
                <a:gd name="T9" fmla="*/ 0 h 1525"/>
                <a:gd name="T10" fmla="*/ 0 w 2495"/>
                <a:gd name="T11" fmla="*/ 961 h 1525"/>
              </a:gdLst>
              <a:ahLst/>
              <a:cxnLst>
                <a:cxn ang="0">
                  <a:pos x="T0" y="T1"/>
                </a:cxn>
                <a:cxn ang="0">
                  <a:pos x="T2" y="T3"/>
                </a:cxn>
                <a:cxn ang="0">
                  <a:pos x="T4" y="T5"/>
                </a:cxn>
                <a:cxn ang="0">
                  <a:pos x="T6" y="T7"/>
                </a:cxn>
                <a:cxn ang="0">
                  <a:pos x="T8" y="T9"/>
                </a:cxn>
                <a:cxn ang="0">
                  <a:pos x="T10" y="T11"/>
                </a:cxn>
              </a:cxnLst>
              <a:rect l="0" t="0" r="r" b="b"/>
              <a:pathLst>
                <a:path w="2495" h="1525">
                  <a:moveTo>
                    <a:pt x="0" y="961"/>
                  </a:moveTo>
                  <a:cubicBezTo>
                    <a:pt x="0" y="961"/>
                    <a:pt x="0" y="961"/>
                    <a:pt x="0" y="961"/>
                  </a:cubicBezTo>
                  <a:cubicBezTo>
                    <a:pt x="0" y="1525"/>
                    <a:pt x="0" y="1525"/>
                    <a:pt x="0" y="1525"/>
                  </a:cubicBezTo>
                  <a:cubicBezTo>
                    <a:pt x="2495" y="512"/>
                    <a:pt x="2495" y="512"/>
                    <a:pt x="2495" y="512"/>
                  </a:cubicBezTo>
                  <a:cubicBezTo>
                    <a:pt x="2495" y="0"/>
                    <a:pt x="2495" y="0"/>
                    <a:pt x="2495" y="0"/>
                  </a:cubicBezTo>
                  <a:lnTo>
                    <a:pt x="0" y="961"/>
                  </a:lnTo>
                  <a:close/>
                </a:path>
              </a:pathLst>
            </a:custGeom>
            <a:gradFill>
              <a:gsLst>
                <a:gs pos="0">
                  <a:srgbClr val="FF0000"/>
                </a:gs>
                <a:gs pos="100000">
                  <a:srgbClr val="710012"/>
                </a:gs>
              </a:gsLst>
              <a:lin ang="0" scaled="1"/>
            </a:gradFill>
            <a:ln>
              <a:noFill/>
            </a:ln>
          </p:spPr>
          <p:txBody>
            <a:bodyPr vert="horz" wrap="square" lIns="91440" tIns="45720" rIns="91440" bIns="45720" numCol="1" anchor="t" anchorCtr="0" compatLnSpc="1">
              <a:prstTxWarp prst="textNoShape">
                <a:avLst/>
              </a:prstTxWarp>
            </a:bodyPr>
            <a:lstStyle/>
            <a:p>
              <a:endParaRPr lang="en-AU"/>
            </a:p>
          </p:txBody>
        </p:sp>
        <p:sp>
          <p:nvSpPr>
            <p:cNvPr id="38" name="Freeform 11"/>
            <p:cNvSpPr>
              <a:spLocks/>
            </p:cNvSpPr>
            <p:nvPr userDrawn="1"/>
          </p:nvSpPr>
          <p:spPr bwMode="auto">
            <a:xfrm>
              <a:off x="336907" y="342900"/>
              <a:ext cx="2298344" cy="1412213"/>
            </a:xfrm>
            <a:custGeom>
              <a:avLst/>
              <a:gdLst>
                <a:gd name="T0" fmla="*/ 2495 w 2495"/>
                <a:gd name="T1" fmla="*/ 1532 h 1532"/>
                <a:gd name="T2" fmla="*/ 2495 w 2495"/>
                <a:gd name="T3" fmla="*/ 1013 h 1532"/>
                <a:gd name="T4" fmla="*/ 0 w 2495"/>
                <a:gd name="T5" fmla="*/ 0 h 1532"/>
                <a:gd name="T6" fmla="*/ 0 w 2495"/>
                <a:gd name="T7" fmla="*/ 565 h 1532"/>
                <a:gd name="T8" fmla="*/ 2494 w 2495"/>
                <a:gd name="T9" fmla="*/ 1532 h 1532"/>
                <a:gd name="T10" fmla="*/ 2495 w 2495"/>
                <a:gd name="T11" fmla="*/ 1532 h 1532"/>
              </a:gdLst>
              <a:ahLst/>
              <a:cxnLst>
                <a:cxn ang="0">
                  <a:pos x="T0" y="T1"/>
                </a:cxn>
                <a:cxn ang="0">
                  <a:pos x="T2" y="T3"/>
                </a:cxn>
                <a:cxn ang="0">
                  <a:pos x="T4" y="T5"/>
                </a:cxn>
                <a:cxn ang="0">
                  <a:pos x="T6" y="T7"/>
                </a:cxn>
                <a:cxn ang="0">
                  <a:pos x="T8" y="T9"/>
                </a:cxn>
                <a:cxn ang="0">
                  <a:pos x="T10" y="T11"/>
                </a:cxn>
              </a:cxnLst>
              <a:rect l="0" t="0" r="r" b="b"/>
              <a:pathLst>
                <a:path w="2495" h="1532">
                  <a:moveTo>
                    <a:pt x="2495" y="1532"/>
                  </a:moveTo>
                  <a:cubicBezTo>
                    <a:pt x="2495" y="1013"/>
                    <a:pt x="2495" y="1013"/>
                    <a:pt x="2495" y="1013"/>
                  </a:cubicBezTo>
                  <a:cubicBezTo>
                    <a:pt x="0" y="0"/>
                    <a:pt x="0" y="0"/>
                    <a:pt x="0" y="0"/>
                  </a:cubicBezTo>
                  <a:cubicBezTo>
                    <a:pt x="0" y="565"/>
                    <a:pt x="0" y="565"/>
                    <a:pt x="0" y="565"/>
                  </a:cubicBezTo>
                  <a:cubicBezTo>
                    <a:pt x="812" y="880"/>
                    <a:pt x="1906" y="1304"/>
                    <a:pt x="2494" y="1532"/>
                  </a:cubicBezTo>
                  <a:lnTo>
                    <a:pt x="2495" y="1532"/>
                  </a:lnTo>
                  <a:close/>
                </a:path>
              </a:pathLst>
            </a:custGeom>
            <a:solidFill>
              <a:srgbClr val="FF0000"/>
            </a:solidFill>
            <a:ln>
              <a:noFill/>
            </a:ln>
          </p:spPr>
          <p:txBody>
            <a:bodyPr vert="horz" wrap="square" lIns="91440" tIns="45720" rIns="91440" bIns="45720" numCol="1" anchor="t" anchorCtr="0" compatLnSpc="1">
              <a:prstTxWarp prst="textNoShape">
                <a:avLst/>
              </a:prstTxWarp>
            </a:bodyPr>
            <a:lstStyle/>
            <a:p>
              <a:endParaRPr lang="en-AU"/>
            </a:p>
          </p:txBody>
        </p:sp>
      </p:grpSp>
      <p:sp>
        <p:nvSpPr>
          <p:cNvPr id="75" name="Technology - GRADIENT GTS" hidden="1"/>
          <p:cNvSpPr>
            <a:spLocks/>
          </p:cNvSpPr>
          <p:nvPr userDrawn="1"/>
        </p:nvSpPr>
        <p:spPr bwMode="auto">
          <a:xfrm>
            <a:off x="2623154" y="1012417"/>
            <a:ext cx="4752000" cy="4849200"/>
          </a:xfrm>
          <a:custGeom>
            <a:avLst/>
            <a:gdLst>
              <a:gd name="T0" fmla="*/ 0 w 1412"/>
              <a:gd name="T1" fmla="*/ 0 h 1442"/>
              <a:gd name="T2" fmla="*/ 0 w 1412"/>
              <a:gd name="T3" fmla="*/ 320 h 1442"/>
              <a:gd name="T4" fmla="*/ 1037 w 1412"/>
              <a:gd name="T5" fmla="*/ 723 h 1442"/>
              <a:gd name="T6" fmla="*/ 0 w 1412"/>
              <a:gd name="T7" fmla="*/ 1122 h 1442"/>
              <a:gd name="T8" fmla="*/ 0 w 1412"/>
              <a:gd name="T9" fmla="*/ 1442 h 1442"/>
              <a:gd name="T10" fmla="*/ 1412 w 1412"/>
              <a:gd name="T11" fmla="*/ 868 h 1442"/>
              <a:gd name="T12" fmla="*/ 1412 w 1412"/>
              <a:gd name="T13" fmla="*/ 575 h 1442"/>
              <a:gd name="T14" fmla="*/ 0 w 1412"/>
              <a:gd name="T15" fmla="*/ 0 h 1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12" h="1442">
                <a:moveTo>
                  <a:pt x="0" y="0"/>
                </a:moveTo>
                <a:cubicBezTo>
                  <a:pt x="0" y="320"/>
                  <a:pt x="0" y="320"/>
                  <a:pt x="0" y="320"/>
                </a:cubicBezTo>
                <a:cubicBezTo>
                  <a:pt x="0" y="320"/>
                  <a:pt x="907" y="672"/>
                  <a:pt x="1037" y="723"/>
                </a:cubicBezTo>
                <a:cubicBezTo>
                  <a:pt x="907" y="772"/>
                  <a:pt x="0" y="1122"/>
                  <a:pt x="0" y="1122"/>
                </a:cubicBezTo>
                <a:cubicBezTo>
                  <a:pt x="0" y="1442"/>
                  <a:pt x="0" y="1442"/>
                  <a:pt x="0" y="1442"/>
                </a:cubicBezTo>
                <a:cubicBezTo>
                  <a:pt x="1412" y="868"/>
                  <a:pt x="1412" y="868"/>
                  <a:pt x="1412" y="868"/>
                </a:cubicBezTo>
                <a:cubicBezTo>
                  <a:pt x="1412" y="575"/>
                  <a:pt x="1412" y="575"/>
                  <a:pt x="1412" y="575"/>
                </a:cubicBezTo>
                <a:cubicBezTo>
                  <a:pt x="0" y="0"/>
                  <a:pt x="0" y="0"/>
                  <a:pt x="0" y="0"/>
                </a:cubicBezTo>
              </a:path>
            </a:pathLst>
          </a:custGeom>
          <a:gradFill>
            <a:gsLst>
              <a:gs pos="0">
                <a:srgbClr val="00F3FF"/>
              </a:gs>
              <a:gs pos="98000">
                <a:srgbClr val="00FF00"/>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49" name="Technology - OUTLINED GTS" hidden="1"/>
          <p:cNvSpPr>
            <a:spLocks noEditPoints="1"/>
          </p:cNvSpPr>
          <p:nvPr userDrawn="1"/>
        </p:nvSpPr>
        <p:spPr bwMode="auto">
          <a:xfrm>
            <a:off x="2606930" y="1003887"/>
            <a:ext cx="4772285" cy="4872243"/>
          </a:xfrm>
          <a:custGeom>
            <a:avLst/>
            <a:gdLst>
              <a:gd name="T0" fmla="*/ 20 w 1412"/>
              <a:gd name="T1" fmla="*/ 30 h 1442"/>
              <a:gd name="T2" fmla="*/ 1392 w 1412"/>
              <a:gd name="T3" fmla="*/ 588 h 1442"/>
              <a:gd name="T4" fmla="*/ 1392 w 1412"/>
              <a:gd name="T5" fmla="*/ 855 h 1442"/>
              <a:gd name="T6" fmla="*/ 20 w 1412"/>
              <a:gd name="T7" fmla="*/ 1412 h 1442"/>
              <a:gd name="T8" fmla="*/ 20 w 1412"/>
              <a:gd name="T9" fmla="*/ 1136 h 1442"/>
              <a:gd name="T10" fmla="*/ 1044 w 1412"/>
              <a:gd name="T11" fmla="*/ 741 h 1442"/>
              <a:gd name="T12" fmla="*/ 1044 w 1412"/>
              <a:gd name="T13" fmla="*/ 741 h 1442"/>
              <a:gd name="T14" fmla="*/ 1092 w 1412"/>
              <a:gd name="T15" fmla="*/ 722 h 1442"/>
              <a:gd name="T16" fmla="*/ 1044 w 1412"/>
              <a:gd name="T17" fmla="*/ 704 h 1442"/>
              <a:gd name="T18" fmla="*/ 20 w 1412"/>
              <a:gd name="T19" fmla="*/ 307 h 1442"/>
              <a:gd name="T20" fmla="*/ 20 w 1412"/>
              <a:gd name="T21" fmla="*/ 30 h 1442"/>
              <a:gd name="T22" fmla="*/ 0 w 1412"/>
              <a:gd name="T23" fmla="*/ 0 h 1442"/>
              <a:gd name="T24" fmla="*/ 0 w 1412"/>
              <a:gd name="T25" fmla="*/ 320 h 1442"/>
              <a:gd name="T26" fmla="*/ 1037 w 1412"/>
              <a:gd name="T27" fmla="*/ 723 h 1442"/>
              <a:gd name="T28" fmla="*/ 1037 w 1412"/>
              <a:gd name="T29" fmla="*/ 723 h 1442"/>
              <a:gd name="T30" fmla="*/ 0 w 1412"/>
              <a:gd name="T31" fmla="*/ 1122 h 1442"/>
              <a:gd name="T32" fmla="*/ 0 w 1412"/>
              <a:gd name="T33" fmla="*/ 1442 h 1442"/>
              <a:gd name="T34" fmla="*/ 1412 w 1412"/>
              <a:gd name="T35" fmla="*/ 868 h 1442"/>
              <a:gd name="T36" fmla="*/ 1412 w 1412"/>
              <a:gd name="T37" fmla="*/ 868 h 1442"/>
              <a:gd name="T38" fmla="*/ 1412 w 1412"/>
              <a:gd name="T39" fmla="*/ 575 h 1442"/>
              <a:gd name="T40" fmla="*/ 0 w 1412"/>
              <a:gd name="T41" fmla="*/ 0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12" h="1442">
                <a:moveTo>
                  <a:pt x="20" y="30"/>
                </a:moveTo>
                <a:cubicBezTo>
                  <a:pt x="1392" y="588"/>
                  <a:pt x="1392" y="588"/>
                  <a:pt x="1392" y="588"/>
                </a:cubicBezTo>
                <a:cubicBezTo>
                  <a:pt x="1392" y="855"/>
                  <a:pt x="1392" y="855"/>
                  <a:pt x="1392" y="855"/>
                </a:cubicBezTo>
                <a:cubicBezTo>
                  <a:pt x="20" y="1412"/>
                  <a:pt x="20" y="1412"/>
                  <a:pt x="20" y="1412"/>
                </a:cubicBezTo>
                <a:cubicBezTo>
                  <a:pt x="20" y="1136"/>
                  <a:pt x="20" y="1136"/>
                  <a:pt x="20" y="1136"/>
                </a:cubicBezTo>
                <a:cubicBezTo>
                  <a:pt x="130" y="1093"/>
                  <a:pt x="924" y="787"/>
                  <a:pt x="1044" y="741"/>
                </a:cubicBezTo>
                <a:cubicBezTo>
                  <a:pt x="1044" y="741"/>
                  <a:pt x="1044" y="741"/>
                  <a:pt x="1044" y="741"/>
                </a:cubicBezTo>
                <a:cubicBezTo>
                  <a:pt x="1092" y="722"/>
                  <a:pt x="1092" y="722"/>
                  <a:pt x="1092" y="722"/>
                </a:cubicBezTo>
                <a:cubicBezTo>
                  <a:pt x="1044" y="704"/>
                  <a:pt x="1044" y="704"/>
                  <a:pt x="1044" y="704"/>
                </a:cubicBezTo>
                <a:cubicBezTo>
                  <a:pt x="721" y="579"/>
                  <a:pt x="340" y="431"/>
                  <a:pt x="20" y="307"/>
                </a:cubicBezTo>
                <a:cubicBezTo>
                  <a:pt x="20" y="30"/>
                  <a:pt x="20" y="30"/>
                  <a:pt x="20" y="30"/>
                </a:cubicBezTo>
                <a:moveTo>
                  <a:pt x="0" y="0"/>
                </a:moveTo>
                <a:cubicBezTo>
                  <a:pt x="0" y="320"/>
                  <a:pt x="0" y="320"/>
                  <a:pt x="0" y="320"/>
                </a:cubicBezTo>
                <a:cubicBezTo>
                  <a:pt x="322" y="445"/>
                  <a:pt x="710" y="596"/>
                  <a:pt x="1037" y="723"/>
                </a:cubicBezTo>
                <a:cubicBezTo>
                  <a:pt x="1037" y="723"/>
                  <a:pt x="1037" y="723"/>
                  <a:pt x="1037" y="723"/>
                </a:cubicBezTo>
                <a:cubicBezTo>
                  <a:pt x="907" y="772"/>
                  <a:pt x="0" y="1122"/>
                  <a:pt x="0" y="1122"/>
                </a:cubicBezTo>
                <a:cubicBezTo>
                  <a:pt x="0" y="1442"/>
                  <a:pt x="0" y="1442"/>
                  <a:pt x="0" y="1442"/>
                </a:cubicBezTo>
                <a:cubicBezTo>
                  <a:pt x="1412" y="868"/>
                  <a:pt x="1412" y="868"/>
                  <a:pt x="1412" y="868"/>
                </a:cubicBezTo>
                <a:cubicBezTo>
                  <a:pt x="1412" y="868"/>
                  <a:pt x="1412" y="868"/>
                  <a:pt x="1412" y="868"/>
                </a:cubicBezTo>
                <a:cubicBezTo>
                  <a:pt x="1412" y="575"/>
                  <a:pt x="1412" y="575"/>
                  <a:pt x="1412" y="575"/>
                </a:cubicBezTo>
                <a:cubicBezTo>
                  <a:pt x="0" y="0"/>
                  <a:pt x="0" y="0"/>
                  <a:pt x="0" y="0"/>
                </a:cubicBezTo>
                <a:close/>
              </a:path>
            </a:pathLst>
          </a:custGeom>
          <a:solidFill>
            <a:srgbClr val="00FF00"/>
          </a:solidFill>
          <a:ln>
            <a:noFill/>
          </a:ln>
        </p:spPr>
        <p:txBody>
          <a:bodyPr vert="horz" wrap="square" lIns="91440" tIns="45720" rIns="91440" bIns="45720" numCol="1" anchor="t" anchorCtr="0" compatLnSpc="1">
            <a:prstTxWarp prst="textNoShape">
              <a:avLst/>
            </a:prstTxWarp>
          </a:bodyPr>
          <a:lstStyle/>
          <a:p>
            <a:endParaRPr lang="en-US"/>
          </a:p>
        </p:txBody>
      </p:sp>
      <p:pic>
        <p:nvPicPr>
          <p:cNvPr id="20" name="Accenture_Technology_WHITE" hidden="1"/>
          <p:cNvPicPr>
            <a:picLocks noChangeAspect="1"/>
          </p:cNvPicPr>
          <p:nvPr userDrawn="1"/>
        </p:nvPicPr>
        <p:blipFill>
          <a:blip r:embed="rId6" cstate="hqprint">
            <a:extLst>
              <a:ext uri="{28A0092B-C50C-407E-A947-70E740481C1C}">
                <a14:useLocalDpi xmlns:a14="http://schemas.microsoft.com/office/drawing/2010/main"/>
              </a:ext>
            </a:extLst>
          </a:blip>
          <a:stretch>
            <a:fillRect/>
          </a:stretch>
        </p:blipFill>
        <p:spPr>
          <a:xfrm>
            <a:off x="7756800" y="464712"/>
            <a:ext cx="3855600" cy="618771"/>
          </a:xfrm>
          <a:prstGeom prst="rect">
            <a:avLst/>
          </a:prstGeom>
        </p:spPr>
      </p:pic>
      <p:pic>
        <p:nvPicPr>
          <p:cNvPr id="24" name="Accenture_Strategy_WHITE" hidden="1"/>
          <p:cNvPicPr>
            <a:picLocks noChangeAspect="1"/>
          </p:cNvPicPr>
          <p:nvPr userDrawn="1"/>
        </p:nvPicPr>
        <p:blipFill>
          <a:blip r:embed="rId7"/>
          <a:stretch>
            <a:fillRect/>
          </a:stretch>
        </p:blipFill>
        <p:spPr>
          <a:xfrm>
            <a:off x="7773000" y="459803"/>
            <a:ext cx="3276000" cy="623063"/>
          </a:xfrm>
          <a:prstGeom prst="rect">
            <a:avLst/>
          </a:prstGeom>
        </p:spPr>
      </p:pic>
      <p:pic>
        <p:nvPicPr>
          <p:cNvPr id="32" name="Accenture_Strategy_BLACK" hidden="1"/>
          <p:cNvPicPr>
            <a:picLocks noChangeAspect="1"/>
          </p:cNvPicPr>
          <p:nvPr userDrawn="1"/>
        </p:nvPicPr>
        <p:blipFill>
          <a:blip r:embed="rId8"/>
          <a:stretch>
            <a:fillRect/>
          </a:stretch>
        </p:blipFill>
        <p:spPr>
          <a:xfrm>
            <a:off x="7772739" y="459803"/>
            <a:ext cx="3276261" cy="623113"/>
          </a:xfrm>
          <a:prstGeom prst="rect">
            <a:avLst/>
          </a:prstGeom>
        </p:spPr>
      </p:pic>
      <p:pic>
        <p:nvPicPr>
          <p:cNvPr id="23" name="Accenture_Operations_WHITE" hidden="1"/>
          <p:cNvPicPr>
            <a:picLocks noChangeAspect="1"/>
          </p:cNvPicPr>
          <p:nvPr userDrawn="1"/>
        </p:nvPicPr>
        <p:blipFill>
          <a:blip r:embed="rId9" cstate="hqprint">
            <a:extLst>
              <a:ext uri="{28A0092B-C50C-407E-A947-70E740481C1C}">
                <a14:useLocalDpi xmlns:a14="http://schemas.microsoft.com/office/drawing/2010/main"/>
              </a:ext>
            </a:extLst>
          </a:blip>
          <a:stretch>
            <a:fillRect/>
          </a:stretch>
        </p:blipFill>
        <p:spPr>
          <a:xfrm>
            <a:off x="7773225" y="476724"/>
            <a:ext cx="3704400" cy="613912"/>
          </a:xfrm>
          <a:prstGeom prst="rect">
            <a:avLst/>
          </a:prstGeom>
        </p:spPr>
      </p:pic>
      <p:pic>
        <p:nvPicPr>
          <p:cNvPr id="31" name="Accenture_Operations_BLACK" hidden="1"/>
          <p:cNvPicPr>
            <a:picLocks noChangeAspect="1"/>
          </p:cNvPicPr>
          <p:nvPr userDrawn="1"/>
        </p:nvPicPr>
        <p:blipFill>
          <a:blip r:embed="rId10" cstate="hqprint">
            <a:extLst>
              <a:ext uri="{28A0092B-C50C-407E-A947-70E740481C1C}">
                <a14:useLocalDpi xmlns:a14="http://schemas.microsoft.com/office/drawing/2010/main"/>
              </a:ext>
            </a:extLst>
          </a:blip>
          <a:stretch>
            <a:fillRect/>
          </a:stretch>
        </p:blipFill>
        <p:spPr>
          <a:xfrm>
            <a:off x="7772739" y="476724"/>
            <a:ext cx="3704886" cy="613992"/>
          </a:xfrm>
          <a:prstGeom prst="rect">
            <a:avLst/>
          </a:prstGeom>
        </p:spPr>
      </p:pic>
      <p:pic>
        <p:nvPicPr>
          <p:cNvPr id="26" name="Accenture_Mobility_WHITE" hidden="1"/>
          <p:cNvPicPr>
            <a:picLocks noChangeAspect="1"/>
          </p:cNvPicPr>
          <p:nvPr userDrawn="1"/>
        </p:nvPicPr>
        <p:blipFill>
          <a:blip r:embed="rId11" cstate="hqprint">
            <a:extLst>
              <a:ext uri="{28A0092B-C50C-407E-A947-70E740481C1C}">
                <a14:useLocalDpi xmlns:a14="http://schemas.microsoft.com/office/drawing/2010/main"/>
              </a:ext>
            </a:extLst>
          </a:blip>
          <a:stretch>
            <a:fillRect/>
          </a:stretch>
        </p:blipFill>
        <p:spPr>
          <a:xfrm>
            <a:off x="7754100" y="651110"/>
            <a:ext cx="3866400" cy="684773"/>
          </a:xfrm>
          <a:prstGeom prst="rect">
            <a:avLst/>
          </a:prstGeom>
        </p:spPr>
      </p:pic>
      <p:pic>
        <p:nvPicPr>
          <p:cNvPr id="34" name="Accenture_Mobility_BLACK" hidden="1"/>
          <p:cNvPicPr>
            <a:picLocks noChangeAspect="1"/>
          </p:cNvPicPr>
          <p:nvPr userDrawn="1"/>
        </p:nvPicPr>
        <p:blipFill>
          <a:blip r:embed="rId12" cstate="hqprint">
            <a:extLst>
              <a:ext uri="{28A0092B-C50C-407E-A947-70E740481C1C}">
                <a14:useLocalDpi xmlns:a14="http://schemas.microsoft.com/office/drawing/2010/main"/>
              </a:ext>
            </a:extLst>
          </a:blip>
          <a:stretch>
            <a:fillRect/>
          </a:stretch>
        </p:blipFill>
        <p:spPr>
          <a:xfrm>
            <a:off x="7753350" y="651110"/>
            <a:ext cx="3867150" cy="684905"/>
          </a:xfrm>
          <a:prstGeom prst="rect">
            <a:avLst/>
          </a:prstGeom>
        </p:spPr>
      </p:pic>
      <p:pic>
        <p:nvPicPr>
          <p:cNvPr id="28" name="Accenture_Interactive_WHITE" hidden="1"/>
          <p:cNvPicPr>
            <a:picLocks noChangeAspect="1"/>
          </p:cNvPicPr>
          <p:nvPr userDrawn="1"/>
        </p:nvPicPr>
        <p:blipFill>
          <a:blip r:embed="rId13" cstate="hqprint">
            <a:extLst>
              <a:ext uri="{28A0092B-C50C-407E-A947-70E740481C1C}">
                <a14:useLocalDpi xmlns:a14="http://schemas.microsoft.com/office/drawing/2010/main"/>
              </a:ext>
            </a:extLst>
          </a:blip>
          <a:stretch>
            <a:fillRect/>
          </a:stretch>
        </p:blipFill>
        <p:spPr>
          <a:xfrm>
            <a:off x="7754100" y="657225"/>
            <a:ext cx="3866400" cy="683539"/>
          </a:xfrm>
          <a:prstGeom prst="rect">
            <a:avLst/>
          </a:prstGeom>
        </p:spPr>
      </p:pic>
      <p:pic>
        <p:nvPicPr>
          <p:cNvPr id="42" name="Accenture_Interactive_BLACK" hidden="1"/>
          <p:cNvPicPr>
            <a:picLocks noChangeAspect="1"/>
          </p:cNvPicPr>
          <p:nvPr userDrawn="1"/>
        </p:nvPicPr>
        <p:blipFill>
          <a:blip r:embed="rId14" cstate="hqprint">
            <a:extLst>
              <a:ext uri="{28A0092B-C50C-407E-A947-70E740481C1C}">
                <a14:useLocalDpi xmlns:a14="http://schemas.microsoft.com/office/drawing/2010/main"/>
              </a:ext>
            </a:extLst>
          </a:blip>
          <a:stretch>
            <a:fillRect/>
          </a:stretch>
        </p:blipFill>
        <p:spPr>
          <a:xfrm>
            <a:off x="7754100" y="657225"/>
            <a:ext cx="3866400" cy="683539"/>
          </a:xfrm>
          <a:prstGeom prst="rect">
            <a:avLst/>
          </a:prstGeom>
        </p:spPr>
      </p:pic>
      <p:pic>
        <p:nvPicPr>
          <p:cNvPr id="25" name="Accenture_Analytics_WHITE" hidden="1"/>
          <p:cNvPicPr>
            <a:picLocks noChangeAspect="1"/>
          </p:cNvPicPr>
          <p:nvPr userDrawn="1"/>
        </p:nvPicPr>
        <p:blipFill>
          <a:blip r:embed="rId15" cstate="hqprint">
            <a:extLst>
              <a:ext uri="{28A0092B-C50C-407E-A947-70E740481C1C}">
                <a14:useLocalDpi xmlns:a14="http://schemas.microsoft.com/office/drawing/2010/main"/>
              </a:ext>
            </a:extLst>
          </a:blip>
          <a:stretch>
            <a:fillRect/>
          </a:stretch>
        </p:blipFill>
        <p:spPr>
          <a:xfrm>
            <a:off x="7753349" y="658010"/>
            <a:ext cx="3866400" cy="692114"/>
          </a:xfrm>
          <a:prstGeom prst="rect">
            <a:avLst/>
          </a:prstGeom>
        </p:spPr>
      </p:pic>
      <p:pic>
        <p:nvPicPr>
          <p:cNvPr id="33" name="Accenture_Analytics_BLACK" hidden="1"/>
          <p:cNvPicPr>
            <a:picLocks noChangeAspect="1"/>
          </p:cNvPicPr>
          <p:nvPr userDrawn="1"/>
        </p:nvPicPr>
        <p:blipFill>
          <a:blip r:embed="rId16" cstate="hqprint">
            <a:extLst>
              <a:ext uri="{28A0092B-C50C-407E-A947-70E740481C1C}">
                <a14:useLocalDpi xmlns:a14="http://schemas.microsoft.com/office/drawing/2010/main"/>
              </a:ext>
            </a:extLst>
          </a:blip>
          <a:stretch>
            <a:fillRect/>
          </a:stretch>
        </p:blipFill>
        <p:spPr>
          <a:xfrm>
            <a:off x="7753349" y="658010"/>
            <a:ext cx="3867151" cy="692249"/>
          </a:xfrm>
          <a:prstGeom prst="rect">
            <a:avLst/>
          </a:prstGeom>
        </p:spPr>
      </p:pic>
      <p:pic>
        <p:nvPicPr>
          <p:cNvPr id="27" name="Accenture_Digital_WHITE" hidden="1"/>
          <p:cNvPicPr>
            <a:picLocks noChangeAspect="1"/>
          </p:cNvPicPr>
          <p:nvPr userDrawn="1"/>
        </p:nvPicPr>
        <p:blipFill>
          <a:blip r:embed="rId17"/>
          <a:stretch>
            <a:fillRect/>
          </a:stretch>
        </p:blipFill>
        <p:spPr>
          <a:xfrm>
            <a:off x="7756425" y="467886"/>
            <a:ext cx="2959200" cy="635308"/>
          </a:xfrm>
          <a:prstGeom prst="rect">
            <a:avLst/>
          </a:prstGeom>
        </p:spPr>
      </p:pic>
      <p:pic>
        <p:nvPicPr>
          <p:cNvPr id="35" name="Accenture_Digital_BLACK" hidden="1"/>
          <p:cNvPicPr>
            <a:picLocks noChangeAspect="1"/>
          </p:cNvPicPr>
          <p:nvPr userDrawn="1"/>
        </p:nvPicPr>
        <p:blipFill>
          <a:blip r:embed="rId18"/>
          <a:stretch>
            <a:fillRect/>
          </a:stretch>
        </p:blipFill>
        <p:spPr>
          <a:xfrm>
            <a:off x="7756072" y="467886"/>
            <a:ext cx="2959553" cy="635385"/>
          </a:xfrm>
          <a:prstGeom prst="rect">
            <a:avLst/>
          </a:prstGeom>
        </p:spPr>
      </p:pic>
      <p:pic>
        <p:nvPicPr>
          <p:cNvPr id="22" name="Accenture_Consulting_WHITE" hidden="1"/>
          <p:cNvPicPr>
            <a:picLocks noChangeAspect="1"/>
          </p:cNvPicPr>
          <p:nvPr userDrawn="1"/>
        </p:nvPicPr>
        <p:blipFill>
          <a:blip r:embed="rId19"/>
          <a:stretch>
            <a:fillRect/>
          </a:stretch>
        </p:blipFill>
        <p:spPr>
          <a:xfrm>
            <a:off x="7755225" y="464711"/>
            <a:ext cx="3722400" cy="633721"/>
          </a:xfrm>
          <a:prstGeom prst="rect">
            <a:avLst/>
          </a:prstGeom>
        </p:spPr>
      </p:pic>
      <p:pic>
        <p:nvPicPr>
          <p:cNvPr id="30" name="Accenture_Consulting_BLACK" hidden="1"/>
          <p:cNvPicPr>
            <a:picLocks noChangeAspect="1"/>
          </p:cNvPicPr>
          <p:nvPr userDrawn="1"/>
        </p:nvPicPr>
        <p:blipFill>
          <a:blip r:embed="rId20"/>
          <a:stretch>
            <a:fillRect/>
          </a:stretch>
        </p:blipFill>
        <p:spPr>
          <a:xfrm>
            <a:off x="7756071" y="464711"/>
            <a:ext cx="3721554" cy="633578"/>
          </a:xfrm>
          <a:prstGeom prst="rect">
            <a:avLst/>
          </a:prstGeom>
        </p:spPr>
      </p:pic>
      <p:grpSp>
        <p:nvGrpSpPr>
          <p:cNvPr id="39" name="Accenture_MasterWHITE" hidden="1"/>
          <p:cNvGrpSpPr/>
          <p:nvPr userDrawn="1"/>
        </p:nvGrpSpPr>
        <p:grpSpPr>
          <a:xfrm>
            <a:off x="7782263" y="470921"/>
            <a:ext cx="1828462" cy="530297"/>
            <a:chOff x="457202" y="420673"/>
            <a:chExt cx="2182661" cy="633434"/>
          </a:xfrm>
        </p:grpSpPr>
        <p:sp>
          <p:nvSpPr>
            <p:cNvPr id="40" name="Freeform 6"/>
            <p:cNvSpPr>
              <a:spLocks noEditPoints="1"/>
            </p:cNvSpPr>
            <p:nvPr userDrawn="1"/>
          </p:nvSpPr>
          <p:spPr bwMode="auto">
            <a:xfrm>
              <a:off x="457202" y="668790"/>
              <a:ext cx="2182661" cy="385317"/>
            </a:xfrm>
            <a:custGeom>
              <a:avLst/>
              <a:gdLst>
                <a:gd name="T0" fmla="*/ 35 w 765"/>
                <a:gd name="T1" fmla="*/ 118 h 135"/>
                <a:gd name="T2" fmla="*/ 56 w 765"/>
                <a:gd name="T3" fmla="*/ 88 h 135"/>
                <a:gd name="T4" fmla="*/ 78 w 765"/>
                <a:gd name="T5" fmla="*/ 62 h 135"/>
                <a:gd name="T6" fmla="*/ 4 w 765"/>
                <a:gd name="T7" fmla="*/ 62 h 135"/>
                <a:gd name="T8" fmla="*/ 42 w 765"/>
                <a:gd name="T9" fmla="*/ 47 h 135"/>
                <a:gd name="T10" fmla="*/ 56 w 765"/>
                <a:gd name="T11" fmla="*/ 75 h 135"/>
                <a:gd name="T12" fmla="*/ 30 w 765"/>
                <a:gd name="T13" fmla="*/ 135 h 135"/>
                <a:gd name="T14" fmla="*/ 56 w 765"/>
                <a:gd name="T15" fmla="*/ 121 h 135"/>
                <a:gd name="T16" fmla="*/ 78 w 765"/>
                <a:gd name="T17" fmla="*/ 132 h 135"/>
                <a:gd name="T18" fmla="*/ 132 w 765"/>
                <a:gd name="T19" fmla="*/ 47 h 135"/>
                <a:gd name="T20" fmla="*/ 154 w 765"/>
                <a:gd name="T21" fmla="*/ 118 h 135"/>
                <a:gd name="T22" fmla="*/ 171 w 765"/>
                <a:gd name="T23" fmla="*/ 130 h 135"/>
                <a:gd name="T24" fmla="*/ 88 w 765"/>
                <a:gd name="T25" fmla="*/ 78 h 135"/>
                <a:gd name="T26" fmla="*/ 172 w 765"/>
                <a:gd name="T27" fmla="*/ 67 h 135"/>
                <a:gd name="T28" fmla="*/ 236 w 765"/>
                <a:gd name="T29" fmla="*/ 67 h 135"/>
                <a:gd name="T30" fmla="*/ 202 w 765"/>
                <a:gd name="T31" fmla="*/ 74 h 135"/>
                <a:gd name="T32" fmla="*/ 260 w 765"/>
                <a:gd name="T33" fmla="*/ 116 h 135"/>
                <a:gd name="T34" fmla="*/ 231 w 765"/>
                <a:gd name="T35" fmla="*/ 135 h 135"/>
                <a:gd name="T36" fmla="*/ 223 w 765"/>
                <a:gd name="T37" fmla="*/ 31 h 135"/>
                <a:gd name="T38" fmla="*/ 236 w 765"/>
                <a:gd name="T39" fmla="*/ 67 h 135"/>
                <a:gd name="T40" fmla="*/ 291 w 765"/>
                <a:gd name="T41" fmla="*/ 63 h 135"/>
                <a:gd name="T42" fmla="*/ 327 w 765"/>
                <a:gd name="T43" fmla="*/ 63 h 135"/>
                <a:gd name="T44" fmla="*/ 349 w 765"/>
                <a:gd name="T45" fmla="*/ 71 h 135"/>
                <a:gd name="T46" fmla="*/ 269 w 765"/>
                <a:gd name="T47" fmla="*/ 77 h 135"/>
                <a:gd name="T48" fmla="*/ 347 w 765"/>
                <a:gd name="T49" fmla="*/ 131 h 135"/>
                <a:gd name="T50" fmla="*/ 328 w 765"/>
                <a:gd name="T51" fmla="*/ 118 h 135"/>
                <a:gd name="T52" fmla="*/ 349 w 765"/>
                <a:gd name="T53" fmla="*/ 77 h 135"/>
                <a:gd name="T54" fmla="*/ 418 w 765"/>
                <a:gd name="T55" fmla="*/ 76 h 135"/>
                <a:gd name="T56" fmla="*/ 408 w 765"/>
                <a:gd name="T57" fmla="*/ 52 h 135"/>
                <a:gd name="T58" fmla="*/ 384 w 765"/>
                <a:gd name="T59" fmla="*/ 132 h 135"/>
                <a:gd name="T60" fmla="*/ 361 w 765"/>
                <a:gd name="T61" fmla="*/ 33 h 135"/>
                <a:gd name="T62" fmla="*/ 384 w 765"/>
                <a:gd name="T63" fmla="*/ 51 h 135"/>
                <a:gd name="T64" fmla="*/ 414 w 765"/>
                <a:gd name="T65" fmla="*/ 31 h 135"/>
                <a:gd name="T66" fmla="*/ 441 w 765"/>
                <a:gd name="T67" fmla="*/ 132 h 135"/>
                <a:gd name="T68" fmla="*/ 489 w 765"/>
                <a:gd name="T69" fmla="*/ 49 h 135"/>
                <a:gd name="T70" fmla="*/ 505 w 765"/>
                <a:gd name="T71" fmla="*/ 118 h 135"/>
                <a:gd name="T72" fmla="*/ 516 w 765"/>
                <a:gd name="T73" fmla="*/ 133 h 135"/>
                <a:gd name="T74" fmla="*/ 466 w 765"/>
                <a:gd name="T75" fmla="*/ 107 h 135"/>
                <a:gd name="T76" fmla="*/ 447 w 765"/>
                <a:gd name="T77" fmla="*/ 49 h 135"/>
                <a:gd name="T78" fmla="*/ 466 w 765"/>
                <a:gd name="T79" fmla="*/ 33 h 135"/>
                <a:gd name="T80" fmla="*/ 489 w 765"/>
                <a:gd name="T81" fmla="*/ 0 h 135"/>
                <a:gd name="T82" fmla="*/ 519 w 765"/>
                <a:gd name="T83" fmla="*/ 33 h 135"/>
                <a:gd name="T84" fmla="*/ 489 w 765"/>
                <a:gd name="T85" fmla="*/ 49 h 135"/>
                <a:gd name="T86" fmla="*/ 586 w 765"/>
                <a:gd name="T87" fmla="*/ 114 h 135"/>
                <a:gd name="T88" fmla="*/ 556 w 765"/>
                <a:gd name="T89" fmla="*/ 135 h 135"/>
                <a:gd name="T90" fmla="*/ 529 w 765"/>
                <a:gd name="T91" fmla="*/ 33 h 135"/>
                <a:gd name="T92" fmla="*/ 552 w 765"/>
                <a:gd name="T93" fmla="*/ 90 h 135"/>
                <a:gd name="T94" fmla="*/ 563 w 765"/>
                <a:gd name="T95" fmla="*/ 113 h 135"/>
                <a:gd name="T96" fmla="*/ 586 w 765"/>
                <a:gd name="T97" fmla="*/ 33 h 135"/>
                <a:gd name="T98" fmla="*/ 609 w 765"/>
                <a:gd name="T99" fmla="*/ 132 h 135"/>
                <a:gd name="T100" fmla="*/ 647 w 765"/>
                <a:gd name="T101" fmla="*/ 89 h 135"/>
                <a:gd name="T102" fmla="*/ 624 w 765"/>
                <a:gd name="T103" fmla="*/ 132 h 135"/>
                <a:gd name="T104" fmla="*/ 647 w 765"/>
                <a:gd name="T105" fmla="*/ 33 h 135"/>
                <a:gd name="T106" fmla="*/ 648 w 765"/>
                <a:gd name="T107" fmla="*/ 51 h 135"/>
                <a:gd name="T108" fmla="*/ 680 w 765"/>
                <a:gd name="T109" fmla="*/ 55 h 135"/>
                <a:gd name="T110" fmla="*/ 743 w 765"/>
                <a:gd name="T111" fmla="*/ 63 h 135"/>
                <a:gd name="T112" fmla="*/ 726 w 765"/>
                <a:gd name="T113" fmla="*/ 45 h 135"/>
                <a:gd name="T114" fmla="*/ 765 w 765"/>
                <a:gd name="T115" fmla="*/ 77 h 135"/>
                <a:gd name="T116" fmla="*/ 727 w 765"/>
                <a:gd name="T117" fmla="*/ 31 h 135"/>
                <a:gd name="T118" fmla="*/ 735 w 765"/>
                <a:gd name="T119" fmla="*/ 135 h 135"/>
                <a:gd name="T120" fmla="*/ 763 w 765"/>
                <a:gd name="T121" fmla="*/ 115 h 135"/>
                <a:gd name="T122" fmla="*/ 706 w 765"/>
                <a:gd name="T123" fmla="*/ 7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5" h="135">
                  <a:moveTo>
                    <a:pt x="56" y="88"/>
                  </a:moveTo>
                  <a:cubicBezTo>
                    <a:pt x="56" y="101"/>
                    <a:pt x="51" y="118"/>
                    <a:pt x="35" y="118"/>
                  </a:cubicBezTo>
                  <a:cubicBezTo>
                    <a:pt x="28" y="118"/>
                    <a:pt x="23" y="114"/>
                    <a:pt x="23" y="106"/>
                  </a:cubicBezTo>
                  <a:cubicBezTo>
                    <a:pt x="23" y="91"/>
                    <a:pt x="45" y="88"/>
                    <a:pt x="56" y="88"/>
                  </a:cubicBezTo>
                  <a:close/>
                  <a:moveTo>
                    <a:pt x="78" y="132"/>
                  </a:moveTo>
                  <a:cubicBezTo>
                    <a:pt x="78" y="62"/>
                    <a:pt x="78" y="62"/>
                    <a:pt x="78" y="62"/>
                  </a:cubicBezTo>
                  <a:cubicBezTo>
                    <a:pt x="78" y="38"/>
                    <a:pt x="63" y="31"/>
                    <a:pt x="42" y="31"/>
                  </a:cubicBezTo>
                  <a:cubicBezTo>
                    <a:pt x="21" y="31"/>
                    <a:pt x="4" y="39"/>
                    <a:pt x="4" y="62"/>
                  </a:cubicBezTo>
                  <a:cubicBezTo>
                    <a:pt x="27" y="62"/>
                    <a:pt x="27" y="62"/>
                    <a:pt x="27" y="62"/>
                  </a:cubicBezTo>
                  <a:cubicBezTo>
                    <a:pt x="27" y="52"/>
                    <a:pt x="32" y="47"/>
                    <a:pt x="42" y="47"/>
                  </a:cubicBezTo>
                  <a:cubicBezTo>
                    <a:pt x="53" y="47"/>
                    <a:pt x="56" y="55"/>
                    <a:pt x="56" y="65"/>
                  </a:cubicBezTo>
                  <a:cubicBezTo>
                    <a:pt x="56" y="75"/>
                    <a:pt x="56" y="75"/>
                    <a:pt x="56" y="75"/>
                  </a:cubicBezTo>
                  <a:cubicBezTo>
                    <a:pt x="33" y="76"/>
                    <a:pt x="0" y="79"/>
                    <a:pt x="0" y="109"/>
                  </a:cubicBezTo>
                  <a:cubicBezTo>
                    <a:pt x="0" y="125"/>
                    <a:pt x="14" y="135"/>
                    <a:pt x="30" y="135"/>
                  </a:cubicBezTo>
                  <a:cubicBezTo>
                    <a:pt x="41" y="135"/>
                    <a:pt x="51" y="131"/>
                    <a:pt x="56" y="121"/>
                  </a:cubicBezTo>
                  <a:cubicBezTo>
                    <a:pt x="56" y="121"/>
                    <a:pt x="56" y="121"/>
                    <a:pt x="56" y="121"/>
                  </a:cubicBezTo>
                  <a:cubicBezTo>
                    <a:pt x="56" y="132"/>
                    <a:pt x="56" y="132"/>
                    <a:pt x="56" y="132"/>
                  </a:cubicBezTo>
                  <a:lnTo>
                    <a:pt x="78" y="132"/>
                  </a:lnTo>
                  <a:close/>
                  <a:moveTo>
                    <a:pt x="147" y="67"/>
                  </a:moveTo>
                  <a:cubicBezTo>
                    <a:pt x="147" y="57"/>
                    <a:pt x="144" y="47"/>
                    <a:pt x="132" y="47"/>
                  </a:cubicBezTo>
                  <a:cubicBezTo>
                    <a:pt x="117" y="47"/>
                    <a:pt x="113" y="62"/>
                    <a:pt x="113" y="74"/>
                  </a:cubicBezTo>
                  <a:cubicBezTo>
                    <a:pt x="113" y="99"/>
                    <a:pt x="128" y="118"/>
                    <a:pt x="154" y="118"/>
                  </a:cubicBezTo>
                  <a:cubicBezTo>
                    <a:pt x="160" y="118"/>
                    <a:pt x="165" y="118"/>
                    <a:pt x="171" y="116"/>
                  </a:cubicBezTo>
                  <a:cubicBezTo>
                    <a:pt x="171" y="130"/>
                    <a:pt x="171" y="130"/>
                    <a:pt x="171" y="130"/>
                  </a:cubicBezTo>
                  <a:cubicBezTo>
                    <a:pt x="161" y="133"/>
                    <a:pt x="151" y="135"/>
                    <a:pt x="142" y="135"/>
                  </a:cubicBezTo>
                  <a:cubicBezTo>
                    <a:pt x="106" y="135"/>
                    <a:pt x="88" y="113"/>
                    <a:pt x="88" y="78"/>
                  </a:cubicBezTo>
                  <a:cubicBezTo>
                    <a:pt x="88" y="49"/>
                    <a:pt x="104" y="31"/>
                    <a:pt x="134" y="31"/>
                  </a:cubicBezTo>
                  <a:cubicBezTo>
                    <a:pt x="158" y="31"/>
                    <a:pt x="172" y="42"/>
                    <a:pt x="172" y="67"/>
                  </a:cubicBezTo>
                  <a:lnTo>
                    <a:pt x="147" y="67"/>
                  </a:lnTo>
                  <a:close/>
                  <a:moveTo>
                    <a:pt x="236" y="67"/>
                  </a:moveTo>
                  <a:cubicBezTo>
                    <a:pt x="236" y="57"/>
                    <a:pt x="233" y="47"/>
                    <a:pt x="221" y="47"/>
                  </a:cubicBezTo>
                  <a:cubicBezTo>
                    <a:pt x="206" y="47"/>
                    <a:pt x="202" y="62"/>
                    <a:pt x="202" y="74"/>
                  </a:cubicBezTo>
                  <a:cubicBezTo>
                    <a:pt x="202" y="99"/>
                    <a:pt x="217" y="118"/>
                    <a:pt x="243" y="118"/>
                  </a:cubicBezTo>
                  <a:cubicBezTo>
                    <a:pt x="249" y="118"/>
                    <a:pt x="254" y="118"/>
                    <a:pt x="260" y="116"/>
                  </a:cubicBezTo>
                  <a:cubicBezTo>
                    <a:pt x="260" y="130"/>
                    <a:pt x="260" y="130"/>
                    <a:pt x="260" y="130"/>
                  </a:cubicBezTo>
                  <a:cubicBezTo>
                    <a:pt x="250" y="133"/>
                    <a:pt x="241" y="135"/>
                    <a:pt x="231" y="135"/>
                  </a:cubicBezTo>
                  <a:cubicBezTo>
                    <a:pt x="195" y="135"/>
                    <a:pt x="177" y="113"/>
                    <a:pt x="177" y="78"/>
                  </a:cubicBezTo>
                  <a:cubicBezTo>
                    <a:pt x="177" y="49"/>
                    <a:pt x="193" y="31"/>
                    <a:pt x="223" y="31"/>
                  </a:cubicBezTo>
                  <a:cubicBezTo>
                    <a:pt x="247" y="31"/>
                    <a:pt x="261" y="42"/>
                    <a:pt x="261" y="67"/>
                  </a:cubicBezTo>
                  <a:lnTo>
                    <a:pt x="236" y="67"/>
                  </a:lnTo>
                  <a:close/>
                  <a:moveTo>
                    <a:pt x="327" y="63"/>
                  </a:moveTo>
                  <a:cubicBezTo>
                    <a:pt x="291" y="63"/>
                    <a:pt x="291" y="63"/>
                    <a:pt x="291" y="63"/>
                  </a:cubicBezTo>
                  <a:cubicBezTo>
                    <a:pt x="292" y="53"/>
                    <a:pt x="300" y="45"/>
                    <a:pt x="310" y="45"/>
                  </a:cubicBezTo>
                  <a:cubicBezTo>
                    <a:pt x="320" y="45"/>
                    <a:pt x="327" y="52"/>
                    <a:pt x="327" y="63"/>
                  </a:cubicBezTo>
                  <a:close/>
                  <a:moveTo>
                    <a:pt x="349" y="77"/>
                  </a:moveTo>
                  <a:cubicBezTo>
                    <a:pt x="349" y="71"/>
                    <a:pt x="349" y="71"/>
                    <a:pt x="349" y="71"/>
                  </a:cubicBezTo>
                  <a:cubicBezTo>
                    <a:pt x="349" y="47"/>
                    <a:pt x="337" y="31"/>
                    <a:pt x="311" y="31"/>
                  </a:cubicBezTo>
                  <a:cubicBezTo>
                    <a:pt x="282" y="31"/>
                    <a:pt x="269" y="49"/>
                    <a:pt x="269" y="77"/>
                  </a:cubicBezTo>
                  <a:cubicBezTo>
                    <a:pt x="269" y="110"/>
                    <a:pt x="283" y="135"/>
                    <a:pt x="319" y="135"/>
                  </a:cubicBezTo>
                  <a:cubicBezTo>
                    <a:pt x="328" y="135"/>
                    <a:pt x="338" y="134"/>
                    <a:pt x="347" y="131"/>
                  </a:cubicBezTo>
                  <a:cubicBezTo>
                    <a:pt x="347" y="115"/>
                    <a:pt x="347" y="115"/>
                    <a:pt x="347" y="115"/>
                  </a:cubicBezTo>
                  <a:cubicBezTo>
                    <a:pt x="341" y="117"/>
                    <a:pt x="334" y="118"/>
                    <a:pt x="328" y="118"/>
                  </a:cubicBezTo>
                  <a:cubicBezTo>
                    <a:pt x="305" y="118"/>
                    <a:pt x="290" y="98"/>
                    <a:pt x="290" y="77"/>
                  </a:cubicBezTo>
                  <a:lnTo>
                    <a:pt x="349" y="77"/>
                  </a:lnTo>
                  <a:close/>
                  <a:moveTo>
                    <a:pt x="418" y="132"/>
                  </a:moveTo>
                  <a:cubicBezTo>
                    <a:pt x="418" y="76"/>
                    <a:pt x="418" y="76"/>
                    <a:pt x="418" y="76"/>
                  </a:cubicBezTo>
                  <a:cubicBezTo>
                    <a:pt x="418" y="71"/>
                    <a:pt x="418" y="58"/>
                    <a:pt x="414" y="54"/>
                  </a:cubicBezTo>
                  <a:cubicBezTo>
                    <a:pt x="413" y="53"/>
                    <a:pt x="410" y="52"/>
                    <a:pt x="408" y="52"/>
                  </a:cubicBezTo>
                  <a:cubicBezTo>
                    <a:pt x="391" y="52"/>
                    <a:pt x="384" y="76"/>
                    <a:pt x="384" y="89"/>
                  </a:cubicBezTo>
                  <a:cubicBezTo>
                    <a:pt x="384" y="132"/>
                    <a:pt x="384" y="132"/>
                    <a:pt x="384" y="132"/>
                  </a:cubicBezTo>
                  <a:cubicBezTo>
                    <a:pt x="361" y="132"/>
                    <a:pt x="361" y="132"/>
                    <a:pt x="361" y="132"/>
                  </a:cubicBezTo>
                  <a:cubicBezTo>
                    <a:pt x="361" y="33"/>
                    <a:pt x="361" y="33"/>
                    <a:pt x="361" y="33"/>
                  </a:cubicBezTo>
                  <a:cubicBezTo>
                    <a:pt x="384" y="33"/>
                    <a:pt x="384" y="33"/>
                    <a:pt x="384" y="33"/>
                  </a:cubicBezTo>
                  <a:cubicBezTo>
                    <a:pt x="384" y="51"/>
                    <a:pt x="384" y="51"/>
                    <a:pt x="384" y="51"/>
                  </a:cubicBezTo>
                  <a:cubicBezTo>
                    <a:pt x="385" y="51"/>
                    <a:pt x="385" y="51"/>
                    <a:pt x="385" y="51"/>
                  </a:cubicBezTo>
                  <a:cubicBezTo>
                    <a:pt x="390" y="39"/>
                    <a:pt x="400" y="31"/>
                    <a:pt x="414" y="31"/>
                  </a:cubicBezTo>
                  <a:cubicBezTo>
                    <a:pt x="433" y="31"/>
                    <a:pt x="441" y="46"/>
                    <a:pt x="441" y="63"/>
                  </a:cubicBezTo>
                  <a:cubicBezTo>
                    <a:pt x="441" y="132"/>
                    <a:pt x="441" y="132"/>
                    <a:pt x="441" y="132"/>
                  </a:cubicBezTo>
                  <a:lnTo>
                    <a:pt x="418" y="132"/>
                  </a:lnTo>
                  <a:close/>
                  <a:moveTo>
                    <a:pt x="489" y="49"/>
                  </a:moveTo>
                  <a:cubicBezTo>
                    <a:pt x="489" y="96"/>
                    <a:pt x="489" y="96"/>
                    <a:pt x="489" y="96"/>
                  </a:cubicBezTo>
                  <a:cubicBezTo>
                    <a:pt x="489" y="108"/>
                    <a:pt x="491" y="118"/>
                    <a:pt x="505" y="118"/>
                  </a:cubicBezTo>
                  <a:cubicBezTo>
                    <a:pt x="509" y="118"/>
                    <a:pt x="512" y="118"/>
                    <a:pt x="516" y="117"/>
                  </a:cubicBezTo>
                  <a:cubicBezTo>
                    <a:pt x="516" y="133"/>
                    <a:pt x="516" y="133"/>
                    <a:pt x="516" y="133"/>
                  </a:cubicBezTo>
                  <a:cubicBezTo>
                    <a:pt x="510" y="134"/>
                    <a:pt x="503" y="135"/>
                    <a:pt x="497" y="135"/>
                  </a:cubicBezTo>
                  <a:cubicBezTo>
                    <a:pt x="477" y="135"/>
                    <a:pt x="466" y="128"/>
                    <a:pt x="466" y="107"/>
                  </a:cubicBezTo>
                  <a:cubicBezTo>
                    <a:pt x="466" y="49"/>
                    <a:pt x="466" y="49"/>
                    <a:pt x="466" y="49"/>
                  </a:cubicBezTo>
                  <a:cubicBezTo>
                    <a:pt x="447" y="49"/>
                    <a:pt x="447" y="49"/>
                    <a:pt x="447" y="49"/>
                  </a:cubicBezTo>
                  <a:cubicBezTo>
                    <a:pt x="447" y="33"/>
                    <a:pt x="447" y="33"/>
                    <a:pt x="447" y="33"/>
                  </a:cubicBezTo>
                  <a:cubicBezTo>
                    <a:pt x="466" y="33"/>
                    <a:pt x="466" y="33"/>
                    <a:pt x="466" y="33"/>
                  </a:cubicBezTo>
                  <a:cubicBezTo>
                    <a:pt x="466" y="9"/>
                    <a:pt x="466" y="9"/>
                    <a:pt x="466" y="9"/>
                  </a:cubicBezTo>
                  <a:cubicBezTo>
                    <a:pt x="489" y="0"/>
                    <a:pt x="489" y="0"/>
                    <a:pt x="489" y="0"/>
                  </a:cubicBezTo>
                  <a:cubicBezTo>
                    <a:pt x="489" y="33"/>
                    <a:pt x="489" y="33"/>
                    <a:pt x="489" y="33"/>
                  </a:cubicBezTo>
                  <a:cubicBezTo>
                    <a:pt x="519" y="33"/>
                    <a:pt x="519" y="33"/>
                    <a:pt x="519" y="33"/>
                  </a:cubicBezTo>
                  <a:cubicBezTo>
                    <a:pt x="519" y="49"/>
                    <a:pt x="519" y="49"/>
                    <a:pt x="519" y="49"/>
                  </a:cubicBezTo>
                  <a:lnTo>
                    <a:pt x="489" y="49"/>
                  </a:lnTo>
                  <a:close/>
                  <a:moveTo>
                    <a:pt x="586" y="132"/>
                  </a:moveTo>
                  <a:cubicBezTo>
                    <a:pt x="586" y="114"/>
                    <a:pt x="586" y="114"/>
                    <a:pt x="586" y="114"/>
                  </a:cubicBezTo>
                  <a:cubicBezTo>
                    <a:pt x="586" y="114"/>
                    <a:pt x="586" y="114"/>
                    <a:pt x="586" y="114"/>
                  </a:cubicBezTo>
                  <a:cubicBezTo>
                    <a:pt x="580" y="126"/>
                    <a:pt x="570" y="135"/>
                    <a:pt x="556" y="135"/>
                  </a:cubicBezTo>
                  <a:cubicBezTo>
                    <a:pt x="537" y="135"/>
                    <a:pt x="529" y="119"/>
                    <a:pt x="529" y="102"/>
                  </a:cubicBezTo>
                  <a:cubicBezTo>
                    <a:pt x="529" y="33"/>
                    <a:pt x="529" y="33"/>
                    <a:pt x="529" y="33"/>
                  </a:cubicBezTo>
                  <a:cubicBezTo>
                    <a:pt x="552" y="33"/>
                    <a:pt x="552" y="33"/>
                    <a:pt x="552" y="33"/>
                  </a:cubicBezTo>
                  <a:cubicBezTo>
                    <a:pt x="552" y="90"/>
                    <a:pt x="552" y="90"/>
                    <a:pt x="552" y="90"/>
                  </a:cubicBezTo>
                  <a:cubicBezTo>
                    <a:pt x="552" y="95"/>
                    <a:pt x="552" y="107"/>
                    <a:pt x="556" y="111"/>
                  </a:cubicBezTo>
                  <a:cubicBezTo>
                    <a:pt x="558" y="113"/>
                    <a:pt x="560" y="113"/>
                    <a:pt x="563" y="113"/>
                  </a:cubicBezTo>
                  <a:cubicBezTo>
                    <a:pt x="579" y="113"/>
                    <a:pt x="586" y="89"/>
                    <a:pt x="586" y="76"/>
                  </a:cubicBezTo>
                  <a:cubicBezTo>
                    <a:pt x="586" y="33"/>
                    <a:pt x="586" y="33"/>
                    <a:pt x="586" y="33"/>
                  </a:cubicBezTo>
                  <a:cubicBezTo>
                    <a:pt x="609" y="33"/>
                    <a:pt x="609" y="33"/>
                    <a:pt x="609" y="33"/>
                  </a:cubicBezTo>
                  <a:cubicBezTo>
                    <a:pt x="609" y="132"/>
                    <a:pt x="609" y="132"/>
                    <a:pt x="609" y="132"/>
                  </a:cubicBezTo>
                  <a:lnTo>
                    <a:pt x="586" y="132"/>
                  </a:lnTo>
                  <a:close/>
                  <a:moveTo>
                    <a:pt x="647" y="89"/>
                  </a:moveTo>
                  <a:cubicBezTo>
                    <a:pt x="647" y="132"/>
                    <a:pt x="647" y="132"/>
                    <a:pt x="647" y="132"/>
                  </a:cubicBezTo>
                  <a:cubicBezTo>
                    <a:pt x="624" y="132"/>
                    <a:pt x="624" y="132"/>
                    <a:pt x="624" y="132"/>
                  </a:cubicBezTo>
                  <a:cubicBezTo>
                    <a:pt x="624" y="33"/>
                    <a:pt x="624" y="33"/>
                    <a:pt x="624" y="33"/>
                  </a:cubicBezTo>
                  <a:cubicBezTo>
                    <a:pt x="647" y="33"/>
                    <a:pt x="647" y="33"/>
                    <a:pt x="647" y="33"/>
                  </a:cubicBezTo>
                  <a:cubicBezTo>
                    <a:pt x="647" y="51"/>
                    <a:pt x="647" y="51"/>
                    <a:pt x="647" y="51"/>
                  </a:cubicBezTo>
                  <a:cubicBezTo>
                    <a:pt x="648" y="51"/>
                    <a:pt x="648" y="51"/>
                    <a:pt x="648" y="51"/>
                  </a:cubicBezTo>
                  <a:cubicBezTo>
                    <a:pt x="655" y="37"/>
                    <a:pt x="663" y="31"/>
                    <a:pt x="680" y="31"/>
                  </a:cubicBezTo>
                  <a:cubicBezTo>
                    <a:pt x="680" y="55"/>
                    <a:pt x="680" y="55"/>
                    <a:pt x="680" y="55"/>
                  </a:cubicBezTo>
                  <a:cubicBezTo>
                    <a:pt x="656" y="55"/>
                    <a:pt x="647" y="65"/>
                    <a:pt x="647" y="89"/>
                  </a:cubicBezTo>
                  <a:close/>
                  <a:moveTo>
                    <a:pt x="743" y="63"/>
                  </a:moveTo>
                  <a:cubicBezTo>
                    <a:pt x="707" y="63"/>
                    <a:pt x="707" y="63"/>
                    <a:pt x="707" y="63"/>
                  </a:cubicBezTo>
                  <a:cubicBezTo>
                    <a:pt x="708" y="53"/>
                    <a:pt x="715" y="45"/>
                    <a:pt x="726" y="45"/>
                  </a:cubicBezTo>
                  <a:cubicBezTo>
                    <a:pt x="736" y="45"/>
                    <a:pt x="743" y="52"/>
                    <a:pt x="743" y="63"/>
                  </a:cubicBezTo>
                  <a:close/>
                  <a:moveTo>
                    <a:pt x="765" y="77"/>
                  </a:moveTo>
                  <a:cubicBezTo>
                    <a:pt x="765" y="71"/>
                    <a:pt x="765" y="71"/>
                    <a:pt x="765" y="71"/>
                  </a:cubicBezTo>
                  <a:cubicBezTo>
                    <a:pt x="765" y="47"/>
                    <a:pt x="753" y="31"/>
                    <a:pt x="727" y="31"/>
                  </a:cubicBezTo>
                  <a:cubicBezTo>
                    <a:pt x="698" y="31"/>
                    <a:pt x="685" y="49"/>
                    <a:pt x="685" y="77"/>
                  </a:cubicBezTo>
                  <a:cubicBezTo>
                    <a:pt x="685" y="110"/>
                    <a:pt x="699" y="135"/>
                    <a:pt x="735" y="135"/>
                  </a:cubicBezTo>
                  <a:cubicBezTo>
                    <a:pt x="744" y="135"/>
                    <a:pt x="754" y="134"/>
                    <a:pt x="763" y="131"/>
                  </a:cubicBezTo>
                  <a:cubicBezTo>
                    <a:pt x="763" y="115"/>
                    <a:pt x="763" y="115"/>
                    <a:pt x="763" y="115"/>
                  </a:cubicBezTo>
                  <a:cubicBezTo>
                    <a:pt x="757" y="117"/>
                    <a:pt x="750" y="118"/>
                    <a:pt x="744" y="118"/>
                  </a:cubicBezTo>
                  <a:cubicBezTo>
                    <a:pt x="721" y="118"/>
                    <a:pt x="706" y="98"/>
                    <a:pt x="706" y="77"/>
                  </a:cubicBezTo>
                  <a:lnTo>
                    <a:pt x="765" y="77"/>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41" name="Freeform 40"/>
            <p:cNvSpPr/>
            <p:nvPr/>
          </p:nvSpPr>
          <p:spPr>
            <a:xfrm>
              <a:off x="1739049" y="420673"/>
              <a:ext cx="210120" cy="215132"/>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pSp>
      <p:grpSp>
        <p:nvGrpSpPr>
          <p:cNvPr id="43" name="Accenture_MasterBLACK" hidden="1"/>
          <p:cNvGrpSpPr/>
          <p:nvPr userDrawn="1"/>
        </p:nvGrpSpPr>
        <p:grpSpPr>
          <a:xfrm>
            <a:off x="7767974" y="460549"/>
            <a:ext cx="1828462" cy="528825"/>
            <a:chOff x="476250" y="397668"/>
            <a:chExt cx="2195577" cy="635000"/>
          </a:xfrm>
        </p:grpSpPr>
        <p:sp>
          <p:nvSpPr>
            <p:cNvPr id="44" name="Freeform 43"/>
            <p:cNvSpPr>
              <a:spLocks/>
            </p:cNvSpPr>
            <p:nvPr/>
          </p:nvSpPr>
          <p:spPr bwMode="auto">
            <a:xfrm>
              <a:off x="1758865" y="397668"/>
              <a:ext cx="206059" cy="214470"/>
            </a:xfrm>
            <a:custGeom>
              <a:avLst/>
              <a:gdLst>
                <a:gd name="T0" fmla="*/ 0 w 72"/>
                <a:gd name="T1" fmla="*/ 0 h 74"/>
                <a:gd name="T2" fmla="*/ 0 w 72"/>
                <a:gd name="T3" fmla="*/ 2 h 74"/>
                <a:gd name="T4" fmla="*/ 0 w 72"/>
                <a:gd name="T5" fmla="*/ 16 h 74"/>
                <a:gd name="T6" fmla="*/ 53 w 72"/>
                <a:gd name="T7" fmla="*/ 37 h 74"/>
                <a:gd name="T8" fmla="*/ 0 w 72"/>
                <a:gd name="T9" fmla="*/ 57 h 74"/>
                <a:gd name="T10" fmla="*/ 0 w 72"/>
                <a:gd name="T11" fmla="*/ 74 h 74"/>
                <a:gd name="T12" fmla="*/ 72 w 72"/>
                <a:gd name="T13" fmla="*/ 44 h 74"/>
                <a:gd name="T14" fmla="*/ 72 w 72"/>
                <a:gd name="T15" fmla="*/ 29 h 74"/>
                <a:gd name="T16" fmla="*/ 0 w 72"/>
                <a:gd name="T1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74">
                  <a:moveTo>
                    <a:pt x="0" y="0"/>
                  </a:moveTo>
                  <a:cubicBezTo>
                    <a:pt x="0" y="2"/>
                    <a:pt x="0" y="2"/>
                    <a:pt x="0" y="2"/>
                  </a:cubicBezTo>
                  <a:cubicBezTo>
                    <a:pt x="0" y="16"/>
                    <a:pt x="0" y="16"/>
                    <a:pt x="0" y="16"/>
                  </a:cubicBezTo>
                  <a:cubicBezTo>
                    <a:pt x="0" y="16"/>
                    <a:pt x="46" y="34"/>
                    <a:pt x="53" y="37"/>
                  </a:cubicBezTo>
                  <a:cubicBezTo>
                    <a:pt x="46" y="40"/>
                    <a:pt x="0" y="57"/>
                    <a:pt x="0" y="57"/>
                  </a:cubicBezTo>
                  <a:cubicBezTo>
                    <a:pt x="0" y="74"/>
                    <a:pt x="0" y="74"/>
                    <a:pt x="0" y="74"/>
                  </a:cubicBezTo>
                  <a:cubicBezTo>
                    <a:pt x="72" y="44"/>
                    <a:pt x="72" y="44"/>
                    <a:pt x="72" y="44"/>
                  </a:cubicBezTo>
                  <a:cubicBezTo>
                    <a:pt x="72" y="29"/>
                    <a:pt x="72" y="29"/>
                    <a:pt x="72" y="29"/>
                  </a:cubicBez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pic>
          <p:nvPicPr>
            <p:cNvPr id="45" name="Accenture Black"/>
            <p:cNvPicPr>
              <a:picLocks noChangeAspect="1"/>
            </p:cNvPicPr>
            <p:nvPr userDrawn="1"/>
          </p:nvPicPr>
          <p:blipFill>
            <a:blip r:embed="rId21" cstate="hqprint">
              <a:extLst>
                <a:ext uri="{28A0092B-C50C-407E-A947-70E740481C1C}">
                  <a14:useLocalDpi xmlns:a14="http://schemas.microsoft.com/office/drawing/2010/main"/>
                </a:ext>
              </a:extLst>
            </a:blip>
            <a:stretch>
              <a:fillRect/>
            </a:stretch>
          </p:blipFill>
          <p:spPr>
            <a:xfrm>
              <a:off x="476250" y="641561"/>
              <a:ext cx="2195577" cy="391107"/>
            </a:xfrm>
            <a:prstGeom prst="rect">
              <a:avLst/>
            </a:prstGeom>
          </p:spPr>
        </p:pic>
      </p:grpSp>
      <p:grpSp>
        <p:nvGrpSpPr>
          <p:cNvPr id="102" name="Group 101">
            <a:extLst>
              <a:ext uri="{FF2B5EF4-FFF2-40B4-BE49-F238E27FC236}">
                <a16:creationId xmlns:a16="http://schemas.microsoft.com/office/drawing/2014/main" id="{FFCAC460-2080-4721-A425-E547BE2B122D}"/>
              </a:ext>
            </a:extLst>
          </p:cNvPr>
          <p:cNvGrpSpPr/>
          <p:nvPr userDrawn="1"/>
        </p:nvGrpSpPr>
        <p:grpSpPr>
          <a:xfrm>
            <a:off x="2625327" y="980316"/>
            <a:ext cx="4847770" cy="4968963"/>
            <a:chOff x="7824192" y="3447860"/>
            <a:chExt cx="381000" cy="390525"/>
          </a:xfrm>
        </p:grpSpPr>
        <p:pic>
          <p:nvPicPr>
            <p:cNvPr id="103" name="Graphic 102">
              <a:extLst>
                <a:ext uri="{FF2B5EF4-FFF2-40B4-BE49-F238E27FC236}">
                  <a16:creationId xmlns:a16="http://schemas.microsoft.com/office/drawing/2014/main" id="{FEC590CD-A723-4A55-B8E5-347D505EAC8A}"/>
                </a:ext>
              </a:extLst>
            </p:cNvPr>
            <p:cNvPicPr>
              <a:picLocks noChangeAspect="1"/>
            </p:cNvPicPr>
            <p:nvPr userDrawn="1"/>
          </p:nvPicPr>
          <p:blipFill>
            <a:blip>
              <a:extLst>
                <a:ext uri="{96DAC541-7B7A-43D3-8B79-37D633B846F1}">
                  <asvg:svgBlip xmlns:asvg="http://schemas.microsoft.com/office/drawing/2016/SVG/main" r:embed="rId22"/>
                </a:ext>
              </a:extLst>
            </a:blip>
            <a:stretch>
              <a:fillRect/>
            </a:stretch>
          </p:blipFill>
          <p:spPr>
            <a:xfrm>
              <a:off x="7824192" y="3600260"/>
              <a:ext cx="381000" cy="238125"/>
            </a:xfrm>
            <a:prstGeom prst="rect">
              <a:avLst/>
            </a:prstGeom>
          </p:spPr>
        </p:pic>
        <p:pic>
          <p:nvPicPr>
            <p:cNvPr id="104" name="Graphic 103">
              <a:extLst>
                <a:ext uri="{FF2B5EF4-FFF2-40B4-BE49-F238E27FC236}">
                  <a16:creationId xmlns:a16="http://schemas.microsoft.com/office/drawing/2014/main" id="{EB62193E-A027-4794-8E2C-3E467F636258}"/>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a:xfrm>
              <a:off x="7824192" y="3447860"/>
              <a:ext cx="381000" cy="238125"/>
            </a:xfrm>
            <a:prstGeom prst="rect">
              <a:avLst/>
            </a:prstGeom>
          </p:spPr>
        </p:pic>
      </p:grpSp>
      <p:sp>
        <p:nvSpPr>
          <p:cNvPr id="8" name="Title 2"/>
          <p:cNvSpPr>
            <a:spLocks noGrp="1"/>
          </p:cNvSpPr>
          <p:nvPr userDrawn="1">
            <p:ph type="title" hasCustomPrompt="1"/>
          </p:nvPr>
        </p:nvSpPr>
        <p:spPr>
          <a:xfrm>
            <a:off x="304483" y="1462236"/>
            <a:ext cx="5353246" cy="3948750"/>
          </a:xfrm>
          <a:prstGeom prst="rect">
            <a:avLst/>
          </a:prstGeom>
        </p:spPr>
        <p:txBody>
          <a:bodyPr tIns="252000" anchor="ctr"/>
          <a:lstStyle>
            <a:lvl1pPr>
              <a:lnSpc>
                <a:spcPct val="70000"/>
              </a:lnSpc>
              <a:spcBef>
                <a:spcPts val="0"/>
              </a:spcBef>
              <a:defRPr sz="8000" spc="-150" baseline="0">
                <a:solidFill>
                  <a:schemeClr val="tx1"/>
                </a:solidFill>
              </a:defRPr>
            </a:lvl1pPr>
          </a:lstStyle>
          <a:p>
            <a:r>
              <a:rPr lang="en-US"/>
              <a:t>Tagline Goes Here</a:t>
            </a:r>
          </a:p>
        </p:txBody>
      </p:sp>
      <p:sp>
        <p:nvSpPr>
          <p:cNvPr id="96" name="Text Placeholder 9">
            <a:extLst>
              <a:ext uri="{FF2B5EF4-FFF2-40B4-BE49-F238E27FC236}">
                <a16:creationId xmlns:a16="http://schemas.microsoft.com/office/drawing/2014/main" id="{AA366963-3A3C-4058-B3E8-B5713D169C2B}"/>
              </a:ext>
            </a:extLst>
          </p:cNvPr>
          <p:cNvSpPr>
            <a:spLocks noGrp="1"/>
          </p:cNvSpPr>
          <p:nvPr>
            <p:ph type="body" sz="quarter" idx="13" hasCustomPrompt="1"/>
          </p:nvPr>
        </p:nvSpPr>
        <p:spPr>
          <a:xfrm>
            <a:off x="8335240" y="6132015"/>
            <a:ext cx="3503712" cy="430887"/>
          </a:xfrm>
          <a:prstGeom prst="rect">
            <a:avLst/>
          </a:prstGeom>
        </p:spPr>
        <p:txBody>
          <a:bodyPr lIns="0" tIns="0" rIns="0" bIns="0" anchor="b">
            <a:spAutoFit/>
          </a:bodyPr>
          <a:lstStyle>
            <a:lvl1pPr marL="0" indent="0">
              <a:lnSpc>
                <a:spcPct val="70000"/>
              </a:lnSpc>
              <a:spcBef>
                <a:spcPts val="0"/>
              </a:spcBef>
              <a:buNone/>
              <a:defRPr sz="2000" b="0" i="0" cap="all" baseline="0">
                <a:solidFill>
                  <a:schemeClr val="tx1"/>
                </a:solidFill>
                <a:latin typeface="+mj-lt"/>
              </a:defRPr>
            </a:lvl1pPr>
          </a:lstStyle>
          <a:p>
            <a:pPr lvl="0"/>
            <a:r>
              <a:rPr lang="en-US"/>
              <a:t>SUBTITLE LINE</a:t>
            </a:r>
          </a:p>
          <a:p>
            <a:pPr lvl="0"/>
            <a:r>
              <a:rPr lang="en-US"/>
              <a:t>SECOND LINE</a:t>
            </a:r>
          </a:p>
        </p:txBody>
      </p:sp>
      <p:pic>
        <p:nvPicPr>
          <p:cNvPr id="98" name="Picture 97">
            <a:extLst>
              <a:ext uri="{FF2B5EF4-FFF2-40B4-BE49-F238E27FC236}">
                <a16:creationId xmlns:a16="http://schemas.microsoft.com/office/drawing/2014/main" id="{A7201B06-0B8C-48EA-BB0E-EB3BB6C87C68}"/>
              </a:ext>
            </a:extLst>
          </p:cNvPr>
          <p:cNvPicPr>
            <a:picLocks noChangeAspect="1"/>
          </p:cNvPicPr>
          <p:nvPr userDrawn="1"/>
        </p:nvPicPr>
        <p:blipFill>
          <a:blip r:embed="rId24" cstate="email">
            <a:extLst>
              <a:ext uri="{28A0092B-C50C-407E-A947-70E740481C1C}">
                <a14:useLocalDpi xmlns:a14="http://schemas.microsoft.com/office/drawing/2010/main"/>
              </a:ext>
            </a:extLst>
          </a:blip>
          <a:stretch>
            <a:fillRect/>
          </a:stretch>
        </p:blipFill>
        <p:spPr>
          <a:xfrm>
            <a:off x="8335240" y="376620"/>
            <a:ext cx="3503712" cy="543819"/>
          </a:xfrm>
          <a:prstGeom prst="rect">
            <a:avLst/>
          </a:prstGeom>
        </p:spPr>
      </p:pic>
      <p:cxnSp>
        <p:nvCxnSpPr>
          <p:cNvPr id="131" name="Straight Connector 41">
            <a:extLst>
              <a:ext uri="{FF2B5EF4-FFF2-40B4-BE49-F238E27FC236}">
                <a16:creationId xmlns:a16="http://schemas.microsoft.com/office/drawing/2014/main" id="{112703B7-DD89-4A7D-98C4-370EA8868E3F}"/>
              </a:ext>
            </a:extLst>
          </p:cNvPr>
          <p:cNvCxnSpPr/>
          <p:nvPr userDrawn="1"/>
        </p:nvCxnSpPr>
        <p:spPr>
          <a:xfrm>
            <a:off x="-252640" y="1673414"/>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132" name="Straight Connector 50">
            <a:extLst>
              <a:ext uri="{FF2B5EF4-FFF2-40B4-BE49-F238E27FC236}">
                <a16:creationId xmlns:a16="http://schemas.microsoft.com/office/drawing/2014/main" id="{9396429B-31E2-4821-936D-2E48B67D7D9D}"/>
              </a:ext>
            </a:extLst>
          </p:cNvPr>
          <p:cNvCxnSpPr/>
          <p:nvPr userDrawn="1"/>
        </p:nvCxnSpPr>
        <p:spPr>
          <a:xfrm>
            <a:off x="-252640" y="182996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133" name="TextBox 51">
            <a:extLst>
              <a:ext uri="{FF2B5EF4-FFF2-40B4-BE49-F238E27FC236}">
                <a16:creationId xmlns:a16="http://schemas.microsoft.com/office/drawing/2014/main" id="{5C0D0FEB-4A2F-433B-9D41-B7508ACF42B5}"/>
              </a:ext>
            </a:extLst>
          </p:cNvPr>
          <p:cNvSpPr txBox="1"/>
          <p:nvPr userDrawn="1"/>
        </p:nvSpPr>
        <p:spPr>
          <a:xfrm>
            <a:off x="-1980884" y="1878613"/>
            <a:ext cx="1778865" cy="222546"/>
          </a:xfrm>
          <a:prstGeom prst="rect">
            <a:avLst/>
          </a:prstGeom>
          <a:noFill/>
        </p:spPr>
        <p:txBody>
          <a:bodyPr wrap="square" lIns="0" tIns="0" rIns="0" bIns="0" rtlCol="0" anchor="ctr">
            <a:noAutofit/>
          </a:bodyPr>
          <a:lstStyle/>
          <a:p>
            <a:pPr algn="r"/>
            <a:r>
              <a:rPr lang="en-US" sz="1000">
                <a:latin typeface="+mn-lt"/>
              </a:rPr>
              <a:t>Upper Guide Content</a:t>
            </a:r>
          </a:p>
        </p:txBody>
      </p:sp>
      <p:sp>
        <p:nvSpPr>
          <p:cNvPr id="134" name="TextBox 52">
            <a:extLst>
              <a:ext uri="{FF2B5EF4-FFF2-40B4-BE49-F238E27FC236}">
                <a16:creationId xmlns:a16="http://schemas.microsoft.com/office/drawing/2014/main" id="{0EA624A4-EF62-4DDA-B602-143F3B95A900}"/>
              </a:ext>
            </a:extLst>
          </p:cNvPr>
          <p:cNvSpPr txBox="1"/>
          <p:nvPr userDrawn="1"/>
        </p:nvSpPr>
        <p:spPr>
          <a:xfrm>
            <a:off x="-1860884" y="142551"/>
            <a:ext cx="1776000" cy="144000"/>
          </a:xfrm>
          <a:prstGeom prst="rect">
            <a:avLst/>
          </a:prstGeom>
          <a:noFill/>
        </p:spPr>
        <p:txBody>
          <a:bodyPr wrap="square" lIns="0" tIns="0" rIns="0" bIns="0" rtlCol="0" anchor="ctr">
            <a:noAutofit/>
          </a:bodyPr>
          <a:lstStyle/>
          <a:p>
            <a:pPr algn="r"/>
            <a:r>
              <a:rPr lang="en-US" sz="1000">
                <a:latin typeface="+mn-lt"/>
              </a:rPr>
              <a:t>Tagline</a:t>
            </a:r>
          </a:p>
        </p:txBody>
      </p:sp>
      <p:cxnSp>
        <p:nvCxnSpPr>
          <p:cNvPr id="135" name="Straight Connector 53">
            <a:extLst>
              <a:ext uri="{FF2B5EF4-FFF2-40B4-BE49-F238E27FC236}">
                <a16:creationId xmlns:a16="http://schemas.microsoft.com/office/drawing/2014/main" id="{B7AF42CD-DC83-4C23-A7A5-646971D7D632}"/>
              </a:ext>
            </a:extLst>
          </p:cNvPr>
          <p:cNvCxnSpPr>
            <a:cxnSpLocks/>
          </p:cNvCxnSpPr>
          <p:nvPr userDrawn="1"/>
        </p:nvCxnSpPr>
        <p:spPr>
          <a:xfrm flipV="1">
            <a:off x="-252640" y="37662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136" name="TextBox 54">
            <a:extLst>
              <a:ext uri="{FF2B5EF4-FFF2-40B4-BE49-F238E27FC236}">
                <a16:creationId xmlns:a16="http://schemas.microsoft.com/office/drawing/2014/main" id="{469AA255-B293-4F3C-878C-96288D06152F}"/>
              </a:ext>
            </a:extLst>
          </p:cNvPr>
          <p:cNvSpPr txBox="1"/>
          <p:nvPr userDrawn="1"/>
        </p:nvSpPr>
        <p:spPr>
          <a:xfrm>
            <a:off x="-1860720" y="2836100"/>
            <a:ext cx="1536000" cy="180000"/>
          </a:xfrm>
          <a:prstGeom prst="rect">
            <a:avLst/>
          </a:prstGeom>
          <a:noFill/>
        </p:spPr>
        <p:txBody>
          <a:bodyPr wrap="square" lIns="0" tIns="0" rIns="132923" bIns="0" rtlCol="0" anchor="ctr">
            <a:noAutofit/>
          </a:bodyPr>
          <a:lstStyle/>
          <a:p>
            <a:pPr algn="r"/>
            <a:r>
              <a:rPr lang="en-US" sz="1000">
                <a:latin typeface="+mn-lt"/>
              </a:rPr>
              <a:t>Accent </a:t>
            </a:r>
            <a:r>
              <a:rPr lang="en-US" sz="1000" baseline="0">
                <a:latin typeface="+mn-lt"/>
              </a:rPr>
              <a:t>3</a:t>
            </a:r>
            <a:endParaRPr lang="en-US" sz="1000">
              <a:latin typeface="+mn-lt"/>
            </a:endParaRPr>
          </a:p>
        </p:txBody>
      </p:sp>
      <p:sp>
        <p:nvSpPr>
          <p:cNvPr id="137" name="Rectangle 55">
            <a:extLst>
              <a:ext uri="{FF2B5EF4-FFF2-40B4-BE49-F238E27FC236}">
                <a16:creationId xmlns:a16="http://schemas.microsoft.com/office/drawing/2014/main" id="{7C61EEDC-C1B2-46B4-A706-61A617FD6AA7}"/>
              </a:ext>
            </a:extLst>
          </p:cNvPr>
          <p:cNvSpPr/>
          <p:nvPr userDrawn="1"/>
        </p:nvSpPr>
        <p:spPr bwMode="gray">
          <a:xfrm>
            <a:off x="-324720" y="2836102"/>
            <a:ext cx="180000" cy="180000"/>
          </a:xfrm>
          <a:prstGeom prst="rect">
            <a:avLst/>
          </a:prstGeom>
          <a:solidFill>
            <a:srgbClr val="460073"/>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138" name="TextBox 56">
            <a:extLst>
              <a:ext uri="{FF2B5EF4-FFF2-40B4-BE49-F238E27FC236}">
                <a16:creationId xmlns:a16="http://schemas.microsoft.com/office/drawing/2014/main" id="{A0587071-EAB6-4C51-8AED-9E4A00CCF655}"/>
              </a:ext>
            </a:extLst>
          </p:cNvPr>
          <p:cNvSpPr txBox="1"/>
          <p:nvPr userDrawn="1"/>
        </p:nvSpPr>
        <p:spPr>
          <a:xfrm>
            <a:off x="-1860720" y="2407438"/>
            <a:ext cx="1536000" cy="180000"/>
          </a:xfrm>
          <a:prstGeom prst="rect">
            <a:avLst/>
          </a:prstGeom>
          <a:noFill/>
        </p:spPr>
        <p:txBody>
          <a:bodyPr wrap="square" lIns="0" tIns="0" rIns="132923" bIns="0" rtlCol="0" anchor="ctr">
            <a:noAutofit/>
          </a:bodyPr>
          <a:lstStyle/>
          <a:p>
            <a:pPr algn="r"/>
            <a:r>
              <a:rPr lang="en-US" sz="1000">
                <a:latin typeface="+mn-lt"/>
              </a:rPr>
              <a:t>Accent 1</a:t>
            </a:r>
          </a:p>
        </p:txBody>
      </p:sp>
      <p:sp>
        <p:nvSpPr>
          <p:cNvPr id="139" name="Rectangle 57">
            <a:extLst>
              <a:ext uri="{FF2B5EF4-FFF2-40B4-BE49-F238E27FC236}">
                <a16:creationId xmlns:a16="http://schemas.microsoft.com/office/drawing/2014/main" id="{053A697E-F388-49E2-9697-BCBE52A9ECCC}"/>
              </a:ext>
            </a:extLst>
          </p:cNvPr>
          <p:cNvSpPr/>
          <p:nvPr userDrawn="1"/>
        </p:nvSpPr>
        <p:spPr bwMode="gray">
          <a:xfrm>
            <a:off x="-324720" y="2407438"/>
            <a:ext cx="180000" cy="180000"/>
          </a:xfrm>
          <a:prstGeom prst="rect">
            <a:avLst/>
          </a:prstGeom>
          <a:solidFill>
            <a:srgbClr val="A100FF"/>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140" name="Rectangle 58">
            <a:extLst>
              <a:ext uri="{FF2B5EF4-FFF2-40B4-BE49-F238E27FC236}">
                <a16:creationId xmlns:a16="http://schemas.microsoft.com/office/drawing/2014/main" id="{0D612264-5BFA-4BF4-9220-19F46CD46C62}"/>
              </a:ext>
            </a:extLst>
          </p:cNvPr>
          <p:cNvSpPr/>
          <p:nvPr userDrawn="1"/>
        </p:nvSpPr>
        <p:spPr bwMode="gray">
          <a:xfrm>
            <a:off x="-324720" y="2621770"/>
            <a:ext cx="180000" cy="180000"/>
          </a:xfrm>
          <a:prstGeom prst="rect">
            <a:avLst/>
          </a:prstGeom>
          <a:solidFill>
            <a:srgbClr val="7500C0"/>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141" name="TextBox 59">
            <a:extLst>
              <a:ext uri="{FF2B5EF4-FFF2-40B4-BE49-F238E27FC236}">
                <a16:creationId xmlns:a16="http://schemas.microsoft.com/office/drawing/2014/main" id="{41E36749-78B4-4755-AEFF-9117D84B62E4}"/>
              </a:ext>
            </a:extLst>
          </p:cNvPr>
          <p:cNvSpPr txBox="1"/>
          <p:nvPr userDrawn="1"/>
        </p:nvSpPr>
        <p:spPr>
          <a:xfrm>
            <a:off x="-1860720" y="2621769"/>
            <a:ext cx="1536000" cy="180000"/>
          </a:xfrm>
          <a:prstGeom prst="rect">
            <a:avLst/>
          </a:prstGeom>
          <a:noFill/>
        </p:spPr>
        <p:txBody>
          <a:bodyPr wrap="square" lIns="0" tIns="0" rIns="132923" bIns="0" rtlCol="0" anchor="ctr">
            <a:noAutofit/>
          </a:bodyPr>
          <a:lstStyle/>
          <a:p>
            <a:pPr algn="r"/>
            <a:r>
              <a:rPr lang="en-US" sz="1000">
                <a:latin typeface="+mn-lt"/>
              </a:rPr>
              <a:t>Accent 2</a:t>
            </a:r>
          </a:p>
        </p:txBody>
      </p:sp>
      <p:sp>
        <p:nvSpPr>
          <p:cNvPr id="142" name="Rectangle 60">
            <a:extLst>
              <a:ext uri="{FF2B5EF4-FFF2-40B4-BE49-F238E27FC236}">
                <a16:creationId xmlns:a16="http://schemas.microsoft.com/office/drawing/2014/main" id="{F29AD6FB-0C4E-4F95-AC31-C148C749F779}"/>
              </a:ext>
            </a:extLst>
          </p:cNvPr>
          <p:cNvSpPr/>
          <p:nvPr userDrawn="1"/>
        </p:nvSpPr>
        <p:spPr bwMode="gray">
          <a:xfrm>
            <a:off x="-324720" y="4026766"/>
            <a:ext cx="180000" cy="180000"/>
          </a:xfrm>
          <a:prstGeom prst="rect">
            <a:avLst/>
          </a:prstGeom>
          <a:solidFill>
            <a:srgbClr val="BEBEBE"/>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143" name="Rectangle 61">
            <a:extLst>
              <a:ext uri="{FF2B5EF4-FFF2-40B4-BE49-F238E27FC236}">
                <a16:creationId xmlns:a16="http://schemas.microsoft.com/office/drawing/2014/main" id="{13E58781-8EBC-4B04-9401-92EA6D3A5829}"/>
              </a:ext>
            </a:extLst>
          </p:cNvPr>
          <p:cNvSpPr/>
          <p:nvPr userDrawn="1"/>
        </p:nvSpPr>
        <p:spPr bwMode="gray">
          <a:xfrm>
            <a:off x="-324720" y="4241098"/>
            <a:ext cx="180000" cy="180000"/>
          </a:xfrm>
          <a:prstGeom prst="rect">
            <a:avLst/>
          </a:prstGeom>
          <a:solidFill>
            <a:srgbClr val="969696"/>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144" name="TextBox 65">
            <a:extLst>
              <a:ext uri="{FF2B5EF4-FFF2-40B4-BE49-F238E27FC236}">
                <a16:creationId xmlns:a16="http://schemas.microsoft.com/office/drawing/2014/main" id="{E633518D-DBE5-4E57-8121-40D5FE985940}"/>
              </a:ext>
            </a:extLst>
          </p:cNvPr>
          <p:cNvSpPr txBox="1"/>
          <p:nvPr userDrawn="1"/>
        </p:nvSpPr>
        <p:spPr>
          <a:xfrm>
            <a:off x="-1860720" y="4669756"/>
            <a:ext cx="1536000" cy="180000"/>
          </a:xfrm>
          <a:prstGeom prst="rect">
            <a:avLst/>
          </a:prstGeom>
          <a:noFill/>
        </p:spPr>
        <p:txBody>
          <a:bodyPr wrap="square" lIns="0" tIns="0" rIns="132923" bIns="0" rtlCol="0" anchor="ctr">
            <a:noAutofit/>
          </a:bodyPr>
          <a:lstStyle/>
          <a:p>
            <a:pPr algn="r"/>
            <a:r>
              <a:rPr lang="en-US" sz="1000">
                <a:latin typeface="+mn-lt"/>
              </a:rPr>
              <a:t>White</a:t>
            </a:r>
          </a:p>
        </p:txBody>
      </p:sp>
      <p:sp>
        <p:nvSpPr>
          <p:cNvPr id="145" name="Rectangle 66">
            <a:extLst>
              <a:ext uri="{FF2B5EF4-FFF2-40B4-BE49-F238E27FC236}">
                <a16:creationId xmlns:a16="http://schemas.microsoft.com/office/drawing/2014/main" id="{E3C3FFF4-4E96-4E68-844F-DB6E2D0FA923}"/>
              </a:ext>
            </a:extLst>
          </p:cNvPr>
          <p:cNvSpPr/>
          <p:nvPr userDrawn="1"/>
        </p:nvSpPr>
        <p:spPr bwMode="gray">
          <a:xfrm>
            <a:off x="-324720" y="4455430"/>
            <a:ext cx="180000" cy="180000"/>
          </a:xfrm>
          <a:prstGeom prst="rect">
            <a:avLst/>
          </a:prstGeom>
          <a:solidFill>
            <a:srgbClr val="5A5A5A"/>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146" name="Rectangle 67">
            <a:extLst>
              <a:ext uri="{FF2B5EF4-FFF2-40B4-BE49-F238E27FC236}">
                <a16:creationId xmlns:a16="http://schemas.microsoft.com/office/drawing/2014/main" id="{37CBEC9C-6CCB-407B-A9FC-77F50B3B51D5}"/>
              </a:ext>
            </a:extLst>
          </p:cNvPr>
          <p:cNvSpPr/>
          <p:nvPr userDrawn="1"/>
        </p:nvSpPr>
        <p:spPr bwMode="gray">
          <a:xfrm>
            <a:off x="-324720" y="4669759"/>
            <a:ext cx="180000" cy="180000"/>
          </a:xfrm>
          <a:prstGeom prst="rect">
            <a:avLst/>
          </a:prstGeom>
          <a:solidFill>
            <a:schemeClr val="bg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147" name="Rectangle 68">
            <a:extLst>
              <a:ext uri="{FF2B5EF4-FFF2-40B4-BE49-F238E27FC236}">
                <a16:creationId xmlns:a16="http://schemas.microsoft.com/office/drawing/2014/main" id="{17DB5328-4826-4457-8F57-D0CEC2657877}"/>
              </a:ext>
            </a:extLst>
          </p:cNvPr>
          <p:cNvSpPr>
            <a:spLocks/>
          </p:cNvSpPr>
          <p:nvPr userDrawn="1"/>
        </p:nvSpPr>
        <p:spPr bwMode="gray">
          <a:xfrm>
            <a:off x="-324884" y="3812434"/>
            <a:ext cx="180000" cy="180000"/>
          </a:xfrm>
          <a:prstGeom prst="rect">
            <a:avLst/>
          </a:prstGeom>
          <a:solidFill>
            <a:schemeClr val="tx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148" name="TextBox 69">
            <a:extLst>
              <a:ext uri="{FF2B5EF4-FFF2-40B4-BE49-F238E27FC236}">
                <a16:creationId xmlns:a16="http://schemas.microsoft.com/office/drawing/2014/main" id="{021F9DA2-E4C1-4459-BEF8-59E62F6C5A6F}"/>
              </a:ext>
            </a:extLst>
          </p:cNvPr>
          <p:cNvSpPr txBox="1"/>
          <p:nvPr userDrawn="1"/>
        </p:nvSpPr>
        <p:spPr>
          <a:xfrm>
            <a:off x="-1860884" y="3812431"/>
            <a:ext cx="1536000" cy="180000"/>
          </a:xfrm>
          <a:prstGeom prst="rect">
            <a:avLst/>
          </a:prstGeom>
          <a:noFill/>
        </p:spPr>
        <p:txBody>
          <a:bodyPr wrap="square" lIns="0" tIns="0" rIns="132923" bIns="0" rtlCol="0" anchor="ctr">
            <a:noAutofit/>
          </a:bodyPr>
          <a:lstStyle/>
          <a:p>
            <a:pPr algn="r"/>
            <a:r>
              <a:rPr lang="en-US" sz="1000">
                <a:latin typeface="+mn-lt"/>
              </a:rPr>
              <a:t>Black (Text)</a:t>
            </a:r>
          </a:p>
        </p:txBody>
      </p:sp>
      <p:sp>
        <p:nvSpPr>
          <p:cNvPr id="149" name="TextBox 70">
            <a:extLst>
              <a:ext uri="{FF2B5EF4-FFF2-40B4-BE49-F238E27FC236}">
                <a16:creationId xmlns:a16="http://schemas.microsoft.com/office/drawing/2014/main" id="{9A22BC08-3C8B-498F-8881-9371574D119E}"/>
              </a:ext>
            </a:extLst>
          </p:cNvPr>
          <p:cNvSpPr txBox="1"/>
          <p:nvPr userDrawn="1"/>
        </p:nvSpPr>
        <p:spPr>
          <a:xfrm>
            <a:off x="-2100884" y="1510032"/>
            <a:ext cx="1776000" cy="144000"/>
          </a:xfrm>
          <a:prstGeom prst="rect">
            <a:avLst/>
          </a:prstGeom>
          <a:noFill/>
        </p:spPr>
        <p:txBody>
          <a:bodyPr wrap="square" lIns="0" tIns="0" rIns="0" bIns="0" rtlCol="0" anchor="ctr">
            <a:noAutofit/>
          </a:bodyPr>
          <a:lstStyle/>
          <a:p>
            <a:pPr algn="r"/>
            <a:r>
              <a:rPr lang="en-US" sz="1000">
                <a:latin typeface="+mn-lt"/>
              </a:rPr>
              <a:t>Headline Line</a:t>
            </a:r>
          </a:p>
        </p:txBody>
      </p:sp>
      <p:cxnSp>
        <p:nvCxnSpPr>
          <p:cNvPr id="150" name="Straight Connector 71">
            <a:extLst>
              <a:ext uri="{FF2B5EF4-FFF2-40B4-BE49-F238E27FC236}">
                <a16:creationId xmlns:a16="http://schemas.microsoft.com/office/drawing/2014/main" id="{AB04AF21-4BD2-4419-B355-92817534F45E}"/>
              </a:ext>
            </a:extLst>
          </p:cNvPr>
          <p:cNvCxnSpPr/>
          <p:nvPr userDrawn="1"/>
        </p:nvCxnSpPr>
        <p:spPr>
          <a:xfrm>
            <a:off x="-272960" y="651510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151" name="TextBox 72">
            <a:extLst>
              <a:ext uri="{FF2B5EF4-FFF2-40B4-BE49-F238E27FC236}">
                <a16:creationId xmlns:a16="http://schemas.microsoft.com/office/drawing/2014/main" id="{07B48585-2900-4D96-BC06-EB67204CB756}"/>
              </a:ext>
            </a:extLst>
          </p:cNvPr>
          <p:cNvSpPr txBox="1"/>
          <p:nvPr userDrawn="1"/>
        </p:nvSpPr>
        <p:spPr>
          <a:xfrm>
            <a:off x="-1920720" y="6601618"/>
            <a:ext cx="1776000" cy="144000"/>
          </a:xfrm>
          <a:prstGeom prst="rect">
            <a:avLst/>
          </a:prstGeom>
          <a:noFill/>
        </p:spPr>
        <p:txBody>
          <a:bodyPr wrap="square" lIns="0" tIns="0" rIns="0" bIns="0" rtlCol="0" anchor="ctr">
            <a:noAutofit/>
          </a:bodyPr>
          <a:lstStyle/>
          <a:p>
            <a:pPr algn="r"/>
            <a:r>
              <a:rPr lang="en-US" sz="1000">
                <a:latin typeface="+mn-lt"/>
              </a:rPr>
              <a:t>Footer</a:t>
            </a:r>
          </a:p>
        </p:txBody>
      </p:sp>
      <p:sp>
        <p:nvSpPr>
          <p:cNvPr id="152" name="TextBox 73">
            <a:extLst>
              <a:ext uri="{FF2B5EF4-FFF2-40B4-BE49-F238E27FC236}">
                <a16:creationId xmlns:a16="http://schemas.microsoft.com/office/drawing/2014/main" id="{F98AC3CD-7D77-427B-9AAD-B6B40C223512}"/>
              </a:ext>
            </a:extLst>
          </p:cNvPr>
          <p:cNvSpPr txBox="1"/>
          <p:nvPr userDrawn="1"/>
        </p:nvSpPr>
        <p:spPr>
          <a:xfrm>
            <a:off x="420713" y="-233053"/>
            <a:ext cx="1871812" cy="127639"/>
          </a:xfrm>
          <a:prstGeom prst="rect">
            <a:avLst/>
          </a:prstGeom>
          <a:noFill/>
        </p:spPr>
        <p:txBody>
          <a:bodyPr wrap="square" lIns="88615" tIns="0" rIns="0" bIns="0" rtlCol="0" anchor="ctr">
            <a:noAutofit/>
          </a:bodyPr>
          <a:lstStyle/>
          <a:p>
            <a:r>
              <a:rPr lang="en-US" sz="1000">
                <a:latin typeface="+mn-lt"/>
              </a:rPr>
              <a:t>Begin Content</a:t>
            </a:r>
            <a:r>
              <a:rPr lang="en-US" sz="1000" baseline="0">
                <a:latin typeface="+mn-lt"/>
              </a:rPr>
              <a:t> </a:t>
            </a:r>
            <a:r>
              <a:rPr lang="en-US" sz="1000">
                <a:latin typeface="+mn-lt"/>
              </a:rPr>
              <a:t>Area</a:t>
            </a:r>
          </a:p>
        </p:txBody>
      </p:sp>
      <p:sp>
        <p:nvSpPr>
          <p:cNvPr id="153" name="TextBox 74">
            <a:extLst>
              <a:ext uri="{FF2B5EF4-FFF2-40B4-BE49-F238E27FC236}">
                <a16:creationId xmlns:a16="http://schemas.microsoft.com/office/drawing/2014/main" id="{A3BC603E-0329-46B2-AEFC-0E3ADD01B24B}"/>
              </a:ext>
            </a:extLst>
          </p:cNvPr>
          <p:cNvSpPr txBox="1"/>
          <p:nvPr userDrawn="1"/>
        </p:nvSpPr>
        <p:spPr>
          <a:xfrm>
            <a:off x="10028974" y="-222232"/>
            <a:ext cx="1827269" cy="144000"/>
          </a:xfrm>
          <a:prstGeom prst="rect">
            <a:avLst/>
          </a:prstGeom>
          <a:noFill/>
        </p:spPr>
        <p:txBody>
          <a:bodyPr wrap="square" lIns="0" tIns="0" rIns="88615" bIns="0" rtlCol="0" anchor="ctr">
            <a:noAutofit/>
          </a:bodyPr>
          <a:lstStyle/>
          <a:p>
            <a:pPr algn="r"/>
            <a:r>
              <a:rPr lang="en-US" sz="1000">
                <a:latin typeface="+mn-lt"/>
              </a:rPr>
              <a:t>End Content Area</a:t>
            </a:r>
          </a:p>
        </p:txBody>
      </p:sp>
      <p:sp>
        <p:nvSpPr>
          <p:cNvPr id="154" name="TextBox 75">
            <a:extLst>
              <a:ext uri="{FF2B5EF4-FFF2-40B4-BE49-F238E27FC236}">
                <a16:creationId xmlns:a16="http://schemas.microsoft.com/office/drawing/2014/main" id="{E10EDEA7-3DDB-45D6-A4AF-E1519B6494B7}"/>
              </a:ext>
            </a:extLst>
          </p:cNvPr>
          <p:cNvSpPr txBox="1"/>
          <p:nvPr userDrawn="1"/>
        </p:nvSpPr>
        <p:spPr>
          <a:xfrm>
            <a:off x="6107205" y="-222232"/>
            <a:ext cx="1827269" cy="144000"/>
          </a:xfrm>
          <a:prstGeom prst="rect">
            <a:avLst/>
          </a:prstGeom>
          <a:noFill/>
        </p:spPr>
        <p:txBody>
          <a:bodyPr wrap="square" lIns="88615" tIns="0" rIns="0" bIns="0" rtlCol="0" anchor="ctr">
            <a:noAutofit/>
          </a:bodyPr>
          <a:lstStyle/>
          <a:p>
            <a:r>
              <a:rPr lang="en-US" sz="1000">
                <a:latin typeface="+mn-lt"/>
              </a:rPr>
              <a:t>Center Type Area</a:t>
            </a:r>
          </a:p>
        </p:txBody>
      </p:sp>
      <p:cxnSp>
        <p:nvCxnSpPr>
          <p:cNvPr id="155" name="Straight Connector 76">
            <a:extLst>
              <a:ext uri="{FF2B5EF4-FFF2-40B4-BE49-F238E27FC236}">
                <a16:creationId xmlns:a16="http://schemas.microsoft.com/office/drawing/2014/main" id="{F5BE2F39-3852-4579-BBF7-6EB1C2021F50}"/>
              </a:ext>
            </a:extLst>
          </p:cNvPr>
          <p:cNvCxnSpPr>
            <a:cxnSpLocks/>
          </p:cNvCxnSpPr>
          <p:nvPr userDrawn="1"/>
        </p:nvCxnSpPr>
        <p:spPr>
          <a:xfrm flipV="1">
            <a:off x="381000" y="-195414"/>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156" name="Straight Connector 77">
            <a:extLst>
              <a:ext uri="{FF2B5EF4-FFF2-40B4-BE49-F238E27FC236}">
                <a16:creationId xmlns:a16="http://schemas.microsoft.com/office/drawing/2014/main" id="{0156EE4B-11B0-4DCF-B67E-9F46912DF96C}"/>
              </a:ext>
            </a:extLst>
          </p:cNvPr>
          <p:cNvCxnSpPr>
            <a:cxnSpLocks/>
          </p:cNvCxnSpPr>
          <p:nvPr userDrawn="1"/>
        </p:nvCxnSpPr>
        <p:spPr>
          <a:xfrm flipV="1">
            <a:off x="6096000" y="-195414"/>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157" name="Straight Connector 78">
            <a:extLst>
              <a:ext uri="{FF2B5EF4-FFF2-40B4-BE49-F238E27FC236}">
                <a16:creationId xmlns:a16="http://schemas.microsoft.com/office/drawing/2014/main" id="{FB0D9A7F-9CBC-4DB0-AC4B-5691A442A006}"/>
              </a:ext>
            </a:extLst>
          </p:cNvPr>
          <p:cNvCxnSpPr>
            <a:cxnSpLocks/>
          </p:cNvCxnSpPr>
          <p:nvPr userDrawn="1"/>
        </p:nvCxnSpPr>
        <p:spPr>
          <a:xfrm flipV="1">
            <a:off x="11825060" y="-198712"/>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158" name="TextBox 79">
            <a:extLst>
              <a:ext uri="{FF2B5EF4-FFF2-40B4-BE49-F238E27FC236}">
                <a16:creationId xmlns:a16="http://schemas.microsoft.com/office/drawing/2014/main" id="{7D51CB25-7E4B-4EB5-9A26-BDCE6D5FD5EF}"/>
              </a:ext>
            </a:extLst>
          </p:cNvPr>
          <p:cNvSpPr txBox="1"/>
          <p:nvPr userDrawn="1"/>
        </p:nvSpPr>
        <p:spPr>
          <a:xfrm>
            <a:off x="-1406556" y="3229257"/>
            <a:ext cx="1827269" cy="144000"/>
          </a:xfrm>
          <a:prstGeom prst="rect">
            <a:avLst/>
          </a:prstGeom>
          <a:noFill/>
        </p:spPr>
        <p:txBody>
          <a:bodyPr wrap="square" lIns="88615" tIns="0" rIns="0" bIns="0" rtlCol="0" anchor="ctr">
            <a:noAutofit/>
          </a:bodyPr>
          <a:lstStyle/>
          <a:p>
            <a:r>
              <a:rPr lang="en-US" sz="1000">
                <a:latin typeface="+mn-lt"/>
              </a:rPr>
              <a:t>Center Type Area</a:t>
            </a:r>
          </a:p>
        </p:txBody>
      </p:sp>
      <p:cxnSp>
        <p:nvCxnSpPr>
          <p:cNvPr id="159" name="Straight Connector 80">
            <a:extLst>
              <a:ext uri="{FF2B5EF4-FFF2-40B4-BE49-F238E27FC236}">
                <a16:creationId xmlns:a16="http://schemas.microsoft.com/office/drawing/2014/main" id="{C67AF5E6-0804-4909-939C-C986F73F4AD3}"/>
              </a:ext>
            </a:extLst>
          </p:cNvPr>
          <p:cNvCxnSpPr/>
          <p:nvPr userDrawn="1"/>
        </p:nvCxnSpPr>
        <p:spPr>
          <a:xfrm>
            <a:off x="-249485" y="342900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160" name="TextBox 62">
            <a:extLst>
              <a:ext uri="{FF2B5EF4-FFF2-40B4-BE49-F238E27FC236}">
                <a16:creationId xmlns:a16="http://schemas.microsoft.com/office/drawing/2014/main" id="{4F3DDD6B-DEEB-4B79-9EE0-FCC938E59752}"/>
              </a:ext>
            </a:extLst>
          </p:cNvPr>
          <p:cNvSpPr txBox="1"/>
          <p:nvPr userDrawn="1"/>
        </p:nvSpPr>
        <p:spPr>
          <a:xfrm>
            <a:off x="-969476" y="4026762"/>
            <a:ext cx="576000" cy="608662"/>
          </a:xfrm>
          <a:prstGeom prst="rect">
            <a:avLst/>
          </a:prstGeom>
          <a:noFill/>
        </p:spPr>
        <p:txBody>
          <a:bodyPr wrap="square" lIns="0" tIns="0" rIns="0" bIns="0" rtlCol="0" anchor="ctr">
            <a:noAutofit/>
          </a:bodyPr>
          <a:lstStyle/>
          <a:p>
            <a:pPr algn="l"/>
            <a:r>
              <a:rPr lang="en-US" sz="1000" b="0" i="0" u="none" strike="noStrike" baseline="0">
                <a:solidFill>
                  <a:schemeClr val="tx1">
                    <a:lumMod val="100000"/>
                  </a:schemeClr>
                </a:solidFill>
                <a:latin typeface="Graphik" panose="020B0503030202060203" pitchFamily="34" charset="0"/>
              </a:rPr>
              <a:t>Grey 1</a:t>
            </a:r>
          </a:p>
          <a:p>
            <a:pPr algn="l"/>
            <a:r>
              <a:rPr lang="en-US" sz="1000" b="0" i="0" u="none" strike="noStrike" baseline="0">
                <a:solidFill>
                  <a:schemeClr val="tx1">
                    <a:lumMod val="100000"/>
                  </a:schemeClr>
                </a:solidFill>
                <a:latin typeface="Graphik" panose="020B0503030202060203" pitchFamily="34" charset="0"/>
              </a:rPr>
              <a:t>Grey 2</a:t>
            </a:r>
          </a:p>
          <a:p>
            <a:pPr algn="l"/>
            <a:r>
              <a:rPr lang="en-US" sz="1000" b="0" i="0" u="none" strike="noStrike" baseline="0">
                <a:solidFill>
                  <a:schemeClr val="tx1">
                    <a:lumMod val="100000"/>
                  </a:schemeClr>
                </a:solidFill>
                <a:latin typeface="Graphik" panose="020B0503030202060203" pitchFamily="34" charset="0"/>
              </a:rPr>
              <a:t>Grey 3</a:t>
            </a:r>
          </a:p>
        </p:txBody>
      </p:sp>
    </p:spTree>
    <p:extLst>
      <p:ext uri="{BB962C8B-B14F-4D97-AF65-F5344CB8AC3E}">
        <p14:creationId xmlns:p14="http://schemas.microsoft.com/office/powerpoint/2010/main" val="144378193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Master: White">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B233544-EAA4-455F-8C8C-F9FC7D06BFAB}"/>
              </a:ext>
            </a:extLst>
          </p:cNvPr>
          <p:cNvSpPr>
            <a:spLocks noGrp="1"/>
          </p:cNvSpPr>
          <p:nvPr>
            <p:ph type="body" sz="quarter" idx="10" hasCustomPrompt="1"/>
          </p:nvPr>
        </p:nvSpPr>
        <p:spPr>
          <a:xfrm>
            <a:off x="380998" y="1744826"/>
            <a:ext cx="6435081" cy="1714500"/>
          </a:xfrm>
        </p:spPr>
        <p:txBody>
          <a:bodyPr lIns="0" tIns="0" rIns="0" bIns="0">
            <a:noAutofit/>
          </a:bodyPr>
          <a:lstStyle>
            <a:lvl1pPr>
              <a:lnSpc>
                <a:spcPct val="70000"/>
              </a:lnSpc>
              <a:defRPr sz="6000" cap="all" baseline="0">
                <a:latin typeface="+mj-lt"/>
              </a:defRPr>
            </a:lvl1pPr>
          </a:lstStyle>
          <a:p>
            <a:pPr lvl="0"/>
            <a:r>
              <a:rPr lang="en-US"/>
              <a:t>Presentation Title</a:t>
            </a:r>
          </a:p>
        </p:txBody>
      </p:sp>
      <p:sp>
        <p:nvSpPr>
          <p:cNvPr id="18" name="Text Placeholder 4">
            <a:extLst>
              <a:ext uri="{FF2B5EF4-FFF2-40B4-BE49-F238E27FC236}">
                <a16:creationId xmlns:a16="http://schemas.microsoft.com/office/drawing/2014/main" id="{D6C774CE-8A51-462C-A6DA-3353B65B8EAB}"/>
              </a:ext>
            </a:extLst>
          </p:cNvPr>
          <p:cNvSpPr>
            <a:spLocks noGrp="1"/>
          </p:cNvSpPr>
          <p:nvPr>
            <p:ph type="body" sz="quarter" idx="11" hasCustomPrompt="1"/>
          </p:nvPr>
        </p:nvSpPr>
        <p:spPr>
          <a:xfrm>
            <a:off x="380998" y="3486875"/>
            <a:ext cx="6435081" cy="507831"/>
          </a:xfrm>
        </p:spPr>
        <p:txBody>
          <a:bodyPr lIns="0" tIns="0" rIns="0" bIns="0">
            <a:noAutofit/>
          </a:bodyPr>
          <a:lstStyle>
            <a:lvl1pPr>
              <a:lnSpc>
                <a:spcPct val="70000"/>
              </a:lnSpc>
              <a:defRPr sz="3000" cap="all" baseline="0">
                <a:solidFill>
                  <a:schemeClr val="tx1"/>
                </a:solidFill>
                <a:latin typeface="+mj-lt"/>
              </a:defRPr>
            </a:lvl1pPr>
            <a:lvl2pPr>
              <a:defRPr sz="3000">
                <a:latin typeface="Graphik Black" panose="020B0A03030202060203" pitchFamily="34" charset="0"/>
              </a:defRPr>
            </a:lvl2pPr>
            <a:lvl3pPr>
              <a:defRPr sz="3000">
                <a:latin typeface="Graphik Black" panose="020B0A03030202060203" pitchFamily="34" charset="0"/>
              </a:defRPr>
            </a:lvl3pPr>
            <a:lvl4pPr>
              <a:defRPr sz="3000">
                <a:latin typeface="Graphik Black" panose="020B0A03030202060203" pitchFamily="34" charset="0"/>
              </a:defRPr>
            </a:lvl4pPr>
            <a:lvl5pPr>
              <a:defRPr sz="3000">
                <a:latin typeface="Graphik Black" panose="020B0A03030202060203" pitchFamily="34" charset="0"/>
              </a:defRPr>
            </a:lvl5pPr>
          </a:lstStyle>
          <a:p>
            <a:pPr lvl="0"/>
            <a:r>
              <a:rPr lang="en-US"/>
              <a:t>Subtitle</a:t>
            </a:r>
          </a:p>
        </p:txBody>
      </p:sp>
      <p:pic>
        <p:nvPicPr>
          <p:cNvPr id="10" name="Grafik 9" descr="Ein Bild, das Text enthält.&#10;&#10;Automatisch generierte Beschreibung">
            <a:extLst>
              <a:ext uri="{FF2B5EF4-FFF2-40B4-BE49-F238E27FC236}">
                <a16:creationId xmlns:a16="http://schemas.microsoft.com/office/drawing/2014/main" id="{0DF2E850-F5FB-4112-A49A-0E6F6BA69091}"/>
              </a:ext>
            </a:extLst>
          </p:cNvPr>
          <p:cNvPicPr>
            <a:picLocks noChangeAspect="1"/>
          </p:cNvPicPr>
          <p:nvPr userDrawn="1"/>
        </p:nvPicPr>
        <p:blipFill>
          <a:blip r:embed="rId2"/>
          <a:stretch>
            <a:fillRect/>
          </a:stretch>
        </p:blipFill>
        <p:spPr>
          <a:xfrm>
            <a:off x="380998" y="5285975"/>
            <a:ext cx="1965962" cy="1222172"/>
          </a:xfrm>
          <a:prstGeom prst="rect">
            <a:avLst/>
          </a:prstGeom>
        </p:spPr>
      </p:pic>
      <p:cxnSp>
        <p:nvCxnSpPr>
          <p:cNvPr id="11" name="Straight Connector 41">
            <a:extLst>
              <a:ext uri="{FF2B5EF4-FFF2-40B4-BE49-F238E27FC236}">
                <a16:creationId xmlns:a16="http://schemas.microsoft.com/office/drawing/2014/main" id="{48FF9C4A-AFFC-487A-9BBA-DA3537332ED8}"/>
              </a:ext>
            </a:extLst>
          </p:cNvPr>
          <p:cNvCxnSpPr/>
          <p:nvPr userDrawn="1"/>
        </p:nvCxnSpPr>
        <p:spPr>
          <a:xfrm>
            <a:off x="-252640" y="1673414"/>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12" name="Straight Connector 50">
            <a:extLst>
              <a:ext uri="{FF2B5EF4-FFF2-40B4-BE49-F238E27FC236}">
                <a16:creationId xmlns:a16="http://schemas.microsoft.com/office/drawing/2014/main" id="{896E91C3-A7E0-419C-83CB-5997BC58FFF7}"/>
              </a:ext>
            </a:extLst>
          </p:cNvPr>
          <p:cNvCxnSpPr/>
          <p:nvPr userDrawn="1"/>
        </p:nvCxnSpPr>
        <p:spPr>
          <a:xfrm>
            <a:off x="-252640" y="182996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14" name="TextBox 51">
            <a:extLst>
              <a:ext uri="{FF2B5EF4-FFF2-40B4-BE49-F238E27FC236}">
                <a16:creationId xmlns:a16="http://schemas.microsoft.com/office/drawing/2014/main" id="{B2CFE8E9-163D-436A-86FC-59701D025F22}"/>
              </a:ext>
            </a:extLst>
          </p:cNvPr>
          <p:cNvSpPr txBox="1"/>
          <p:nvPr userDrawn="1"/>
        </p:nvSpPr>
        <p:spPr>
          <a:xfrm>
            <a:off x="-1980884" y="1878613"/>
            <a:ext cx="1778865" cy="222546"/>
          </a:xfrm>
          <a:prstGeom prst="rect">
            <a:avLst/>
          </a:prstGeom>
          <a:noFill/>
        </p:spPr>
        <p:txBody>
          <a:bodyPr wrap="square" lIns="0" tIns="0" rIns="0" bIns="0" rtlCol="0" anchor="ctr">
            <a:noAutofit/>
          </a:bodyPr>
          <a:lstStyle/>
          <a:p>
            <a:pPr algn="r"/>
            <a:r>
              <a:rPr lang="en-US" sz="1000">
                <a:latin typeface="+mn-lt"/>
              </a:rPr>
              <a:t>Upper Guide Content</a:t>
            </a:r>
          </a:p>
        </p:txBody>
      </p:sp>
      <p:sp>
        <p:nvSpPr>
          <p:cNvPr id="16" name="TextBox 52">
            <a:extLst>
              <a:ext uri="{FF2B5EF4-FFF2-40B4-BE49-F238E27FC236}">
                <a16:creationId xmlns:a16="http://schemas.microsoft.com/office/drawing/2014/main" id="{0FD790DA-E952-4D7F-9DC0-61B4391C67F8}"/>
              </a:ext>
            </a:extLst>
          </p:cNvPr>
          <p:cNvSpPr txBox="1"/>
          <p:nvPr userDrawn="1"/>
        </p:nvSpPr>
        <p:spPr>
          <a:xfrm>
            <a:off x="-1860884" y="142551"/>
            <a:ext cx="1776000" cy="144000"/>
          </a:xfrm>
          <a:prstGeom prst="rect">
            <a:avLst/>
          </a:prstGeom>
          <a:noFill/>
        </p:spPr>
        <p:txBody>
          <a:bodyPr wrap="square" lIns="0" tIns="0" rIns="0" bIns="0" rtlCol="0" anchor="ctr">
            <a:noAutofit/>
          </a:bodyPr>
          <a:lstStyle/>
          <a:p>
            <a:pPr algn="r"/>
            <a:r>
              <a:rPr lang="en-US" sz="1000">
                <a:latin typeface="+mn-lt"/>
              </a:rPr>
              <a:t>Tagline</a:t>
            </a:r>
          </a:p>
        </p:txBody>
      </p:sp>
      <p:cxnSp>
        <p:nvCxnSpPr>
          <p:cNvPr id="17" name="Straight Connector 53">
            <a:extLst>
              <a:ext uri="{FF2B5EF4-FFF2-40B4-BE49-F238E27FC236}">
                <a16:creationId xmlns:a16="http://schemas.microsoft.com/office/drawing/2014/main" id="{ECE33047-F2BE-4148-804F-CA26BC514879}"/>
              </a:ext>
            </a:extLst>
          </p:cNvPr>
          <p:cNvCxnSpPr>
            <a:cxnSpLocks/>
          </p:cNvCxnSpPr>
          <p:nvPr userDrawn="1"/>
        </p:nvCxnSpPr>
        <p:spPr>
          <a:xfrm flipV="1">
            <a:off x="-252640" y="37662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19" name="TextBox 54">
            <a:extLst>
              <a:ext uri="{FF2B5EF4-FFF2-40B4-BE49-F238E27FC236}">
                <a16:creationId xmlns:a16="http://schemas.microsoft.com/office/drawing/2014/main" id="{07DC4473-7571-4AAB-9F70-687D99CCFE82}"/>
              </a:ext>
            </a:extLst>
          </p:cNvPr>
          <p:cNvSpPr txBox="1"/>
          <p:nvPr userDrawn="1"/>
        </p:nvSpPr>
        <p:spPr>
          <a:xfrm>
            <a:off x="-1860720" y="2836100"/>
            <a:ext cx="1536000" cy="180000"/>
          </a:xfrm>
          <a:prstGeom prst="rect">
            <a:avLst/>
          </a:prstGeom>
          <a:noFill/>
        </p:spPr>
        <p:txBody>
          <a:bodyPr wrap="square" lIns="0" tIns="0" rIns="132923" bIns="0" rtlCol="0" anchor="ctr">
            <a:noAutofit/>
          </a:bodyPr>
          <a:lstStyle/>
          <a:p>
            <a:pPr algn="r"/>
            <a:r>
              <a:rPr lang="en-US" sz="1000">
                <a:latin typeface="+mn-lt"/>
              </a:rPr>
              <a:t>Accent </a:t>
            </a:r>
            <a:r>
              <a:rPr lang="en-US" sz="1000" baseline="0">
                <a:latin typeface="+mn-lt"/>
              </a:rPr>
              <a:t>3</a:t>
            </a:r>
            <a:endParaRPr lang="en-US" sz="1000">
              <a:latin typeface="+mn-lt"/>
            </a:endParaRPr>
          </a:p>
        </p:txBody>
      </p:sp>
      <p:sp>
        <p:nvSpPr>
          <p:cNvPr id="20" name="Rectangle 55">
            <a:extLst>
              <a:ext uri="{FF2B5EF4-FFF2-40B4-BE49-F238E27FC236}">
                <a16:creationId xmlns:a16="http://schemas.microsoft.com/office/drawing/2014/main" id="{5D424C56-E952-40CE-A7B0-02E6BEE8FC10}"/>
              </a:ext>
            </a:extLst>
          </p:cNvPr>
          <p:cNvSpPr/>
          <p:nvPr userDrawn="1"/>
        </p:nvSpPr>
        <p:spPr bwMode="gray">
          <a:xfrm>
            <a:off x="-324720" y="2836102"/>
            <a:ext cx="180000" cy="180000"/>
          </a:xfrm>
          <a:prstGeom prst="rect">
            <a:avLst/>
          </a:prstGeom>
          <a:solidFill>
            <a:srgbClr val="460073"/>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21" name="TextBox 56">
            <a:extLst>
              <a:ext uri="{FF2B5EF4-FFF2-40B4-BE49-F238E27FC236}">
                <a16:creationId xmlns:a16="http://schemas.microsoft.com/office/drawing/2014/main" id="{A7D9E33A-7508-4A64-A913-8DFA601587F5}"/>
              </a:ext>
            </a:extLst>
          </p:cNvPr>
          <p:cNvSpPr txBox="1"/>
          <p:nvPr userDrawn="1"/>
        </p:nvSpPr>
        <p:spPr>
          <a:xfrm>
            <a:off x="-1860720" y="2407438"/>
            <a:ext cx="1536000" cy="180000"/>
          </a:xfrm>
          <a:prstGeom prst="rect">
            <a:avLst/>
          </a:prstGeom>
          <a:noFill/>
        </p:spPr>
        <p:txBody>
          <a:bodyPr wrap="square" lIns="0" tIns="0" rIns="132923" bIns="0" rtlCol="0" anchor="ctr">
            <a:noAutofit/>
          </a:bodyPr>
          <a:lstStyle/>
          <a:p>
            <a:pPr algn="r"/>
            <a:r>
              <a:rPr lang="en-US" sz="1000">
                <a:latin typeface="+mn-lt"/>
              </a:rPr>
              <a:t>Accent 1</a:t>
            </a:r>
          </a:p>
        </p:txBody>
      </p:sp>
      <p:sp>
        <p:nvSpPr>
          <p:cNvPr id="22" name="Rectangle 57">
            <a:extLst>
              <a:ext uri="{FF2B5EF4-FFF2-40B4-BE49-F238E27FC236}">
                <a16:creationId xmlns:a16="http://schemas.microsoft.com/office/drawing/2014/main" id="{9F50A892-4159-46D0-B8E6-1ADC6D3C8960}"/>
              </a:ext>
            </a:extLst>
          </p:cNvPr>
          <p:cNvSpPr/>
          <p:nvPr userDrawn="1"/>
        </p:nvSpPr>
        <p:spPr bwMode="gray">
          <a:xfrm>
            <a:off x="-324720" y="2407438"/>
            <a:ext cx="180000" cy="180000"/>
          </a:xfrm>
          <a:prstGeom prst="rect">
            <a:avLst/>
          </a:prstGeom>
          <a:solidFill>
            <a:srgbClr val="A100FF"/>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23" name="Rectangle 58">
            <a:extLst>
              <a:ext uri="{FF2B5EF4-FFF2-40B4-BE49-F238E27FC236}">
                <a16:creationId xmlns:a16="http://schemas.microsoft.com/office/drawing/2014/main" id="{3377BC07-4E68-4199-939E-E4243AC49FE8}"/>
              </a:ext>
            </a:extLst>
          </p:cNvPr>
          <p:cNvSpPr/>
          <p:nvPr userDrawn="1"/>
        </p:nvSpPr>
        <p:spPr bwMode="gray">
          <a:xfrm>
            <a:off x="-324720" y="2621770"/>
            <a:ext cx="180000" cy="180000"/>
          </a:xfrm>
          <a:prstGeom prst="rect">
            <a:avLst/>
          </a:prstGeom>
          <a:solidFill>
            <a:srgbClr val="7500C0"/>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24" name="TextBox 59">
            <a:extLst>
              <a:ext uri="{FF2B5EF4-FFF2-40B4-BE49-F238E27FC236}">
                <a16:creationId xmlns:a16="http://schemas.microsoft.com/office/drawing/2014/main" id="{583E8244-F536-47AB-88BC-99D8AF3C6315}"/>
              </a:ext>
            </a:extLst>
          </p:cNvPr>
          <p:cNvSpPr txBox="1"/>
          <p:nvPr userDrawn="1"/>
        </p:nvSpPr>
        <p:spPr>
          <a:xfrm>
            <a:off x="-1860720" y="2621769"/>
            <a:ext cx="1536000" cy="180000"/>
          </a:xfrm>
          <a:prstGeom prst="rect">
            <a:avLst/>
          </a:prstGeom>
          <a:noFill/>
        </p:spPr>
        <p:txBody>
          <a:bodyPr wrap="square" lIns="0" tIns="0" rIns="132923" bIns="0" rtlCol="0" anchor="ctr">
            <a:noAutofit/>
          </a:bodyPr>
          <a:lstStyle/>
          <a:p>
            <a:pPr algn="r"/>
            <a:r>
              <a:rPr lang="en-US" sz="1000">
                <a:latin typeface="+mn-lt"/>
              </a:rPr>
              <a:t>Accent 2</a:t>
            </a:r>
          </a:p>
        </p:txBody>
      </p:sp>
      <p:sp>
        <p:nvSpPr>
          <p:cNvPr id="25" name="Rectangle 60">
            <a:extLst>
              <a:ext uri="{FF2B5EF4-FFF2-40B4-BE49-F238E27FC236}">
                <a16:creationId xmlns:a16="http://schemas.microsoft.com/office/drawing/2014/main" id="{66269A8D-41BD-4920-B4F7-F5CD78B842B0}"/>
              </a:ext>
            </a:extLst>
          </p:cNvPr>
          <p:cNvSpPr/>
          <p:nvPr userDrawn="1"/>
        </p:nvSpPr>
        <p:spPr bwMode="gray">
          <a:xfrm>
            <a:off x="-324720" y="4026766"/>
            <a:ext cx="180000" cy="180000"/>
          </a:xfrm>
          <a:prstGeom prst="rect">
            <a:avLst/>
          </a:prstGeom>
          <a:solidFill>
            <a:srgbClr val="BEBEBE"/>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26" name="Rectangle 61">
            <a:extLst>
              <a:ext uri="{FF2B5EF4-FFF2-40B4-BE49-F238E27FC236}">
                <a16:creationId xmlns:a16="http://schemas.microsoft.com/office/drawing/2014/main" id="{9A652CA2-7C1D-44AA-AD38-FDA4797CB80F}"/>
              </a:ext>
            </a:extLst>
          </p:cNvPr>
          <p:cNvSpPr/>
          <p:nvPr userDrawn="1"/>
        </p:nvSpPr>
        <p:spPr bwMode="gray">
          <a:xfrm>
            <a:off x="-324720" y="4241098"/>
            <a:ext cx="180000" cy="180000"/>
          </a:xfrm>
          <a:prstGeom prst="rect">
            <a:avLst/>
          </a:prstGeom>
          <a:solidFill>
            <a:srgbClr val="969696"/>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27" name="TextBox 65">
            <a:extLst>
              <a:ext uri="{FF2B5EF4-FFF2-40B4-BE49-F238E27FC236}">
                <a16:creationId xmlns:a16="http://schemas.microsoft.com/office/drawing/2014/main" id="{6D213FA4-7CDB-40C0-B07D-57B896364D56}"/>
              </a:ext>
            </a:extLst>
          </p:cNvPr>
          <p:cNvSpPr txBox="1"/>
          <p:nvPr userDrawn="1"/>
        </p:nvSpPr>
        <p:spPr>
          <a:xfrm>
            <a:off x="-1860720" y="4669756"/>
            <a:ext cx="1536000" cy="180000"/>
          </a:xfrm>
          <a:prstGeom prst="rect">
            <a:avLst/>
          </a:prstGeom>
          <a:noFill/>
        </p:spPr>
        <p:txBody>
          <a:bodyPr wrap="square" lIns="0" tIns="0" rIns="132923" bIns="0" rtlCol="0" anchor="ctr">
            <a:noAutofit/>
          </a:bodyPr>
          <a:lstStyle/>
          <a:p>
            <a:pPr algn="r"/>
            <a:r>
              <a:rPr lang="en-US" sz="1000">
                <a:latin typeface="+mn-lt"/>
              </a:rPr>
              <a:t>White</a:t>
            </a:r>
          </a:p>
        </p:txBody>
      </p:sp>
      <p:sp>
        <p:nvSpPr>
          <p:cNvPr id="28" name="Rectangle 66">
            <a:extLst>
              <a:ext uri="{FF2B5EF4-FFF2-40B4-BE49-F238E27FC236}">
                <a16:creationId xmlns:a16="http://schemas.microsoft.com/office/drawing/2014/main" id="{3FD0A828-8537-4A73-9A7B-66ADB5392AB4}"/>
              </a:ext>
            </a:extLst>
          </p:cNvPr>
          <p:cNvSpPr/>
          <p:nvPr userDrawn="1"/>
        </p:nvSpPr>
        <p:spPr bwMode="gray">
          <a:xfrm>
            <a:off x="-324720" y="4455430"/>
            <a:ext cx="180000" cy="180000"/>
          </a:xfrm>
          <a:prstGeom prst="rect">
            <a:avLst/>
          </a:prstGeom>
          <a:solidFill>
            <a:srgbClr val="5A5A5A"/>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29" name="Rectangle 67">
            <a:extLst>
              <a:ext uri="{FF2B5EF4-FFF2-40B4-BE49-F238E27FC236}">
                <a16:creationId xmlns:a16="http://schemas.microsoft.com/office/drawing/2014/main" id="{2FEA2220-2896-438A-99DF-4A416461B2B2}"/>
              </a:ext>
            </a:extLst>
          </p:cNvPr>
          <p:cNvSpPr/>
          <p:nvPr userDrawn="1"/>
        </p:nvSpPr>
        <p:spPr bwMode="gray">
          <a:xfrm>
            <a:off x="-324720" y="4669759"/>
            <a:ext cx="180000" cy="180000"/>
          </a:xfrm>
          <a:prstGeom prst="rect">
            <a:avLst/>
          </a:prstGeom>
          <a:solidFill>
            <a:schemeClr val="bg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30" name="Rectangle 68">
            <a:extLst>
              <a:ext uri="{FF2B5EF4-FFF2-40B4-BE49-F238E27FC236}">
                <a16:creationId xmlns:a16="http://schemas.microsoft.com/office/drawing/2014/main" id="{AE97D065-FF94-47AC-AD21-C5101ABA3602}"/>
              </a:ext>
            </a:extLst>
          </p:cNvPr>
          <p:cNvSpPr>
            <a:spLocks/>
          </p:cNvSpPr>
          <p:nvPr userDrawn="1"/>
        </p:nvSpPr>
        <p:spPr bwMode="gray">
          <a:xfrm>
            <a:off x="-324884" y="3812434"/>
            <a:ext cx="180000" cy="180000"/>
          </a:xfrm>
          <a:prstGeom prst="rect">
            <a:avLst/>
          </a:prstGeom>
          <a:solidFill>
            <a:schemeClr val="tx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31" name="TextBox 69">
            <a:extLst>
              <a:ext uri="{FF2B5EF4-FFF2-40B4-BE49-F238E27FC236}">
                <a16:creationId xmlns:a16="http://schemas.microsoft.com/office/drawing/2014/main" id="{6010D64C-95DE-44EF-94C0-78B94FC696F7}"/>
              </a:ext>
            </a:extLst>
          </p:cNvPr>
          <p:cNvSpPr txBox="1"/>
          <p:nvPr userDrawn="1"/>
        </p:nvSpPr>
        <p:spPr>
          <a:xfrm>
            <a:off x="-1860884" y="3812431"/>
            <a:ext cx="1536000" cy="180000"/>
          </a:xfrm>
          <a:prstGeom prst="rect">
            <a:avLst/>
          </a:prstGeom>
          <a:noFill/>
        </p:spPr>
        <p:txBody>
          <a:bodyPr wrap="square" lIns="0" tIns="0" rIns="132923" bIns="0" rtlCol="0" anchor="ctr">
            <a:noAutofit/>
          </a:bodyPr>
          <a:lstStyle/>
          <a:p>
            <a:pPr algn="r"/>
            <a:r>
              <a:rPr lang="en-US" sz="1000">
                <a:latin typeface="+mn-lt"/>
              </a:rPr>
              <a:t>Black (Text)</a:t>
            </a:r>
          </a:p>
        </p:txBody>
      </p:sp>
      <p:sp>
        <p:nvSpPr>
          <p:cNvPr id="32" name="TextBox 70">
            <a:extLst>
              <a:ext uri="{FF2B5EF4-FFF2-40B4-BE49-F238E27FC236}">
                <a16:creationId xmlns:a16="http://schemas.microsoft.com/office/drawing/2014/main" id="{4EB3B004-9B84-41A3-B570-E42C43C9BE7E}"/>
              </a:ext>
            </a:extLst>
          </p:cNvPr>
          <p:cNvSpPr txBox="1"/>
          <p:nvPr userDrawn="1"/>
        </p:nvSpPr>
        <p:spPr>
          <a:xfrm>
            <a:off x="-2100884" y="1510032"/>
            <a:ext cx="1776000" cy="144000"/>
          </a:xfrm>
          <a:prstGeom prst="rect">
            <a:avLst/>
          </a:prstGeom>
          <a:noFill/>
        </p:spPr>
        <p:txBody>
          <a:bodyPr wrap="square" lIns="0" tIns="0" rIns="0" bIns="0" rtlCol="0" anchor="ctr">
            <a:noAutofit/>
          </a:bodyPr>
          <a:lstStyle/>
          <a:p>
            <a:pPr algn="r"/>
            <a:r>
              <a:rPr lang="en-US" sz="1000">
                <a:latin typeface="+mn-lt"/>
              </a:rPr>
              <a:t>Headline Line</a:t>
            </a:r>
          </a:p>
        </p:txBody>
      </p:sp>
      <p:cxnSp>
        <p:nvCxnSpPr>
          <p:cNvPr id="33" name="Straight Connector 71">
            <a:extLst>
              <a:ext uri="{FF2B5EF4-FFF2-40B4-BE49-F238E27FC236}">
                <a16:creationId xmlns:a16="http://schemas.microsoft.com/office/drawing/2014/main" id="{16B1264E-A828-4F3C-8E8C-D57D99FBBE55}"/>
              </a:ext>
            </a:extLst>
          </p:cNvPr>
          <p:cNvCxnSpPr/>
          <p:nvPr userDrawn="1"/>
        </p:nvCxnSpPr>
        <p:spPr>
          <a:xfrm>
            <a:off x="-272960" y="651510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34" name="TextBox 72">
            <a:extLst>
              <a:ext uri="{FF2B5EF4-FFF2-40B4-BE49-F238E27FC236}">
                <a16:creationId xmlns:a16="http://schemas.microsoft.com/office/drawing/2014/main" id="{B58D23D0-C511-41F1-9862-2843C0515847}"/>
              </a:ext>
            </a:extLst>
          </p:cNvPr>
          <p:cNvSpPr txBox="1"/>
          <p:nvPr userDrawn="1"/>
        </p:nvSpPr>
        <p:spPr>
          <a:xfrm>
            <a:off x="-1920720" y="6601618"/>
            <a:ext cx="1776000" cy="144000"/>
          </a:xfrm>
          <a:prstGeom prst="rect">
            <a:avLst/>
          </a:prstGeom>
          <a:noFill/>
        </p:spPr>
        <p:txBody>
          <a:bodyPr wrap="square" lIns="0" tIns="0" rIns="0" bIns="0" rtlCol="0" anchor="ctr">
            <a:noAutofit/>
          </a:bodyPr>
          <a:lstStyle/>
          <a:p>
            <a:pPr algn="r"/>
            <a:r>
              <a:rPr lang="en-US" sz="1000">
                <a:latin typeface="+mn-lt"/>
              </a:rPr>
              <a:t>Footer</a:t>
            </a:r>
          </a:p>
        </p:txBody>
      </p:sp>
      <p:sp>
        <p:nvSpPr>
          <p:cNvPr id="35" name="TextBox 73">
            <a:extLst>
              <a:ext uri="{FF2B5EF4-FFF2-40B4-BE49-F238E27FC236}">
                <a16:creationId xmlns:a16="http://schemas.microsoft.com/office/drawing/2014/main" id="{30D3DB7D-C331-4D27-AD4D-9DE770F96533}"/>
              </a:ext>
            </a:extLst>
          </p:cNvPr>
          <p:cNvSpPr txBox="1"/>
          <p:nvPr userDrawn="1"/>
        </p:nvSpPr>
        <p:spPr>
          <a:xfrm>
            <a:off x="420713" y="-233053"/>
            <a:ext cx="1871812" cy="127639"/>
          </a:xfrm>
          <a:prstGeom prst="rect">
            <a:avLst/>
          </a:prstGeom>
          <a:noFill/>
        </p:spPr>
        <p:txBody>
          <a:bodyPr wrap="square" lIns="88615" tIns="0" rIns="0" bIns="0" rtlCol="0" anchor="ctr">
            <a:noAutofit/>
          </a:bodyPr>
          <a:lstStyle/>
          <a:p>
            <a:r>
              <a:rPr lang="en-US" sz="1000">
                <a:latin typeface="+mn-lt"/>
              </a:rPr>
              <a:t>Begin Content</a:t>
            </a:r>
            <a:r>
              <a:rPr lang="en-US" sz="1000" baseline="0">
                <a:latin typeface="+mn-lt"/>
              </a:rPr>
              <a:t> </a:t>
            </a:r>
            <a:r>
              <a:rPr lang="en-US" sz="1000">
                <a:latin typeface="+mn-lt"/>
              </a:rPr>
              <a:t>Area</a:t>
            </a:r>
          </a:p>
        </p:txBody>
      </p:sp>
      <p:sp>
        <p:nvSpPr>
          <p:cNvPr id="36" name="TextBox 74">
            <a:extLst>
              <a:ext uri="{FF2B5EF4-FFF2-40B4-BE49-F238E27FC236}">
                <a16:creationId xmlns:a16="http://schemas.microsoft.com/office/drawing/2014/main" id="{7314FB17-CD66-4852-829D-66C5FEB3A4DF}"/>
              </a:ext>
            </a:extLst>
          </p:cNvPr>
          <p:cNvSpPr txBox="1"/>
          <p:nvPr userDrawn="1"/>
        </p:nvSpPr>
        <p:spPr>
          <a:xfrm>
            <a:off x="10028974" y="-222232"/>
            <a:ext cx="1827269" cy="144000"/>
          </a:xfrm>
          <a:prstGeom prst="rect">
            <a:avLst/>
          </a:prstGeom>
          <a:noFill/>
        </p:spPr>
        <p:txBody>
          <a:bodyPr wrap="square" lIns="0" tIns="0" rIns="88615" bIns="0" rtlCol="0" anchor="ctr">
            <a:noAutofit/>
          </a:bodyPr>
          <a:lstStyle/>
          <a:p>
            <a:pPr algn="r"/>
            <a:r>
              <a:rPr lang="en-US" sz="1000">
                <a:latin typeface="+mn-lt"/>
              </a:rPr>
              <a:t>End Content Area</a:t>
            </a:r>
          </a:p>
        </p:txBody>
      </p:sp>
      <p:sp>
        <p:nvSpPr>
          <p:cNvPr id="37" name="TextBox 75">
            <a:extLst>
              <a:ext uri="{FF2B5EF4-FFF2-40B4-BE49-F238E27FC236}">
                <a16:creationId xmlns:a16="http://schemas.microsoft.com/office/drawing/2014/main" id="{2576259F-1571-4149-986B-643B9DDEC8AD}"/>
              </a:ext>
            </a:extLst>
          </p:cNvPr>
          <p:cNvSpPr txBox="1"/>
          <p:nvPr userDrawn="1"/>
        </p:nvSpPr>
        <p:spPr>
          <a:xfrm>
            <a:off x="6107205" y="-222232"/>
            <a:ext cx="1827269" cy="144000"/>
          </a:xfrm>
          <a:prstGeom prst="rect">
            <a:avLst/>
          </a:prstGeom>
          <a:noFill/>
        </p:spPr>
        <p:txBody>
          <a:bodyPr wrap="square" lIns="88615" tIns="0" rIns="0" bIns="0" rtlCol="0" anchor="ctr">
            <a:noAutofit/>
          </a:bodyPr>
          <a:lstStyle/>
          <a:p>
            <a:r>
              <a:rPr lang="en-US" sz="1000">
                <a:latin typeface="+mn-lt"/>
              </a:rPr>
              <a:t>Center Type Area</a:t>
            </a:r>
          </a:p>
        </p:txBody>
      </p:sp>
      <p:cxnSp>
        <p:nvCxnSpPr>
          <p:cNvPr id="38" name="Straight Connector 76">
            <a:extLst>
              <a:ext uri="{FF2B5EF4-FFF2-40B4-BE49-F238E27FC236}">
                <a16:creationId xmlns:a16="http://schemas.microsoft.com/office/drawing/2014/main" id="{BE380FD9-251C-42FA-AD14-2737B0DB11C7}"/>
              </a:ext>
            </a:extLst>
          </p:cNvPr>
          <p:cNvCxnSpPr>
            <a:cxnSpLocks/>
          </p:cNvCxnSpPr>
          <p:nvPr userDrawn="1"/>
        </p:nvCxnSpPr>
        <p:spPr>
          <a:xfrm flipV="1">
            <a:off x="381000" y="-195414"/>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39" name="Straight Connector 77">
            <a:extLst>
              <a:ext uri="{FF2B5EF4-FFF2-40B4-BE49-F238E27FC236}">
                <a16:creationId xmlns:a16="http://schemas.microsoft.com/office/drawing/2014/main" id="{624C4AD0-C2C6-4FE4-93F0-3625AE9C0414}"/>
              </a:ext>
            </a:extLst>
          </p:cNvPr>
          <p:cNvCxnSpPr>
            <a:cxnSpLocks/>
          </p:cNvCxnSpPr>
          <p:nvPr userDrawn="1"/>
        </p:nvCxnSpPr>
        <p:spPr>
          <a:xfrm flipV="1">
            <a:off x="6096000" y="-195414"/>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40" name="Straight Connector 78">
            <a:extLst>
              <a:ext uri="{FF2B5EF4-FFF2-40B4-BE49-F238E27FC236}">
                <a16:creationId xmlns:a16="http://schemas.microsoft.com/office/drawing/2014/main" id="{219EA3F1-BCAF-4BB1-8544-374CF16F8108}"/>
              </a:ext>
            </a:extLst>
          </p:cNvPr>
          <p:cNvCxnSpPr>
            <a:cxnSpLocks/>
          </p:cNvCxnSpPr>
          <p:nvPr userDrawn="1"/>
        </p:nvCxnSpPr>
        <p:spPr>
          <a:xfrm flipV="1">
            <a:off x="11825060" y="-198712"/>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41" name="TextBox 79">
            <a:extLst>
              <a:ext uri="{FF2B5EF4-FFF2-40B4-BE49-F238E27FC236}">
                <a16:creationId xmlns:a16="http://schemas.microsoft.com/office/drawing/2014/main" id="{EB8BE64E-F579-4842-93E8-96C147C7DBF0}"/>
              </a:ext>
            </a:extLst>
          </p:cNvPr>
          <p:cNvSpPr txBox="1"/>
          <p:nvPr userDrawn="1"/>
        </p:nvSpPr>
        <p:spPr>
          <a:xfrm>
            <a:off x="-1406556" y="3229257"/>
            <a:ext cx="1827269" cy="144000"/>
          </a:xfrm>
          <a:prstGeom prst="rect">
            <a:avLst/>
          </a:prstGeom>
          <a:noFill/>
        </p:spPr>
        <p:txBody>
          <a:bodyPr wrap="square" lIns="88615" tIns="0" rIns="0" bIns="0" rtlCol="0" anchor="ctr">
            <a:noAutofit/>
          </a:bodyPr>
          <a:lstStyle/>
          <a:p>
            <a:r>
              <a:rPr lang="en-US" sz="1000">
                <a:latin typeface="+mn-lt"/>
              </a:rPr>
              <a:t>Center Type Area</a:t>
            </a:r>
          </a:p>
        </p:txBody>
      </p:sp>
      <p:cxnSp>
        <p:nvCxnSpPr>
          <p:cNvPr id="42" name="Straight Connector 80">
            <a:extLst>
              <a:ext uri="{FF2B5EF4-FFF2-40B4-BE49-F238E27FC236}">
                <a16:creationId xmlns:a16="http://schemas.microsoft.com/office/drawing/2014/main" id="{262E0F91-9564-467D-B84A-23C350A4906B}"/>
              </a:ext>
            </a:extLst>
          </p:cNvPr>
          <p:cNvCxnSpPr/>
          <p:nvPr userDrawn="1"/>
        </p:nvCxnSpPr>
        <p:spPr>
          <a:xfrm>
            <a:off x="-249485" y="342900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43" name="TextBox 62">
            <a:extLst>
              <a:ext uri="{FF2B5EF4-FFF2-40B4-BE49-F238E27FC236}">
                <a16:creationId xmlns:a16="http://schemas.microsoft.com/office/drawing/2014/main" id="{C9837DAD-1E80-4017-89A9-C297E03FDEE3}"/>
              </a:ext>
            </a:extLst>
          </p:cNvPr>
          <p:cNvSpPr txBox="1"/>
          <p:nvPr userDrawn="1"/>
        </p:nvSpPr>
        <p:spPr>
          <a:xfrm>
            <a:off x="-969476" y="4026762"/>
            <a:ext cx="576000" cy="608662"/>
          </a:xfrm>
          <a:prstGeom prst="rect">
            <a:avLst/>
          </a:prstGeom>
          <a:noFill/>
        </p:spPr>
        <p:txBody>
          <a:bodyPr wrap="square" lIns="0" tIns="0" rIns="0" bIns="0" rtlCol="0" anchor="ctr">
            <a:noAutofit/>
          </a:bodyPr>
          <a:lstStyle/>
          <a:p>
            <a:pPr algn="l"/>
            <a:r>
              <a:rPr lang="en-US" sz="1000" b="0" i="0" u="none" strike="noStrike" baseline="0">
                <a:solidFill>
                  <a:schemeClr val="tx1">
                    <a:lumMod val="100000"/>
                  </a:schemeClr>
                </a:solidFill>
                <a:latin typeface="Graphik" panose="020B0503030202060203" pitchFamily="34" charset="0"/>
              </a:rPr>
              <a:t>Grey 1</a:t>
            </a:r>
          </a:p>
          <a:p>
            <a:pPr algn="l"/>
            <a:r>
              <a:rPr lang="en-US" sz="1000" b="0" i="0" u="none" strike="noStrike" baseline="0">
                <a:solidFill>
                  <a:schemeClr val="tx1">
                    <a:lumMod val="100000"/>
                  </a:schemeClr>
                </a:solidFill>
                <a:latin typeface="Graphik" panose="020B0503030202060203" pitchFamily="34" charset="0"/>
              </a:rPr>
              <a:t>Grey 2</a:t>
            </a:r>
          </a:p>
          <a:p>
            <a:pPr algn="l"/>
            <a:r>
              <a:rPr lang="en-US" sz="1000" b="0" i="0" u="none" strike="noStrike" baseline="0">
                <a:solidFill>
                  <a:schemeClr val="tx1">
                    <a:lumMod val="100000"/>
                  </a:schemeClr>
                </a:solidFill>
                <a:latin typeface="Graphik" panose="020B0503030202060203" pitchFamily="34" charset="0"/>
              </a:rPr>
              <a:t>Grey 3</a:t>
            </a:r>
          </a:p>
        </p:txBody>
      </p:sp>
      <p:grpSp>
        <p:nvGrpSpPr>
          <p:cNvPr id="47" name="Group 101">
            <a:extLst>
              <a:ext uri="{FF2B5EF4-FFF2-40B4-BE49-F238E27FC236}">
                <a16:creationId xmlns:a16="http://schemas.microsoft.com/office/drawing/2014/main" id="{ABDC78E5-0DD2-40A2-B876-F0ECB0F09A00}"/>
              </a:ext>
            </a:extLst>
          </p:cNvPr>
          <p:cNvGrpSpPr/>
          <p:nvPr userDrawn="1"/>
        </p:nvGrpSpPr>
        <p:grpSpPr>
          <a:xfrm>
            <a:off x="8176840" y="1124745"/>
            <a:ext cx="3634159" cy="3725012"/>
            <a:chOff x="7824192" y="3447860"/>
            <a:chExt cx="381000" cy="390525"/>
          </a:xfrm>
        </p:grpSpPr>
        <p:pic>
          <p:nvPicPr>
            <p:cNvPr id="48" name="Graphic 102">
              <a:extLst>
                <a:ext uri="{FF2B5EF4-FFF2-40B4-BE49-F238E27FC236}">
                  <a16:creationId xmlns:a16="http://schemas.microsoft.com/office/drawing/2014/main" id="{60CB66F8-0F24-49FF-9C88-E4C25377C76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824192" y="3600260"/>
              <a:ext cx="381000" cy="238125"/>
            </a:xfrm>
            <a:prstGeom prst="rect">
              <a:avLst/>
            </a:prstGeom>
          </p:spPr>
        </p:pic>
        <p:pic>
          <p:nvPicPr>
            <p:cNvPr id="49" name="Graphic 103">
              <a:extLst>
                <a:ext uri="{FF2B5EF4-FFF2-40B4-BE49-F238E27FC236}">
                  <a16:creationId xmlns:a16="http://schemas.microsoft.com/office/drawing/2014/main" id="{19CB0A61-AF47-4B14-B917-C1C5DC869A2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824192" y="3447860"/>
              <a:ext cx="381000" cy="238125"/>
            </a:xfrm>
            <a:prstGeom prst="rect">
              <a:avLst/>
            </a:prstGeom>
          </p:spPr>
        </p:pic>
      </p:grpSp>
      <p:pic>
        <p:nvPicPr>
          <p:cNvPr id="50" name="Picture 97">
            <a:extLst>
              <a:ext uri="{FF2B5EF4-FFF2-40B4-BE49-F238E27FC236}">
                <a16:creationId xmlns:a16="http://schemas.microsoft.com/office/drawing/2014/main" id="{56BCD649-28F8-4DE1-970D-44C95147D22F}"/>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8335240" y="6057799"/>
            <a:ext cx="3503712" cy="543819"/>
          </a:xfrm>
          <a:prstGeom prst="rect">
            <a:avLst/>
          </a:prstGeom>
        </p:spPr>
      </p:pic>
    </p:spTree>
    <p:extLst>
      <p:ext uri="{BB962C8B-B14F-4D97-AF65-F5344CB8AC3E}">
        <p14:creationId xmlns:p14="http://schemas.microsoft.com/office/powerpoint/2010/main" val="3834608735"/>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ext Placeholder 10">
            <a:extLst>
              <a:ext uri="{FF2B5EF4-FFF2-40B4-BE49-F238E27FC236}">
                <a16:creationId xmlns:a16="http://schemas.microsoft.com/office/drawing/2014/main" id="{5DE521DD-F869-4942-ACAE-34C787B89655}"/>
              </a:ext>
            </a:extLst>
          </p:cNvPr>
          <p:cNvSpPr>
            <a:spLocks noGrp="1"/>
          </p:cNvSpPr>
          <p:nvPr>
            <p:ph type="body" sz="quarter" idx="14" hasCustomPrompt="1"/>
          </p:nvPr>
        </p:nvSpPr>
        <p:spPr>
          <a:xfrm>
            <a:off x="381000" y="380999"/>
            <a:ext cx="11430000" cy="990601"/>
          </a:xfrm>
          <a:prstGeom prst="rect">
            <a:avLst/>
          </a:prstGeom>
        </p:spPr>
        <p:txBody>
          <a:bodyPr wrap="square" lIns="0" tIns="0" rIns="0" bIns="0" anchor="t" anchorCtr="0">
            <a:noAutofit/>
          </a:bodyPr>
          <a:lstStyle>
            <a:lvl1pPr marL="0" indent="0" algn="l">
              <a:lnSpc>
                <a:spcPct val="80000"/>
              </a:lnSpc>
              <a:spcBef>
                <a:spcPts val="0"/>
              </a:spcBef>
              <a:spcAft>
                <a:spcPct val="0"/>
              </a:spcAft>
              <a:buFontTx/>
              <a:buNone/>
              <a:defRPr sz="3600" b="0" i="0" cap="all" baseline="0">
                <a:solidFill>
                  <a:srgbClr val="000000"/>
                </a:solidFill>
                <a:latin typeface="Graphik Black" panose="020B0A03030202060203" pitchFamily="34" charset="0"/>
              </a:defRPr>
            </a:lvl1pPr>
          </a:lstStyle>
          <a:p>
            <a:pPr lvl="0" fontAlgn="base">
              <a:lnSpc>
                <a:spcPct val="80000"/>
              </a:lnSpc>
              <a:spcAft>
                <a:spcPct val="0"/>
              </a:spcAft>
              <a:defRPr/>
            </a:pPr>
            <a:r>
              <a:rPr lang="en-US">
                <a:solidFill>
                  <a:srgbClr val="000000"/>
                </a:solidFill>
                <a:latin typeface="Graphik Black" panose="020B0503030202060203" pitchFamily="34" charset="77"/>
                <a:cs typeface="Arial" panose="020B0604020202020204" pitchFamily="34" charset="0"/>
              </a:rPr>
              <a:t>INSERT MAIN TITLE AT 40PT MIN 30PT</a:t>
            </a:r>
          </a:p>
        </p:txBody>
      </p:sp>
      <p:sp>
        <p:nvSpPr>
          <p:cNvPr id="3" name="Slide Number Placeholder 5">
            <a:extLst>
              <a:ext uri="{FF2B5EF4-FFF2-40B4-BE49-F238E27FC236}">
                <a16:creationId xmlns:a16="http://schemas.microsoft.com/office/drawing/2014/main" id="{EB4082F3-ADF6-4841-930F-B0A881598724}"/>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611174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7" name="Text Placeholder 10">
            <a:extLst>
              <a:ext uri="{FF2B5EF4-FFF2-40B4-BE49-F238E27FC236}">
                <a16:creationId xmlns:a16="http://schemas.microsoft.com/office/drawing/2014/main" id="{5DE521DD-F869-4942-ACAE-34C787B89655}"/>
              </a:ext>
            </a:extLst>
          </p:cNvPr>
          <p:cNvSpPr>
            <a:spLocks noGrp="1"/>
          </p:cNvSpPr>
          <p:nvPr>
            <p:ph type="body" sz="quarter" idx="14" hasCustomPrompt="1"/>
          </p:nvPr>
        </p:nvSpPr>
        <p:spPr>
          <a:xfrm>
            <a:off x="381000" y="380999"/>
            <a:ext cx="11430000" cy="990601"/>
          </a:xfrm>
          <a:prstGeom prst="rect">
            <a:avLst/>
          </a:prstGeom>
        </p:spPr>
        <p:txBody>
          <a:bodyPr wrap="square" lIns="0" tIns="0" rIns="0" bIns="0" anchor="t" anchorCtr="0">
            <a:noAutofit/>
          </a:bodyPr>
          <a:lstStyle>
            <a:lvl1pPr marL="0" indent="0" algn="l">
              <a:lnSpc>
                <a:spcPct val="80000"/>
              </a:lnSpc>
              <a:spcBef>
                <a:spcPts val="0"/>
              </a:spcBef>
              <a:spcAft>
                <a:spcPct val="0"/>
              </a:spcAft>
              <a:buFontTx/>
              <a:buNone/>
              <a:defRPr sz="3600" b="0" i="0" cap="all" baseline="0">
                <a:solidFill>
                  <a:srgbClr val="000000"/>
                </a:solidFill>
                <a:latin typeface="Graphik Black" panose="020B0A03030202060203" pitchFamily="34" charset="0"/>
              </a:defRPr>
            </a:lvl1pPr>
          </a:lstStyle>
          <a:p>
            <a:pPr lvl="0" fontAlgn="base">
              <a:lnSpc>
                <a:spcPct val="80000"/>
              </a:lnSpc>
              <a:spcAft>
                <a:spcPct val="0"/>
              </a:spcAft>
              <a:defRPr/>
            </a:pPr>
            <a:r>
              <a:rPr lang="en-US">
                <a:solidFill>
                  <a:srgbClr val="000000"/>
                </a:solidFill>
                <a:latin typeface="Graphik Black" panose="020B0503030202060203" pitchFamily="34" charset="77"/>
                <a:cs typeface="Arial" panose="020B0604020202020204" pitchFamily="34" charset="0"/>
              </a:rPr>
              <a:t>INSERT MAIN TITLE AT 40PT MIN 30PT</a:t>
            </a:r>
          </a:p>
        </p:txBody>
      </p:sp>
      <p:sp>
        <p:nvSpPr>
          <p:cNvPr id="3" name="Rectangle 5">
            <a:extLst>
              <a:ext uri="{FF2B5EF4-FFF2-40B4-BE49-F238E27FC236}">
                <a16:creationId xmlns:a16="http://schemas.microsoft.com/office/drawing/2014/main" id="{B91D9564-8624-41CF-BFDB-85B0F91FB03A}"/>
              </a:ext>
            </a:extLst>
          </p:cNvPr>
          <p:cNvSpPr/>
          <p:nvPr userDrawn="1"/>
        </p:nvSpPr>
        <p:spPr>
          <a:xfrm>
            <a:off x="381000" y="1828800"/>
            <a:ext cx="2355803" cy="4686300"/>
          </a:xfrm>
          <a:prstGeom prst="rect">
            <a:avLst/>
          </a:prstGeom>
          <a:solidFill>
            <a:schemeClr val="accent2"/>
          </a:solidFill>
          <a:ln>
            <a:noFill/>
          </a:ln>
        </p:spPr>
        <p:style>
          <a:lnRef idx="2">
            <a:schemeClr val="dk1"/>
          </a:lnRef>
          <a:fillRef idx="1">
            <a:schemeClr val="lt1"/>
          </a:fillRef>
          <a:effectRef idx="0">
            <a:schemeClr val="dk1"/>
          </a:effectRef>
          <a:fontRef idx="minor">
            <a:schemeClr val="dk1"/>
          </a:fontRef>
        </p:style>
        <p:txBody>
          <a:bodyPr lIns="91376" tIns="45688" rIns="91376" bIns="456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4" name="TextBox 6">
            <a:extLst>
              <a:ext uri="{FF2B5EF4-FFF2-40B4-BE49-F238E27FC236}">
                <a16:creationId xmlns:a16="http://schemas.microsoft.com/office/drawing/2014/main" id="{859430B5-FB83-465B-9870-AF6FB9E9DB37}"/>
              </a:ext>
            </a:extLst>
          </p:cNvPr>
          <p:cNvSpPr txBox="1"/>
          <p:nvPr userDrawn="1"/>
        </p:nvSpPr>
        <p:spPr>
          <a:xfrm>
            <a:off x="526232" y="1947016"/>
            <a:ext cx="1761701" cy="367728"/>
          </a:xfrm>
          <a:prstGeom prst="rect">
            <a:avLst/>
          </a:prstGeom>
          <a:noFill/>
        </p:spPr>
        <p:txBody>
          <a:bodyPr wrap="none" lIns="0" tIns="45688" rIns="0" bIns="45688" rtlCol="0">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800" b="0" i="0" u="none" strike="noStrike" kern="1200" cap="all" spc="0" normalizeH="0" baseline="0" noProof="0">
                <a:ln>
                  <a:noFill/>
                </a:ln>
                <a:solidFill>
                  <a:srgbClr val="FFFFFF"/>
                </a:solidFill>
                <a:effectLst/>
                <a:uLnTx/>
                <a:uFillTx/>
                <a:latin typeface="+mj-lt"/>
                <a:ea typeface="+mn-ea"/>
                <a:cs typeface="+mn-cs"/>
              </a:rPr>
              <a:t>Cover Letter</a:t>
            </a:r>
          </a:p>
        </p:txBody>
      </p:sp>
      <p:sp>
        <p:nvSpPr>
          <p:cNvPr id="5" name="Rectangle 9">
            <a:extLst>
              <a:ext uri="{FF2B5EF4-FFF2-40B4-BE49-F238E27FC236}">
                <a16:creationId xmlns:a16="http://schemas.microsoft.com/office/drawing/2014/main" id="{649E446E-045F-4852-A69D-E9ED0D9FCBCB}"/>
              </a:ext>
            </a:extLst>
          </p:cNvPr>
          <p:cNvSpPr/>
          <p:nvPr userDrawn="1"/>
        </p:nvSpPr>
        <p:spPr>
          <a:xfrm rot="2700000">
            <a:off x="2551321" y="2256370"/>
            <a:ext cx="298406" cy="388779"/>
          </a:xfrm>
          <a:prstGeom prst="rect">
            <a:avLst/>
          </a:prstGeom>
          <a:solidFill>
            <a:schemeClr val="accent2"/>
          </a:solidFill>
          <a:ln>
            <a:noFill/>
          </a:ln>
        </p:spPr>
        <p:style>
          <a:lnRef idx="2">
            <a:schemeClr val="dk1"/>
          </a:lnRef>
          <a:fillRef idx="1">
            <a:schemeClr val="lt1"/>
          </a:fillRef>
          <a:effectRef idx="0">
            <a:schemeClr val="dk1"/>
          </a:effectRef>
          <a:fontRef idx="minor">
            <a:schemeClr val="dk1"/>
          </a:fontRef>
        </p:style>
        <p:txBody>
          <a:bodyPr lIns="91376" tIns="45688" rIns="91376" bIns="456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n-lt"/>
              <a:ea typeface="+mn-ea"/>
              <a:cs typeface="+mn-cs"/>
            </a:endParaRPr>
          </a:p>
        </p:txBody>
      </p:sp>
      <p:sp>
        <p:nvSpPr>
          <p:cNvPr id="6" name="Rechteck 9">
            <a:extLst>
              <a:ext uri="{FF2B5EF4-FFF2-40B4-BE49-F238E27FC236}">
                <a16:creationId xmlns:a16="http://schemas.microsoft.com/office/drawing/2014/main" id="{32B023EF-56F3-4520-8FF1-9A9E6659A884}"/>
              </a:ext>
            </a:extLst>
          </p:cNvPr>
          <p:cNvSpPr/>
          <p:nvPr userDrawn="1"/>
        </p:nvSpPr>
        <p:spPr>
          <a:xfrm flipV="1">
            <a:off x="526232" y="2335915"/>
            <a:ext cx="2065338" cy="54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4284" tIns="17142" rIns="34284" bIns="17142" rtlCol="0" anchor="ctr"/>
          <a:lstStyle/>
          <a:p>
            <a:pPr marL="0" marR="0" lvl="0" indent="0" algn="l" defTabSz="17142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9900"/>
              </a:solidFill>
              <a:effectLst/>
              <a:uLnTx/>
              <a:uFillTx/>
              <a:latin typeface="+mn-lt"/>
              <a:ea typeface="+mn-ea"/>
              <a:cs typeface="+mn-cs"/>
            </a:endParaRPr>
          </a:p>
        </p:txBody>
      </p:sp>
      <p:sp>
        <p:nvSpPr>
          <p:cNvPr id="8" name="Rechteck 9">
            <a:extLst>
              <a:ext uri="{FF2B5EF4-FFF2-40B4-BE49-F238E27FC236}">
                <a16:creationId xmlns:a16="http://schemas.microsoft.com/office/drawing/2014/main" id="{EC3535C9-3CEC-4E4A-81C2-FAE147D5C96F}"/>
              </a:ext>
            </a:extLst>
          </p:cNvPr>
          <p:cNvSpPr/>
          <p:nvPr userDrawn="1"/>
        </p:nvSpPr>
        <p:spPr>
          <a:xfrm flipV="1">
            <a:off x="526232" y="5873349"/>
            <a:ext cx="2065338" cy="54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4284" tIns="17142" rIns="34284" bIns="17142" rtlCol="0" anchor="ctr"/>
          <a:lstStyle/>
          <a:p>
            <a:pPr marL="0" marR="0" lvl="0" indent="0" algn="l" defTabSz="17142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9900"/>
              </a:solidFill>
              <a:effectLst/>
              <a:uLnTx/>
              <a:uFillTx/>
              <a:latin typeface="+mn-lt"/>
              <a:ea typeface="+mn-ea"/>
              <a:cs typeface="+mn-cs"/>
            </a:endParaRPr>
          </a:p>
        </p:txBody>
      </p:sp>
      <p:sp>
        <p:nvSpPr>
          <p:cNvPr id="9" name="Picture Placeholder 21">
            <a:extLst>
              <a:ext uri="{FF2B5EF4-FFF2-40B4-BE49-F238E27FC236}">
                <a16:creationId xmlns:a16="http://schemas.microsoft.com/office/drawing/2014/main" id="{DCF3F6A3-2883-4DE2-9277-3B70F9FB580C}"/>
              </a:ext>
            </a:extLst>
          </p:cNvPr>
          <p:cNvSpPr>
            <a:spLocks noGrp="1"/>
          </p:cNvSpPr>
          <p:nvPr>
            <p:ph type="pic" sz="quarter" idx="12" hasCustomPrompt="1"/>
          </p:nvPr>
        </p:nvSpPr>
        <p:spPr>
          <a:xfrm>
            <a:off x="526232" y="2474473"/>
            <a:ext cx="914400" cy="914400"/>
          </a:xfrm>
          <a:prstGeom prst="ellipse">
            <a:avLst/>
          </a:prstGeom>
          <a:solidFill>
            <a:schemeClr val="tx2">
              <a:lumMod val="20000"/>
              <a:lumOff val="80000"/>
            </a:schemeClr>
          </a:solidFill>
        </p:spPr>
        <p:txBody>
          <a:bodyPr>
            <a:normAutofit/>
          </a:bodyPr>
          <a:lstStyle>
            <a:lvl1pPr algn="l">
              <a:defRPr sz="1200">
                <a:latin typeface="+mn-lt"/>
              </a:defRPr>
            </a:lvl1pPr>
          </a:lstStyle>
          <a:p>
            <a:r>
              <a:rPr lang="en-US"/>
              <a:t> </a:t>
            </a:r>
          </a:p>
        </p:txBody>
      </p:sp>
      <p:sp>
        <p:nvSpPr>
          <p:cNvPr id="10" name="Picture Placeholder 21">
            <a:extLst>
              <a:ext uri="{FF2B5EF4-FFF2-40B4-BE49-F238E27FC236}">
                <a16:creationId xmlns:a16="http://schemas.microsoft.com/office/drawing/2014/main" id="{1F97AF14-F92C-49BA-BC1A-17FF64BEA846}"/>
              </a:ext>
            </a:extLst>
          </p:cNvPr>
          <p:cNvSpPr>
            <a:spLocks noGrp="1"/>
          </p:cNvSpPr>
          <p:nvPr>
            <p:ph type="pic" sz="quarter" idx="13" hasCustomPrompt="1"/>
          </p:nvPr>
        </p:nvSpPr>
        <p:spPr>
          <a:xfrm>
            <a:off x="526232" y="4173911"/>
            <a:ext cx="914400" cy="914400"/>
          </a:xfrm>
          <a:prstGeom prst="ellipse">
            <a:avLst/>
          </a:prstGeom>
          <a:solidFill>
            <a:schemeClr val="tx2">
              <a:lumMod val="20000"/>
              <a:lumOff val="80000"/>
            </a:schemeClr>
          </a:solidFill>
        </p:spPr>
        <p:txBody>
          <a:bodyPr>
            <a:normAutofit/>
          </a:bodyPr>
          <a:lstStyle>
            <a:lvl1pPr algn="l">
              <a:defRPr sz="1200">
                <a:latin typeface="+mn-lt"/>
              </a:defRPr>
            </a:lvl1pPr>
          </a:lstStyle>
          <a:p>
            <a:r>
              <a:rPr lang="en-US"/>
              <a:t> </a:t>
            </a:r>
          </a:p>
        </p:txBody>
      </p:sp>
      <p:sp>
        <p:nvSpPr>
          <p:cNvPr id="11" name="Text Placeholder 30">
            <a:extLst>
              <a:ext uri="{FF2B5EF4-FFF2-40B4-BE49-F238E27FC236}">
                <a16:creationId xmlns:a16="http://schemas.microsoft.com/office/drawing/2014/main" id="{70E18B83-6CA3-465F-A7A0-83FDB68937E2}"/>
              </a:ext>
            </a:extLst>
          </p:cNvPr>
          <p:cNvSpPr>
            <a:spLocks noGrp="1"/>
          </p:cNvSpPr>
          <p:nvPr>
            <p:ph type="body" sz="quarter" idx="16" hasCustomPrompt="1"/>
          </p:nvPr>
        </p:nvSpPr>
        <p:spPr>
          <a:xfrm>
            <a:off x="3122477" y="6169025"/>
            <a:ext cx="2065338" cy="346075"/>
          </a:xfrm>
          <a:prstGeom prst="rect">
            <a:avLst/>
          </a:prstGeom>
        </p:spPr>
        <p:txBody>
          <a:bodyPr lIns="0" tIns="0" rIns="0" bIns="0">
            <a:normAutofit/>
          </a:bodyPr>
          <a:lstStyle>
            <a:lvl1pPr algn="l">
              <a:defRPr sz="1400" cap="all" baseline="0">
                <a:latin typeface="+mj-lt"/>
              </a:defRPr>
            </a:lvl1pPr>
          </a:lstStyle>
          <a:p>
            <a:pPr lvl="0"/>
            <a:r>
              <a:rPr lang="en-US"/>
              <a:t>Name</a:t>
            </a:r>
          </a:p>
        </p:txBody>
      </p:sp>
      <p:sp>
        <p:nvSpPr>
          <p:cNvPr id="12" name="Text Placeholder 30">
            <a:extLst>
              <a:ext uri="{FF2B5EF4-FFF2-40B4-BE49-F238E27FC236}">
                <a16:creationId xmlns:a16="http://schemas.microsoft.com/office/drawing/2014/main" id="{F65E7604-5C34-40D5-82DA-223DCD30B68A}"/>
              </a:ext>
            </a:extLst>
          </p:cNvPr>
          <p:cNvSpPr>
            <a:spLocks noGrp="1"/>
          </p:cNvSpPr>
          <p:nvPr>
            <p:ph type="body" sz="quarter" idx="18" hasCustomPrompt="1"/>
          </p:nvPr>
        </p:nvSpPr>
        <p:spPr>
          <a:xfrm>
            <a:off x="5616987" y="6169025"/>
            <a:ext cx="2065338" cy="346075"/>
          </a:xfrm>
          <a:prstGeom prst="rect">
            <a:avLst/>
          </a:prstGeom>
        </p:spPr>
        <p:txBody>
          <a:bodyPr lIns="0" tIns="0" rIns="0" bIns="0">
            <a:normAutofit/>
          </a:bodyPr>
          <a:lstStyle>
            <a:lvl1pPr algn="l">
              <a:defRPr sz="1400" cap="all" baseline="0">
                <a:latin typeface="+mj-lt"/>
              </a:defRPr>
            </a:lvl1pPr>
          </a:lstStyle>
          <a:p>
            <a:pPr lvl="0"/>
            <a:r>
              <a:rPr lang="en-US"/>
              <a:t>Name</a:t>
            </a:r>
          </a:p>
        </p:txBody>
      </p:sp>
      <p:sp>
        <p:nvSpPr>
          <p:cNvPr id="13" name="Text Placeholder 30">
            <a:extLst>
              <a:ext uri="{FF2B5EF4-FFF2-40B4-BE49-F238E27FC236}">
                <a16:creationId xmlns:a16="http://schemas.microsoft.com/office/drawing/2014/main" id="{687905B2-2280-4CB8-A5B0-FB549B5DD904}"/>
              </a:ext>
            </a:extLst>
          </p:cNvPr>
          <p:cNvSpPr>
            <a:spLocks noGrp="1"/>
          </p:cNvSpPr>
          <p:nvPr>
            <p:ph type="body" sz="quarter" idx="19" hasCustomPrompt="1"/>
          </p:nvPr>
        </p:nvSpPr>
        <p:spPr>
          <a:xfrm>
            <a:off x="526232" y="5172009"/>
            <a:ext cx="2065338" cy="266972"/>
          </a:xfrm>
          <a:prstGeom prst="rect">
            <a:avLst/>
          </a:prstGeom>
        </p:spPr>
        <p:txBody>
          <a:bodyPr lIns="0" tIns="0" rIns="0" bIns="0">
            <a:normAutofit/>
          </a:bodyPr>
          <a:lstStyle>
            <a:lvl1pPr algn="l">
              <a:defRPr sz="1400" b="0" cap="all" baseline="0">
                <a:solidFill>
                  <a:schemeClr val="bg1"/>
                </a:solidFill>
                <a:latin typeface="+mj-lt"/>
              </a:defRPr>
            </a:lvl1pPr>
          </a:lstStyle>
          <a:p>
            <a:pPr lvl="0"/>
            <a:r>
              <a:rPr lang="en-US"/>
              <a:t>Name</a:t>
            </a:r>
          </a:p>
        </p:txBody>
      </p:sp>
      <p:sp>
        <p:nvSpPr>
          <p:cNvPr id="14" name="Text Placeholder 30">
            <a:extLst>
              <a:ext uri="{FF2B5EF4-FFF2-40B4-BE49-F238E27FC236}">
                <a16:creationId xmlns:a16="http://schemas.microsoft.com/office/drawing/2014/main" id="{513FAFF1-40C3-4E5A-A9AA-4F321C6BBF17}"/>
              </a:ext>
            </a:extLst>
          </p:cNvPr>
          <p:cNvSpPr>
            <a:spLocks noGrp="1"/>
          </p:cNvSpPr>
          <p:nvPr>
            <p:ph type="body" sz="quarter" idx="20" hasCustomPrompt="1"/>
          </p:nvPr>
        </p:nvSpPr>
        <p:spPr>
          <a:xfrm>
            <a:off x="526232" y="5522679"/>
            <a:ext cx="2065338" cy="266972"/>
          </a:xfrm>
          <a:prstGeom prst="rect">
            <a:avLst/>
          </a:prstGeom>
        </p:spPr>
        <p:txBody>
          <a:bodyPr lIns="0" tIns="0" rIns="0" bIns="0">
            <a:normAutofit/>
          </a:bodyPr>
          <a:lstStyle>
            <a:lvl1pPr algn="l">
              <a:defRPr sz="1400" b="0">
                <a:solidFill>
                  <a:schemeClr val="bg1"/>
                </a:solidFill>
                <a:latin typeface="+mn-lt"/>
              </a:defRPr>
            </a:lvl1pPr>
          </a:lstStyle>
          <a:p>
            <a:pPr lvl="0"/>
            <a:r>
              <a:rPr lang="en-US"/>
              <a:t>Title</a:t>
            </a:r>
          </a:p>
        </p:txBody>
      </p:sp>
      <p:sp>
        <p:nvSpPr>
          <p:cNvPr id="15" name="Text Placeholder 30">
            <a:extLst>
              <a:ext uri="{FF2B5EF4-FFF2-40B4-BE49-F238E27FC236}">
                <a16:creationId xmlns:a16="http://schemas.microsoft.com/office/drawing/2014/main" id="{33AD1AED-2155-4FA1-92ED-CCB47A9D93C4}"/>
              </a:ext>
            </a:extLst>
          </p:cNvPr>
          <p:cNvSpPr>
            <a:spLocks noGrp="1"/>
          </p:cNvSpPr>
          <p:nvPr>
            <p:ph type="body" sz="quarter" idx="21" hasCustomPrompt="1"/>
          </p:nvPr>
        </p:nvSpPr>
        <p:spPr>
          <a:xfrm>
            <a:off x="526232" y="3472571"/>
            <a:ext cx="2065338" cy="266972"/>
          </a:xfrm>
          <a:prstGeom prst="rect">
            <a:avLst/>
          </a:prstGeom>
        </p:spPr>
        <p:txBody>
          <a:bodyPr lIns="0" tIns="0" rIns="0" bIns="0">
            <a:normAutofit/>
          </a:bodyPr>
          <a:lstStyle>
            <a:lvl1pPr algn="l">
              <a:defRPr sz="1400" b="0" cap="all" baseline="0">
                <a:solidFill>
                  <a:schemeClr val="bg1"/>
                </a:solidFill>
                <a:latin typeface="+mj-lt"/>
              </a:defRPr>
            </a:lvl1pPr>
          </a:lstStyle>
          <a:p>
            <a:pPr lvl="0"/>
            <a:r>
              <a:rPr lang="en-US"/>
              <a:t>Name</a:t>
            </a:r>
          </a:p>
        </p:txBody>
      </p:sp>
      <p:sp>
        <p:nvSpPr>
          <p:cNvPr id="16" name="Text Placeholder 30">
            <a:extLst>
              <a:ext uri="{FF2B5EF4-FFF2-40B4-BE49-F238E27FC236}">
                <a16:creationId xmlns:a16="http://schemas.microsoft.com/office/drawing/2014/main" id="{089F6609-330C-4042-8DB3-1C074EBF7CC1}"/>
              </a:ext>
            </a:extLst>
          </p:cNvPr>
          <p:cNvSpPr>
            <a:spLocks noGrp="1"/>
          </p:cNvSpPr>
          <p:nvPr>
            <p:ph type="body" sz="quarter" idx="22" hasCustomPrompt="1"/>
          </p:nvPr>
        </p:nvSpPr>
        <p:spPr>
          <a:xfrm>
            <a:off x="526232" y="3823241"/>
            <a:ext cx="2065338" cy="266972"/>
          </a:xfrm>
          <a:prstGeom prst="rect">
            <a:avLst/>
          </a:prstGeom>
        </p:spPr>
        <p:txBody>
          <a:bodyPr lIns="0" tIns="0" rIns="0" bIns="0">
            <a:normAutofit/>
          </a:bodyPr>
          <a:lstStyle>
            <a:lvl1pPr algn="l">
              <a:defRPr sz="1400" b="0">
                <a:solidFill>
                  <a:schemeClr val="bg1"/>
                </a:solidFill>
                <a:latin typeface="+mn-lt"/>
              </a:defRPr>
            </a:lvl1pPr>
          </a:lstStyle>
          <a:p>
            <a:pPr lvl="0"/>
            <a:r>
              <a:rPr lang="en-US"/>
              <a:t>Title</a:t>
            </a:r>
          </a:p>
        </p:txBody>
      </p:sp>
      <p:sp>
        <p:nvSpPr>
          <p:cNvPr id="17" name="Text Placeholder 30">
            <a:extLst>
              <a:ext uri="{FF2B5EF4-FFF2-40B4-BE49-F238E27FC236}">
                <a16:creationId xmlns:a16="http://schemas.microsoft.com/office/drawing/2014/main" id="{375DF0E5-019D-4C91-8DEC-48D9CBCC5B82}"/>
              </a:ext>
            </a:extLst>
          </p:cNvPr>
          <p:cNvSpPr>
            <a:spLocks noGrp="1"/>
          </p:cNvSpPr>
          <p:nvPr>
            <p:ph type="body" sz="quarter" idx="23" hasCustomPrompt="1"/>
          </p:nvPr>
        </p:nvSpPr>
        <p:spPr>
          <a:xfrm>
            <a:off x="526232" y="6011909"/>
            <a:ext cx="2065338" cy="266972"/>
          </a:xfrm>
          <a:prstGeom prst="rect">
            <a:avLst/>
          </a:prstGeom>
        </p:spPr>
        <p:txBody>
          <a:bodyPr lIns="0" tIns="0" rIns="0" bIns="0">
            <a:normAutofit/>
          </a:bodyPr>
          <a:lstStyle>
            <a:lvl1pPr algn="l">
              <a:defRPr sz="1200" b="0">
                <a:solidFill>
                  <a:schemeClr val="bg1"/>
                </a:solidFill>
                <a:latin typeface="+mn-lt"/>
              </a:defRPr>
            </a:lvl1pPr>
          </a:lstStyle>
          <a:p>
            <a:pPr lvl="0"/>
            <a:r>
              <a:rPr lang="en-US"/>
              <a:t>Date</a:t>
            </a:r>
          </a:p>
        </p:txBody>
      </p:sp>
      <p:sp>
        <p:nvSpPr>
          <p:cNvPr id="21" name="Textplatzhalter 19">
            <a:extLst>
              <a:ext uri="{FF2B5EF4-FFF2-40B4-BE49-F238E27FC236}">
                <a16:creationId xmlns:a16="http://schemas.microsoft.com/office/drawing/2014/main" id="{5E18EB86-B50A-4D0F-9A1F-26C75C83CCD1}"/>
              </a:ext>
            </a:extLst>
          </p:cNvPr>
          <p:cNvSpPr>
            <a:spLocks noGrp="1"/>
          </p:cNvSpPr>
          <p:nvPr>
            <p:ph type="body" sz="quarter" idx="24"/>
          </p:nvPr>
        </p:nvSpPr>
        <p:spPr>
          <a:xfrm>
            <a:off x="3122477" y="1828800"/>
            <a:ext cx="8688523" cy="3447098"/>
          </a:xfrm>
          <a:prstGeom prst="rect">
            <a:avLst/>
          </a:prstGeom>
        </p:spPr>
        <p:txBody>
          <a:bodyPr lIns="0" tIns="0" rIns="0" bIns="0"/>
          <a:lstStyle>
            <a:lvl1pPr>
              <a:defRPr sz="1200"/>
            </a:lvl1pPr>
            <a:lvl2pPr>
              <a:defRPr sz="1200" b="0"/>
            </a:lvl2pPr>
            <a:lvl3pPr>
              <a:defRPr sz="1200" b="0"/>
            </a:lvl3pPr>
            <a:lvl4pPr>
              <a:defRPr sz="1200" b="0"/>
            </a:lvl4pPr>
            <a:lvl5pPr>
              <a:defRPr sz="1200" b="0"/>
            </a:lvl5pPr>
          </a:lstStyle>
          <a:p>
            <a:pPr lvl="0"/>
            <a:r>
              <a:rPr lang="en-US"/>
              <a:t>Mastertextformat bearbeiten</a:t>
            </a:r>
          </a:p>
          <a:p>
            <a:pPr lvl="1"/>
            <a:r>
              <a:rPr lang="en-US"/>
              <a:t>Zweite Ebene</a:t>
            </a:r>
          </a:p>
          <a:p>
            <a:pPr lvl="2"/>
            <a:r>
              <a:rPr lang="en-US"/>
              <a:t>Dritte Ebene</a:t>
            </a:r>
          </a:p>
        </p:txBody>
      </p:sp>
      <p:sp>
        <p:nvSpPr>
          <p:cNvPr id="18" name="Slide Number Placeholder 5">
            <a:extLst>
              <a:ext uri="{FF2B5EF4-FFF2-40B4-BE49-F238E27FC236}">
                <a16:creationId xmlns:a16="http://schemas.microsoft.com/office/drawing/2014/main" id="{E7BC5462-22FF-448E-8E65-D8D9A983E837}"/>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3003735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7" name="Text Placeholder 10">
            <a:extLst>
              <a:ext uri="{FF2B5EF4-FFF2-40B4-BE49-F238E27FC236}">
                <a16:creationId xmlns:a16="http://schemas.microsoft.com/office/drawing/2014/main" id="{5DE521DD-F869-4942-ACAE-34C787B89655}"/>
              </a:ext>
            </a:extLst>
          </p:cNvPr>
          <p:cNvSpPr>
            <a:spLocks noGrp="1"/>
          </p:cNvSpPr>
          <p:nvPr>
            <p:ph type="body" sz="quarter" idx="14" hasCustomPrompt="1"/>
          </p:nvPr>
        </p:nvSpPr>
        <p:spPr>
          <a:xfrm>
            <a:off x="381000" y="380999"/>
            <a:ext cx="11430000" cy="990601"/>
          </a:xfrm>
          <a:prstGeom prst="rect">
            <a:avLst/>
          </a:prstGeom>
        </p:spPr>
        <p:txBody>
          <a:bodyPr wrap="square" lIns="0" tIns="0" rIns="0" bIns="0" anchor="t" anchorCtr="0">
            <a:noAutofit/>
          </a:bodyPr>
          <a:lstStyle>
            <a:lvl1pPr marL="0" indent="0" algn="l">
              <a:lnSpc>
                <a:spcPct val="80000"/>
              </a:lnSpc>
              <a:spcBef>
                <a:spcPts val="0"/>
              </a:spcBef>
              <a:spcAft>
                <a:spcPct val="0"/>
              </a:spcAft>
              <a:buFontTx/>
              <a:buNone/>
              <a:defRPr sz="3600" b="0" i="0" cap="all" baseline="0">
                <a:solidFill>
                  <a:srgbClr val="000000"/>
                </a:solidFill>
                <a:latin typeface="Graphik Black" panose="020B0A03030202060203" pitchFamily="34" charset="0"/>
              </a:defRPr>
            </a:lvl1pPr>
          </a:lstStyle>
          <a:p>
            <a:pPr lvl="0" fontAlgn="base">
              <a:lnSpc>
                <a:spcPct val="80000"/>
              </a:lnSpc>
              <a:spcAft>
                <a:spcPct val="0"/>
              </a:spcAft>
              <a:defRPr/>
            </a:pPr>
            <a:r>
              <a:rPr lang="en-US">
                <a:solidFill>
                  <a:srgbClr val="000000"/>
                </a:solidFill>
                <a:latin typeface="Graphik Black" panose="020B0503030202060203" pitchFamily="34" charset="77"/>
                <a:cs typeface="Arial" panose="020B0604020202020204" pitchFamily="34" charset="0"/>
              </a:rPr>
              <a:t>INSERT MAIN TITLE AT 40PT MIN 30PT</a:t>
            </a:r>
          </a:p>
        </p:txBody>
      </p:sp>
      <p:sp>
        <p:nvSpPr>
          <p:cNvPr id="21" name="Textplatzhalter 19">
            <a:extLst>
              <a:ext uri="{FF2B5EF4-FFF2-40B4-BE49-F238E27FC236}">
                <a16:creationId xmlns:a16="http://schemas.microsoft.com/office/drawing/2014/main" id="{5E18EB86-B50A-4D0F-9A1F-26C75C83CCD1}"/>
              </a:ext>
            </a:extLst>
          </p:cNvPr>
          <p:cNvSpPr>
            <a:spLocks noGrp="1"/>
          </p:cNvSpPr>
          <p:nvPr>
            <p:ph type="body" sz="quarter" idx="24"/>
          </p:nvPr>
        </p:nvSpPr>
        <p:spPr>
          <a:xfrm>
            <a:off x="381000" y="1828800"/>
            <a:ext cx="11430000" cy="3447098"/>
          </a:xfrm>
          <a:prstGeom prst="rect">
            <a:avLst/>
          </a:prstGeom>
        </p:spPr>
        <p:txBody>
          <a:bodyPr lIns="0" tIns="0" rIns="0" bIns="0"/>
          <a:lstStyle>
            <a:lvl1pPr>
              <a:defRPr sz="1200"/>
            </a:lvl1pPr>
            <a:lvl2pPr>
              <a:defRPr sz="1200" b="0"/>
            </a:lvl2pPr>
            <a:lvl3pPr>
              <a:defRPr sz="1200" b="0"/>
            </a:lvl3pPr>
            <a:lvl4pPr>
              <a:defRPr sz="1200" b="0"/>
            </a:lvl4pPr>
            <a:lvl5pPr>
              <a:defRPr sz="1200" b="0"/>
            </a:lvl5pPr>
          </a:lstStyle>
          <a:p>
            <a:pPr lvl="0"/>
            <a:r>
              <a:rPr lang="en-US"/>
              <a:t>Mastertextformat bearbeiten</a:t>
            </a:r>
          </a:p>
          <a:p>
            <a:pPr lvl="1"/>
            <a:r>
              <a:rPr lang="en-US"/>
              <a:t>Zweite Ebene</a:t>
            </a:r>
          </a:p>
          <a:p>
            <a:pPr lvl="2"/>
            <a:r>
              <a:rPr lang="en-US"/>
              <a:t>Dritte Ebene</a:t>
            </a:r>
          </a:p>
        </p:txBody>
      </p:sp>
      <p:sp>
        <p:nvSpPr>
          <p:cNvPr id="18" name="Picture Placeholder 21">
            <a:extLst>
              <a:ext uri="{FF2B5EF4-FFF2-40B4-BE49-F238E27FC236}">
                <a16:creationId xmlns:a16="http://schemas.microsoft.com/office/drawing/2014/main" id="{74D985FF-EF3A-436F-8374-04913CF787EE}"/>
              </a:ext>
            </a:extLst>
          </p:cNvPr>
          <p:cNvSpPr>
            <a:spLocks noGrp="1"/>
          </p:cNvSpPr>
          <p:nvPr>
            <p:ph type="pic" sz="quarter" idx="25" hasCustomPrompt="1"/>
          </p:nvPr>
        </p:nvSpPr>
        <p:spPr>
          <a:xfrm>
            <a:off x="1283517" y="5637582"/>
            <a:ext cx="722794" cy="802329"/>
          </a:xfrm>
          <a:prstGeom prst="rect">
            <a:avLst/>
          </a:prstGeom>
          <a:solidFill>
            <a:schemeClr val="tx2">
              <a:lumMod val="20000"/>
              <a:lumOff val="80000"/>
            </a:schemeClr>
          </a:solidFill>
        </p:spPr>
        <p:txBody>
          <a:bodyPr anchor="ctr">
            <a:normAutofit/>
          </a:bodyPr>
          <a:lstStyle>
            <a:lvl1pPr algn="ctr">
              <a:defRPr sz="1200"/>
            </a:lvl1pPr>
          </a:lstStyle>
          <a:p>
            <a:r>
              <a:rPr lang="en-US"/>
              <a:t> </a:t>
            </a:r>
          </a:p>
        </p:txBody>
      </p:sp>
      <p:sp>
        <p:nvSpPr>
          <p:cNvPr id="19" name="Text Placeholder 14">
            <a:extLst>
              <a:ext uri="{FF2B5EF4-FFF2-40B4-BE49-F238E27FC236}">
                <a16:creationId xmlns:a16="http://schemas.microsoft.com/office/drawing/2014/main" id="{1E23ED3C-737B-43DC-AEB9-FDE412A44029}"/>
              </a:ext>
            </a:extLst>
          </p:cNvPr>
          <p:cNvSpPr>
            <a:spLocks noGrp="1"/>
          </p:cNvSpPr>
          <p:nvPr>
            <p:ph type="body" sz="quarter" idx="26" hasCustomPrompt="1"/>
          </p:nvPr>
        </p:nvSpPr>
        <p:spPr>
          <a:xfrm>
            <a:off x="2006311" y="5637337"/>
            <a:ext cx="2348941" cy="802330"/>
          </a:xfrm>
          <a:prstGeom prst="rect">
            <a:avLst/>
          </a:prstGeom>
          <a:solidFill>
            <a:schemeClr val="accent2"/>
          </a:solidFill>
        </p:spPr>
        <p:txBody>
          <a:bodyPr anchor="ctr">
            <a:noAutofit/>
          </a:bodyPr>
          <a:lstStyle>
            <a:lvl1pPr>
              <a:defRPr sz="1400" b="1" cap="all" baseline="0">
                <a:solidFill>
                  <a:schemeClr val="bg1"/>
                </a:solidFill>
                <a:latin typeface="+mn-lt"/>
              </a:defRPr>
            </a:lvl1pPr>
          </a:lstStyle>
          <a:p>
            <a:pPr lvl="0"/>
            <a:r>
              <a:rPr lang="en-US"/>
              <a:t>Name </a:t>
            </a:r>
          </a:p>
          <a:p>
            <a:pPr lvl="0"/>
            <a:r>
              <a:rPr lang="en-US" b="0"/>
              <a:t>Title</a:t>
            </a:r>
            <a:endParaRPr lang="en-US"/>
          </a:p>
        </p:txBody>
      </p:sp>
      <p:sp>
        <p:nvSpPr>
          <p:cNvPr id="20" name="Picture Placeholder 21">
            <a:extLst>
              <a:ext uri="{FF2B5EF4-FFF2-40B4-BE49-F238E27FC236}">
                <a16:creationId xmlns:a16="http://schemas.microsoft.com/office/drawing/2014/main" id="{B91EFC27-0882-441C-AABE-6704411BAD3F}"/>
              </a:ext>
            </a:extLst>
          </p:cNvPr>
          <p:cNvSpPr>
            <a:spLocks noGrp="1"/>
          </p:cNvSpPr>
          <p:nvPr>
            <p:ph type="pic" sz="quarter" idx="27" hasCustomPrompt="1"/>
          </p:nvPr>
        </p:nvSpPr>
        <p:spPr>
          <a:xfrm>
            <a:off x="4509317" y="5635555"/>
            <a:ext cx="722794" cy="802329"/>
          </a:xfrm>
          <a:prstGeom prst="rect">
            <a:avLst/>
          </a:prstGeom>
          <a:solidFill>
            <a:schemeClr val="tx2">
              <a:lumMod val="20000"/>
              <a:lumOff val="80000"/>
            </a:schemeClr>
          </a:solidFill>
        </p:spPr>
        <p:txBody>
          <a:bodyPr anchor="ctr">
            <a:normAutofit/>
          </a:bodyPr>
          <a:lstStyle>
            <a:lvl1pPr algn="ctr">
              <a:defRPr sz="1200"/>
            </a:lvl1pPr>
          </a:lstStyle>
          <a:p>
            <a:r>
              <a:rPr lang="en-US"/>
              <a:t> </a:t>
            </a:r>
          </a:p>
        </p:txBody>
      </p:sp>
      <p:sp>
        <p:nvSpPr>
          <p:cNvPr id="22" name="Text Placeholder 14">
            <a:extLst>
              <a:ext uri="{FF2B5EF4-FFF2-40B4-BE49-F238E27FC236}">
                <a16:creationId xmlns:a16="http://schemas.microsoft.com/office/drawing/2014/main" id="{92B91E52-1248-489E-A3C7-E20B3A01A3F0}"/>
              </a:ext>
            </a:extLst>
          </p:cNvPr>
          <p:cNvSpPr>
            <a:spLocks noGrp="1"/>
          </p:cNvSpPr>
          <p:nvPr>
            <p:ph type="body" sz="quarter" idx="28" hasCustomPrompt="1"/>
          </p:nvPr>
        </p:nvSpPr>
        <p:spPr>
          <a:xfrm>
            <a:off x="5232111" y="5635310"/>
            <a:ext cx="2348941" cy="802330"/>
          </a:xfrm>
          <a:prstGeom prst="rect">
            <a:avLst/>
          </a:prstGeom>
          <a:solidFill>
            <a:schemeClr val="accent2"/>
          </a:solidFill>
        </p:spPr>
        <p:txBody>
          <a:bodyPr anchor="ctr">
            <a:noAutofit/>
          </a:bodyPr>
          <a:lstStyle>
            <a:lvl1pPr>
              <a:defRPr lang="en-US" sz="1400" b="1" i="0" kern="1200" cap="all" baseline="0">
                <a:solidFill>
                  <a:schemeClr val="bg1"/>
                </a:solidFill>
                <a:latin typeface="+mn-lt"/>
                <a:ea typeface="Arial Black" charset="0"/>
                <a:cs typeface="Arial Black" charset="0"/>
              </a:defRPr>
            </a:lvl1pPr>
          </a:lstStyle>
          <a:p>
            <a:pPr marL="0" lvl="0" indent="0" algn="l" defTabSz="1734634" rtl="0" eaLnBrk="1" latinLnBrk="0" hangingPunct="1">
              <a:lnSpc>
                <a:spcPct val="90000"/>
              </a:lnSpc>
              <a:spcBef>
                <a:spcPts val="800"/>
              </a:spcBef>
              <a:buFont typeface="Arial" charset="0"/>
              <a:buNone/>
            </a:pPr>
            <a:r>
              <a:rPr lang="en-US"/>
              <a:t>Name</a:t>
            </a:r>
          </a:p>
          <a:p>
            <a:pPr lvl="0"/>
            <a:r>
              <a:rPr lang="en-US" b="0"/>
              <a:t>Title</a:t>
            </a:r>
            <a:endParaRPr lang="en-US"/>
          </a:p>
        </p:txBody>
      </p:sp>
      <p:sp>
        <p:nvSpPr>
          <p:cNvPr id="23" name="Picture Placeholder 21">
            <a:extLst>
              <a:ext uri="{FF2B5EF4-FFF2-40B4-BE49-F238E27FC236}">
                <a16:creationId xmlns:a16="http://schemas.microsoft.com/office/drawing/2014/main" id="{51816B95-DC36-42BB-BDD7-CB5AAF987A4F}"/>
              </a:ext>
            </a:extLst>
          </p:cNvPr>
          <p:cNvSpPr>
            <a:spLocks noGrp="1"/>
          </p:cNvSpPr>
          <p:nvPr>
            <p:ph type="pic" sz="quarter" idx="29" hasCustomPrompt="1"/>
          </p:nvPr>
        </p:nvSpPr>
        <p:spPr>
          <a:xfrm>
            <a:off x="7773761" y="5635311"/>
            <a:ext cx="722794" cy="802329"/>
          </a:xfrm>
          <a:prstGeom prst="rect">
            <a:avLst/>
          </a:prstGeom>
          <a:solidFill>
            <a:schemeClr val="tx2">
              <a:lumMod val="20000"/>
              <a:lumOff val="80000"/>
            </a:schemeClr>
          </a:solidFill>
        </p:spPr>
        <p:txBody>
          <a:bodyPr anchor="ctr">
            <a:normAutofit/>
          </a:bodyPr>
          <a:lstStyle>
            <a:lvl1pPr algn="ctr">
              <a:defRPr sz="1200"/>
            </a:lvl1pPr>
          </a:lstStyle>
          <a:p>
            <a:r>
              <a:rPr lang="en-US"/>
              <a:t> </a:t>
            </a:r>
          </a:p>
        </p:txBody>
      </p:sp>
      <p:sp>
        <p:nvSpPr>
          <p:cNvPr id="24" name="Text Placeholder 14">
            <a:extLst>
              <a:ext uri="{FF2B5EF4-FFF2-40B4-BE49-F238E27FC236}">
                <a16:creationId xmlns:a16="http://schemas.microsoft.com/office/drawing/2014/main" id="{59F2B190-FE22-4B83-837E-F0A0EEC94D5E}"/>
              </a:ext>
            </a:extLst>
          </p:cNvPr>
          <p:cNvSpPr>
            <a:spLocks noGrp="1"/>
          </p:cNvSpPr>
          <p:nvPr>
            <p:ph type="body" sz="quarter" idx="30" hasCustomPrompt="1"/>
          </p:nvPr>
        </p:nvSpPr>
        <p:spPr>
          <a:xfrm>
            <a:off x="8496555" y="5635066"/>
            <a:ext cx="2348941" cy="802330"/>
          </a:xfrm>
          <a:prstGeom prst="rect">
            <a:avLst/>
          </a:prstGeom>
          <a:solidFill>
            <a:schemeClr val="accent2"/>
          </a:solidFill>
        </p:spPr>
        <p:txBody>
          <a:bodyPr anchor="ctr">
            <a:noAutofit/>
          </a:bodyPr>
          <a:lstStyle>
            <a:lvl1pPr>
              <a:defRPr lang="en-US" sz="1400" b="1" i="0" kern="1200" cap="all" baseline="0">
                <a:solidFill>
                  <a:schemeClr val="bg1"/>
                </a:solidFill>
                <a:latin typeface="+mn-lt"/>
                <a:ea typeface="Arial Black" charset="0"/>
                <a:cs typeface="Arial Black" charset="0"/>
              </a:defRPr>
            </a:lvl1pPr>
          </a:lstStyle>
          <a:p>
            <a:pPr marL="0" lvl="0" indent="0" algn="l" defTabSz="1734634" rtl="0" eaLnBrk="1" latinLnBrk="0" hangingPunct="1">
              <a:lnSpc>
                <a:spcPct val="90000"/>
              </a:lnSpc>
              <a:spcBef>
                <a:spcPts val="800"/>
              </a:spcBef>
              <a:buFont typeface="Arial" charset="0"/>
              <a:buNone/>
            </a:pPr>
            <a:r>
              <a:rPr lang="en-US"/>
              <a:t>Name </a:t>
            </a:r>
          </a:p>
          <a:p>
            <a:pPr marL="0" lvl="0" indent="0" algn="l" defTabSz="1734634" rtl="0" eaLnBrk="1" latinLnBrk="0" hangingPunct="1">
              <a:lnSpc>
                <a:spcPct val="90000"/>
              </a:lnSpc>
              <a:spcBef>
                <a:spcPts val="800"/>
              </a:spcBef>
              <a:buFont typeface="Arial" charset="0"/>
              <a:buNone/>
            </a:pPr>
            <a:r>
              <a:rPr lang="en-US" b="0"/>
              <a:t>Title</a:t>
            </a:r>
            <a:endParaRPr lang="en-US"/>
          </a:p>
        </p:txBody>
      </p:sp>
      <p:sp>
        <p:nvSpPr>
          <p:cNvPr id="10" name="AMC_Footer">
            <a:extLst>
              <a:ext uri="{FF2B5EF4-FFF2-40B4-BE49-F238E27FC236}">
                <a16:creationId xmlns:a16="http://schemas.microsoft.com/office/drawing/2014/main" id="{B23F8AA2-8014-4316-BAE2-5CDCF4C2320C}"/>
              </a:ext>
            </a:extLst>
          </p:cNvPr>
          <p:cNvSpPr txBox="1">
            <a:spLocks/>
          </p:cNvSpPr>
          <p:nvPr userDrawn="1"/>
        </p:nvSpPr>
        <p:spPr>
          <a:xfrm>
            <a:off x="381000"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
        <p:nvSpPr>
          <p:cNvPr id="11" name="Slide Number Placeholder 5">
            <a:extLst>
              <a:ext uri="{FF2B5EF4-FFF2-40B4-BE49-F238E27FC236}">
                <a16:creationId xmlns:a16="http://schemas.microsoft.com/office/drawing/2014/main" id="{C8A3BAB7-1CE2-465B-9357-9CCD0DE9AFA0}"/>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229911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7AAFF142-1190-4A59-ACD3-752CED2665FB}"/>
              </a:ext>
            </a:extLst>
          </p:cNvPr>
          <p:cNvGraphicFramePr>
            <a:graphicFrameLocks noChangeAspect="1"/>
          </p:cNvGraphicFramePr>
          <p:nvPr userDrawn="1">
            <p:custDataLst>
              <p:tags r:id="rId1"/>
            </p:custDataLst>
            <p:extLst>
              <p:ext uri="{D42A27DB-BD31-4B8C-83A1-F6EECF244321}">
                <p14:modId xmlns:p14="http://schemas.microsoft.com/office/powerpoint/2010/main" val="28824577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2" name="Objekt 1" hidden="1">
                        <a:extLst>
                          <a:ext uri="{FF2B5EF4-FFF2-40B4-BE49-F238E27FC236}">
                            <a16:creationId xmlns:a16="http://schemas.microsoft.com/office/drawing/2014/main" id="{7AAFF142-1190-4A59-ACD3-752CED2665F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Rectangle 5">
            <a:extLst>
              <a:ext uri="{FF2B5EF4-FFF2-40B4-BE49-F238E27FC236}">
                <a16:creationId xmlns:a16="http://schemas.microsoft.com/office/drawing/2014/main" id="{AFFC25A7-E296-4561-AFA7-2F4B13BC969A}"/>
              </a:ext>
            </a:extLst>
          </p:cNvPr>
          <p:cNvSpPr/>
          <p:nvPr userDrawn="1"/>
        </p:nvSpPr>
        <p:spPr>
          <a:xfrm>
            <a:off x="0" y="0"/>
            <a:ext cx="3408630" cy="6858000"/>
          </a:xfrm>
          <a:prstGeom prst="rect">
            <a:avLst/>
          </a:prstGeom>
          <a:solidFill>
            <a:schemeClr val="accent2"/>
          </a:solidFill>
          <a:ln>
            <a:noFill/>
          </a:ln>
        </p:spPr>
        <p:style>
          <a:lnRef idx="2">
            <a:schemeClr val="dk1"/>
          </a:lnRef>
          <a:fillRef idx="1">
            <a:schemeClr val="lt1"/>
          </a:fillRef>
          <a:effectRef idx="0">
            <a:schemeClr val="dk1"/>
          </a:effectRef>
          <a:fontRef idx="minor">
            <a:schemeClr val="dk1"/>
          </a:fontRef>
        </p:style>
        <p:txBody>
          <a:bodyPr lIns="91376" tIns="45688" rIns="91376" bIns="456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 name="Text Placeholder 10">
            <a:extLst>
              <a:ext uri="{FF2B5EF4-FFF2-40B4-BE49-F238E27FC236}">
                <a16:creationId xmlns:a16="http://schemas.microsoft.com/office/drawing/2014/main" id="{5DE521DD-F869-4942-ACAE-34C787B89655}"/>
              </a:ext>
            </a:extLst>
          </p:cNvPr>
          <p:cNvSpPr>
            <a:spLocks noGrp="1"/>
          </p:cNvSpPr>
          <p:nvPr>
            <p:ph type="body" sz="quarter" idx="14" hasCustomPrompt="1"/>
          </p:nvPr>
        </p:nvSpPr>
        <p:spPr>
          <a:xfrm>
            <a:off x="381000" y="360680"/>
            <a:ext cx="2870200" cy="990600"/>
          </a:xfrm>
          <a:prstGeom prst="rect">
            <a:avLst/>
          </a:prstGeom>
        </p:spPr>
        <p:txBody>
          <a:bodyPr wrap="square" lIns="0" tIns="0" rIns="0" bIns="0" anchor="t" anchorCtr="0">
            <a:noAutofit/>
          </a:bodyPr>
          <a:lstStyle>
            <a:lvl1pPr marL="0" indent="0" algn="l">
              <a:lnSpc>
                <a:spcPct val="80000"/>
              </a:lnSpc>
              <a:spcBef>
                <a:spcPts val="0"/>
              </a:spcBef>
              <a:spcAft>
                <a:spcPct val="0"/>
              </a:spcAft>
              <a:buFontTx/>
              <a:buNone/>
              <a:defRPr sz="4000" b="0" i="0" cap="all" baseline="0">
                <a:solidFill>
                  <a:schemeClr val="bg1"/>
                </a:solidFill>
                <a:latin typeface="Graphik Black" panose="020B0A03030202060203" pitchFamily="34" charset="0"/>
              </a:defRPr>
            </a:lvl1pPr>
          </a:lstStyle>
          <a:p>
            <a:pPr lvl="0" fontAlgn="base">
              <a:lnSpc>
                <a:spcPct val="80000"/>
              </a:lnSpc>
              <a:spcAft>
                <a:spcPct val="0"/>
              </a:spcAft>
              <a:defRPr/>
            </a:pPr>
            <a:r>
              <a:rPr lang="en-US">
                <a:solidFill>
                  <a:srgbClr val="000000"/>
                </a:solidFill>
                <a:latin typeface="Graphik Black" panose="020B0503030202060203" pitchFamily="34" charset="77"/>
                <a:cs typeface="Arial" panose="020B0604020202020204" pitchFamily="34" charset="0"/>
              </a:rPr>
              <a:t>INSERT MAIN</a:t>
            </a:r>
          </a:p>
        </p:txBody>
      </p:sp>
      <p:sp>
        <p:nvSpPr>
          <p:cNvPr id="21" name="Textplatzhalter 19">
            <a:extLst>
              <a:ext uri="{FF2B5EF4-FFF2-40B4-BE49-F238E27FC236}">
                <a16:creationId xmlns:a16="http://schemas.microsoft.com/office/drawing/2014/main" id="{5E18EB86-B50A-4D0F-9A1F-26C75C83CCD1}"/>
              </a:ext>
            </a:extLst>
          </p:cNvPr>
          <p:cNvSpPr>
            <a:spLocks noGrp="1"/>
          </p:cNvSpPr>
          <p:nvPr>
            <p:ph type="body" sz="quarter" idx="24"/>
          </p:nvPr>
        </p:nvSpPr>
        <p:spPr>
          <a:xfrm>
            <a:off x="3647440" y="360680"/>
            <a:ext cx="8163560" cy="3447098"/>
          </a:xfrm>
          <a:prstGeom prst="rect">
            <a:avLst/>
          </a:prstGeom>
        </p:spPr>
        <p:txBody>
          <a:bodyPr lIns="0" tIns="0" rIns="0" bIns="0"/>
          <a:lstStyle>
            <a:lvl1pPr>
              <a:defRPr sz="1200"/>
            </a:lvl1pPr>
            <a:lvl2pPr>
              <a:defRPr sz="1200" b="0"/>
            </a:lvl2pPr>
            <a:lvl3pPr>
              <a:defRPr sz="1200" b="0"/>
            </a:lvl3pPr>
            <a:lvl4pPr>
              <a:defRPr sz="1200" b="0"/>
            </a:lvl4pPr>
            <a:lvl5pPr>
              <a:defRPr sz="1200" b="0"/>
            </a:lvl5pPr>
          </a:lstStyle>
          <a:p>
            <a:pPr lvl="0"/>
            <a:r>
              <a:rPr lang="en-US"/>
              <a:t>Mastertextformat bearbeiten</a:t>
            </a:r>
          </a:p>
          <a:p>
            <a:pPr lvl="1"/>
            <a:r>
              <a:rPr lang="en-US"/>
              <a:t>Zweite Ebene</a:t>
            </a:r>
          </a:p>
          <a:p>
            <a:pPr lvl="2"/>
            <a:r>
              <a:rPr lang="en-US"/>
              <a:t>Dritte Ebene</a:t>
            </a:r>
          </a:p>
        </p:txBody>
      </p:sp>
      <p:sp>
        <p:nvSpPr>
          <p:cNvPr id="14" name="Rechteck 9">
            <a:extLst>
              <a:ext uri="{FF2B5EF4-FFF2-40B4-BE49-F238E27FC236}">
                <a16:creationId xmlns:a16="http://schemas.microsoft.com/office/drawing/2014/main" id="{62A7CC0C-ED51-4C49-8DE9-3FE8FBB9D2B7}"/>
              </a:ext>
            </a:extLst>
          </p:cNvPr>
          <p:cNvSpPr/>
          <p:nvPr userDrawn="1"/>
        </p:nvSpPr>
        <p:spPr>
          <a:xfrm flipV="1">
            <a:off x="381000" y="5227676"/>
            <a:ext cx="2870200" cy="548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4284" tIns="17142" rIns="34284" bIns="17142" rtlCol="0" anchor="ctr"/>
          <a:lstStyle/>
          <a:p>
            <a:pPr marL="0" marR="0" lvl="0" indent="0" algn="l" defTabSz="17142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FF9900"/>
              </a:solidFill>
              <a:effectLst/>
              <a:uLnTx/>
              <a:uFillTx/>
              <a:latin typeface="+mn-lt"/>
              <a:ea typeface="+mn-ea"/>
              <a:cs typeface="+mn-cs"/>
            </a:endParaRPr>
          </a:p>
        </p:txBody>
      </p:sp>
      <p:sp>
        <p:nvSpPr>
          <p:cNvPr id="15" name="Picture Placeholder 21">
            <a:extLst>
              <a:ext uri="{FF2B5EF4-FFF2-40B4-BE49-F238E27FC236}">
                <a16:creationId xmlns:a16="http://schemas.microsoft.com/office/drawing/2014/main" id="{40BB203B-5207-4E23-AC50-7A4E4FFC605D}"/>
              </a:ext>
            </a:extLst>
          </p:cNvPr>
          <p:cNvSpPr>
            <a:spLocks noGrp="1"/>
          </p:cNvSpPr>
          <p:nvPr>
            <p:ph type="pic" sz="quarter" idx="12" hasCustomPrompt="1"/>
          </p:nvPr>
        </p:nvSpPr>
        <p:spPr>
          <a:xfrm>
            <a:off x="381000" y="1828800"/>
            <a:ext cx="914400" cy="914400"/>
          </a:xfrm>
          <a:prstGeom prst="ellipse">
            <a:avLst/>
          </a:prstGeom>
          <a:solidFill>
            <a:schemeClr val="tx2">
              <a:lumMod val="20000"/>
              <a:lumOff val="80000"/>
            </a:schemeClr>
          </a:solidFill>
        </p:spPr>
        <p:txBody>
          <a:bodyPr>
            <a:normAutofit/>
          </a:bodyPr>
          <a:lstStyle>
            <a:lvl1pPr algn="l">
              <a:defRPr sz="1200">
                <a:latin typeface="+mn-lt"/>
              </a:defRPr>
            </a:lvl1pPr>
          </a:lstStyle>
          <a:p>
            <a:r>
              <a:rPr lang="en-US"/>
              <a:t> </a:t>
            </a:r>
          </a:p>
        </p:txBody>
      </p:sp>
      <p:sp>
        <p:nvSpPr>
          <p:cNvPr id="16" name="Picture Placeholder 21">
            <a:extLst>
              <a:ext uri="{FF2B5EF4-FFF2-40B4-BE49-F238E27FC236}">
                <a16:creationId xmlns:a16="http://schemas.microsoft.com/office/drawing/2014/main" id="{6D199244-9D48-4DD0-85EE-192DEA149FA6}"/>
              </a:ext>
            </a:extLst>
          </p:cNvPr>
          <p:cNvSpPr>
            <a:spLocks noGrp="1"/>
          </p:cNvSpPr>
          <p:nvPr>
            <p:ph type="pic" sz="quarter" idx="13" hasCustomPrompt="1"/>
          </p:nvPr>
        </p:nvSpPr>
        <p:spPr>
          <a:xfrm>
            <a:off x="381000" y="3528238"/>
            <a:ext cx="914400" cy="914400"/>
          </a:xfrm>
          <a:prstGeom prst="ellipse">
            <a:avLst/>
          </a:prstGeom>
          <a:solidFill>
            <a:schemeClr val="tx2">
              <a:lumMod val="20000"/>
              <a:lumOff val="80000"/>
            </a:schemeClr>
          </a:solidFill>
        </p:spPr>
        <p:txBody>
          <a:bodyPr>
            <a:normAutofit/>
          </a:bodyPr>
          <a:lstStyle>
            <a:lvl1pPr algn="l">
              <a:defRPr sz="1200">
                <a:latin typeface="+mn-lt"/>
              </a:defRPr>
            </a:lvl1pPr>
          </a:lstStyle>
          <a:p>
            <a:r>
              <a:rPr lang="en-US"/>
              <a:t> </a:t>
            </a:r>
          </a:p>
        </p:txBody>
      </p:sp>
      <p:sp>
        <p:nvSpPr>
          <p:cNvPr id="17" name="Text Placeholder 30">
            <a:extLst>
              <a:ext uri="{FF2B5EF4-FFF2-40B4-BE49-F238E27FC236}">
                <a16:creationId xmlns:a16="http://schemas.microsoft.com/office/drawing/2014/main" id="{81DB577F-EC51-4257-B6D7-46E392BF3710}"/>
              </a:ext>
            </a:extLst>
          </p:cNvPr>
          <p:cNvSpPr>
            <a:spLocks noGrp="1"/>
          </p:cNvSpPr>
          <p:nvPr>
            <p:ph type="body" sz="quarter" idx="16" hasCustomPrompt="1"/>
          </p:nvPr>
        </p:nvSpPr>
        <p:spPr>
          <a:xfrm>
            <a:off x="3658394" y="6169025"/>
            <a:ext cx="2065338" cy="346075"/>
          </a:xfrm>
          <a:prstGeom prst="rect">
            <a:avLst/>
          </a:prstGeom>
        </p:spPr>
        <p:txBody>
          <a:bodyPr lIns="0" tIns="0" rIns="0" bIns="0">
            <a:normAutofit/>
          </a:bodyPr>
          <a:lstStyle>
            <a:lvl1pPr algn="l">
              <a:defRPr sz="1400" cap="all" baseline="0">
                <a:latin typeface="+mj-lt"/>
              </a:defRPr>
            </a:lvl1pPr>
          </a:lstStyle>
          <a:p>
            <a:pPr lvl="0"/>
            <a:r>
              <a:rPr lang="en-US"/>
              <a:t>Name</a:t>
            </a:r>
          </a:p>
        </p:txBody>
      </p:sp>
      <p:sp>
        <p:nvSpPr>
          <p:cNvPr id="25" name="Text Placeholder 30">
            <a:extLst>
              <a:ext uri="{FF2B5EF4-FFF2-40B4-BE49-F238E27FC236}">
                <a16:creationId xmlns:a16="http://schemas.microsoft.com/office/drawing/2014/main" id="{CBE831BF-0CB5-4603-8168-67AD3FD33704}"/>
              </a:ext>
            </a:extLst>
          </p:cNvPr>
          <p:cNvSpPr>
            <a:spLocks noGrp="1"/>
          </p:cNvSpPr>
          <p:nvPr>
            <p:ph type="body" sz="quarter" idx="18" hasCustomPrompt="1"/>
          </p:nvPr>
        </p:nvSpPr>
        <p:spPr>
          <a:xfrm>
            <a:off x="6152904" y="6169025"/>
            <a:ext cx="2065338" cy="346075"/>
          </a:xfrm>
          <a:prstGeom prst="rect">
            <a:avLst/>
          </a:prstGeom>
        </p:spPr>
        <p:txBody>
          <a:bodyPr lIns="0" tIns="0" rIns="0" bIns="0">
            <a:normAutofit/>
          </a:bodyPr>
          <a:lstStyle>
            <a:lvl1pPr algn="l">
              <a:defRPr sz="1400" cap="all" baseline="0">
                <a:latin typeface="+mj-lt"/>
              </a:defRPr>
            </a:lvl1pPr>
          </a:lstStyle>
          <a:p>
            <a:pPr lvl="0"/>
            <a:r>
              <a:rPr lang="en-US"/>
              <a:t>Name</a:t>
            </a:r>
          </a:p>
        </p:txBody>
      </p:sp>
      <p:sp>
        <p:nvSpPr>
          <p:cNvPr id="26" name="Text Placeholder 30">
            <a:extLst>
              <a:ext uri="{FF2B5EF4-FFF2-40B4-BE49-F238E27FC236}">
                <a16:creationId xmlns:a16="http://schemas.microsoft.com/office/drawing/2014/main" id="{F09E4BC9-29D0-4E33-A6F1-1B86255906F7}"/>
              </a:ext>
            </a:extLst>
          </p:cNvPr>
          <p:cNvSpPr>
            <a:spLocks noGrp="1"/>
          </p:cNvSpPr>
          <p:nvPr>
            <p:ph type="body" sz="quarter" idx="19" hasCustomPrompt="1"/>
          </p:nvPr>
        </p:nvSpPr>
        <p:spPr>
          <a:xfrm>
            <a:off x="381000" y="4526336"/>
            <a:ext cx="2870200" cy="266972"/>
          </a:xfrm>
          <a:prstGeom prst="rect">
            <a:avLst/>
          </a:prstGeom>
        </p:spPr>
        <p:txBody>
          <a:bodyPr lIns="0" tIns="0" rIns="0" bIns="0">
            <a:normAutofit/>
          </a:bodyPr>
          <a:lstStyle>
            <a:lvl1pPr algn="l">
              <a:defRPr sz="1400" b="0" cap="all" baseline="0">
                <a:solidFill>
                  <a:schemeClr val="bg1"/>
                </a:solidFill>
                <a:latin typeface="+mj-lt"/>
              </a:defRPr>
            </a:lvl1pPr>
          </a:lstStyle>
          <a:p>
            <a:pPr lvl="0"/>
            <a:r>
              <a:rPr lang="en-US"/>
              <a:t>Name</a:t>
            </a:r>
          </a:p>
        </p:txBody>
      </p:sp>
      <p:sp>
        <p:nvSpPr>
          <p:cNvPr id="27" name="Text Placeholder 30">
            <a:extLst>
              <a:ext uri="{FF2B5EF4-FFF2-40B4-BE49-F238E27FC236}">
                <a16:creationId xmlns:a16="http://schemas.microsoft.com/office/drawing/2014/main" id="{6E8CC31B-8AED-4756-80F7-C800C68A153A}"/>
              </a:ext>
            </a:extLst>
          </p:cNvPr>
          <p:cNvSpPr>
            <a:spLocks noGrp="1"/>
          </p:cNvSpPr>
          <p:nvPr>
            <p:ph type="body" sz="quarter" idx="20" hasCustomPrompt="1"/>
          </p:nvPr>
        </p:nvSpPr>
        <p:spPr>
          <a:xfrm>
            <a:off x="381000" y="4877006"/>
            <a:ext cx="2870200" cy="266972"/>
          </a:xfrm>
          <a:prstGeom prst="rect">
            <a:avLst/>
          </a:prstGeom>
        </p:spPr>
        <p:txBody>
          <a:bodyPr lIns="0" tIns="0" rIns="0" bIns="0">
            <a:normAutofit/>
          </a:bodyPr>
          <a:lstStyle>
            <a:lvl1pPr algn="l">
              <a:defRPr sz="1400" b="0">
                <a:solidFill>
                  <a:schemeClr val="bg1"/>
                </a:solidFill>
                <a:latin typeface="+mn-lt"/>
              </a:defRPr>
            </a:lvl1pPr>
          </a:lstStyle>
          <a:p>
            <a:pPr lvl="0"/>
            <a:r>
              <a:rPr lang="en-US"/>
              <a:t>Title</a:t>
            </a:r>
          </a:p>
        </p:txBody>
      </p:sp>
      <p:sp>
        <p:nvSpPr>
          <p:cNvPr id="28" name="Text Placeholder 30">
            <a:extLst>
              <a:ext uri="{FF2B5EF4-FFF2-40B4-BE49-F238E27FC236}">
                <a16:creationId xmlns:a16="http://schemas.microsoft.com/office/drawing/2014/main" id="{5E4FACDC-FA23-4AC5-9BA3-EB4B992643B5}"/>
              </a:ext>
            </a:extLst>
          </p:cNvPr>
          <p:cNvSpPr>
            <a:spLocks noGrp="1"/>
          </p:cNvSpPr>
          <p:nvPr>
            <p:ph type="body" sz="quarter" idx="21" hasCustomPrompt="1"/>
          </p:nvPr>
        </p:nvSpPr>
        <p:spPr>
          <a:xfrm>
            <a:off x="381000" y="2826898"/>
            <a:ext cx="2870200" cy="266972"/>
          </a:xfrm>
          <a:prstGeom prst="rect">
            <a:avLst/>
          </a:prstGeom>
        </p:spPr>
        <p:txBody>
          <a:bodyPr lIns="0" tIns="0" rIns="0" bIns="0">
            <a:normAutofit/>
          </a:bodyPr>
          <a:lstStyle>
            <a:lvl1pPr algn="l">
              <a:defRPr sz="1400" b="0" cap="all" baseline="0">
                <a:solidFill>
                  <a:schemeClr val="bg1"/>
                </a:solidFill>
                <a:latin typeface="+mj-lt"/>
              </a:defRPr>
            </a:lvl1pPr>
          </a:lstStyle>
          <a:p>
            <a:pPr lvl="0"/>
            <a:r>
              <a:rPr lang="en-US"/>
              <a:t>Name</a:t>
            </a:r>
          </a:p>
        </p:txBody>
      </p:sp>
      <p:sp>
        <p:nvSpPr>
          <p:cNvPr id="29" name="Text Placeholder 30">
            <a:extLst>
              <a:ext uri="{FF2B5EF4-FFF2-40B4-BE49-F238E27FC236}">
                <a16:creationId xmlns:a16="http://schemas.microsoft.com/office/drawing/2014/main" id="{92F48266-E714-44B2-985D-E64A59BF18DA}"/>
              </a:ext>
            </a:extLst>
          </p:cNvPr>
          <p:cNvSpPr>
            <a:spLocks noGrp="1"/>
          </p:cNvSpPr>
          <p:nvPr>
            <p:ph type="body" sz="quarter" idx="22" hasCustomPrompt="1"/>
          </p:nvPr>
        </p:nvSpPr>
        <p:spPr>
          <a:xfrm>
            <a:off x="381000" y="3177568"/>
            <a:ext cx="2870200" cy="266972"/>
          </a:xfrm>
          <a:prstGeom prst="rect">
            <a:avLst/>
          </a:prstGeom>
        </p:spPr>
        <p:txBody>
          <a:bodyPr lIns="0" tIns="0" rIns="0" bIns="0">
            <a:normAutofit/>
          </a:bodyPr>
          <a:lstStyle>
            <a:lvl1pPr algn="l">
              <a:defRPr sz="1400" b="0">
                <a:solidFill>
                  <a:schemeClr val="bg1"/>
                </a:solidFill>
                <a:latin typeface="+mn-lt"/>
              </a:defRPr>
            </a:lvl1pPr>
          </a:lstStyle>
          <a:p>
            <a:pPr lvl="0"/>
            <a:r>
              <a:rPr lang="en-US"/>
              <a:t>Title</a:t>
            </a:r>
          </a:p>
        </p:txBody>
      </p:sp>
      <p:sp>
        <p:nvSpPr>
          <p:cNvPr id="30" name="Text Placeholder 30">
            <a:extLst>
              <a:ext uri="{FF2B5EF4-FFF2-40B4-BE49-F238E27FC236}">
                <a16:creationId xmlns:a16="http://schemas.microsoft.com/office/drawing/2014/main" id="{5D9B546C-54E6-4625-93C1-2C9C6E02A593}"/>
              </a:ext>
            </a:extLst>
          </p:cNvPr>
          <p:cNvSpPr>
            <a:spLocks noGrp="1"/>
          </p:cNvSpPr>
          <p:nvPr>
            <p:ph type="body" sz="quarter" idx="23" hasCustomPrompt="1"/>
          </p:nvPr>
        </p:nvSpPr>
        <p:spPr>
          <a:xfrm>
            <a:off x="381000" y="5366236"/>
            <a:ext cx="2870200" cy="266972"/>
          </a:xfrm>
          <a:prstGeom prst="rect">
            <a:avLst/>
          </a:prstGeom>
        </p:spPr>
        <p:txBody>
          <a:bodyPr lIns="0" tIns="0" rIns="0" bIns="0">
            <a:normAutofit/>
          </a:bodyPr>
          <a:lstStyle>
            <a:lvl1pPr algn="l">
              <a:defRPr sz="1200" b="0">
                <a:solidFill>
                  <a:schemeClr val="bg1"/>
                </a:solidFill>
                <a:latin typeface="+mn-lt"/>
              </a:defRPr>
            </a:lvl1pPr>
          </a:lstStyle>
          <a:p>
            <a:pPr lvl="0"/>
            <a:r>
              <a:rPr lang="en-US"/>
              <a:t>Date</a:t>
            </a:r>
          </a:p>
        </p:txBody>
      </p:sp>
      <p:sp>
        <p:nvSpPr>
          <p:cNvPr id="18" name="Slide Number Placeholder 5">
            <a:extLst>
              <a:ext uri="{FF2B5EF4-FFF2-40B4-BE49-F238E27FC236}">
                <a16:creationId xmlns:a16="http://schemas.microsoft.com/office/drawing/2014/main" id="{68CD3A2E-FE9D-470E-B608-037867AD9C68}"/>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9" name="AMC_Footer">
            <a:extLst>
              <a:ext uri="{FF2B5EF4-FFF2-40B4-BE49-F238E27FC236}">
                <a16:creationId xmlns:a16="http://schemas.microsoft.com/office/drawing/2014/main" id="{B6935D3E-BB82-4A90-BFEA-F3CAF75F3B22}"/>
              </a:ext>
            </a:extLst>
          </p:cNvPr>
          <p:cNvSpPr txBox="1">
            <a:spLocks/>
          </p:cNvSpPr>
          <p:nvPr userDrawn="1"/>
        </p:nvSpPr>
        <p:spPr>
          <a:xfrm>
            <a:off x="381000"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Tree>
    <p:extLst>
      <p:ext uri="{BB962C8B-B14F-4D97-AF65-F5344CB8AC3E}">
        <p14:creationId xmlns:p14="http://schemas.microsoft.com/office/powerpoint/2010/main" val="4753581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7AAFF142-1190-4A59-ACD3-752CED2665FB}"/>
              </a:ext>
            </a:extLst>
          </p:cNvPr>
          <p:cNvGraphicFramePr>
            <a:graphicFrameLocks noChangeAspect="1"/>
          </p:cNvGraphicFramePr>
          <p:nvPr userDrawn="1">
            <p:custDataLst>
              <p:tags r:id="rId1"/>
            </p:custDataLst>
            <p:extLst>
              <p:ext uri="{D42A27DB-BD31-4B8C-83A1-F6EECF244321}">
                <p14:modId xmlns:p14="http://schemas.microsoft.com/office/powerpoint/2010/main" val="14534390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2" name="Objekt 1" hidden="1">
                        <a:extLst>
                          <a:ext uri="{FF2B5EF4-FFF2-40B4-BE49-F238E27FC236}">
                            <a16:creationId xmlns:a16="http://schemas.microsoft.com/office/drawing/2014/main" id="{7AAFF142-1190-4A59-ACD3-752CED2665F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Rectangle 5">
            <a:extLst>
              <a:ext uri="{FF2B5EF4-FFF2-40B4-BE49-F238E27FC236}">
                <a16:creationId xmlns:a16="http://schemas.microsoft.com/office/drawing/2014/main" id="{AFFC25A7-E296-4561-AFA7-2F4B13BC969A}"/>
              </a:ext>
            </a:extLst>
          </p:cNvPr>
          <p:cNvSpPr/>
          <p:nvPr userDrawn="1"/>
        </p:nvSpPr>
        <p:spPr>
          <a:xfrm>
            <a:off x="0" y="0"/>
            <a:ext cx="8544560" cy="6858000"/>
          </a:xfrm>
          <a:prstGeom prst="rect">
            <a:avLst/>
          </a:prstGeom>
          <a:solidFill>
            <a:schemeClr val="accent2"/>
          </a:solidFill>
          <a:ln>
            <a:noFill/>
          </a:ln>
        </p:spPr>
        <p:style>
          <a:lnRef idx="2">
            <a:schemeClr val="dk1"/>
          </a:lnRef>
          <a:fillRef idx="1">
            <a:schemeClr val="lt1"/>
          </a:fillRef>
          <a:effectRef idx="0">
            <a:schemeClr val="dk1"/>
          </a:effectRef>
          <a:fontRef idx="minor">
            <a:schemeClr val="dk1"/>
          </a:fontRef>
        </p:style>
        <p:txBody>
          <a:bodyPr lIns="91376" tIns="45688" rIns="91376" bIns="4568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 name="Text Placeholder 10">
            <a:extLst>
              <a:ext uri="{FF2B5EF4-FFF2-40B4-BE49-F238E27FC236}">
                <a16:creationId xmlns:a16="http://schemas.microsoft.com/office/drawing/2014/main" id="{5DE521DD-F869-4942-ACAE-34C787B89655}"/>
              </a:ext>
            </a:extLst>
          </p:cNvPr>
          <p:cNvSpPr>
            <a:spLocks noGrp="1"/>
          </p:cNvSpPr>
          <p:nvPr>
            <p:ph type="body" sz="quarter" idx="14" hasCustomPrompt="1"/>
          </p:nvPr>
        </p:nvSpPr>
        <p:spPr>
          <a:xfrm>
            <a:off x="381000" y="360680"/>
            <a:ext cx="7970520" cy="990600"/>
          </a:xfrm>
          <a:prstGeom prst="rect">
            <a:avLst/>
          </a:prstGeom>
        </p:spPr>
        <p:txBody>
          <a:bodyPr wrap="square" lIns="0" tIns="0" rIns="0" bIns="0" anchor="t" anchorCtr="0">
            <a:noAutofit/>
          </a:bodyPr>
          <a:lstStyle>
            <a:lvl1pPr marL="0" indent="0" algn="l">
              <a:lnSpc>
                <a:spcPct val="80000"/>
              </a:lnSpc>
              <a:spcBef>
                <a:spcPts val="0"/>
              </a:spcBef>
              <a:spcAft>
                <a:spcPct val="0"/>
              </a:spcAft>
              <a:buFontTx/>
              <a:buNone/>
              <a:defRPr sz="4000" b="0" i="0" cap="all" baseline="0">
                <a:solidFill>
                  <a:schemeClr val="bg1"/>
                </a:solidFill>
                <a:latin typeface="Graphik Black" panose="020B0A03030202060203" pitchFamily="34" charset="0"/>
              </a:defRPr>
            </a:lvl1pPr>
          </a:lstStyle>
          <a:p>
            <a:pPr lvl="0" fontAlgn="base">
              <a:lnSpc>
                <a:spcPct val="80000"/>
              </a:lnSpc>
              <a:spcAft>
                <a:spcPct val="0"/>
              </a:spcAft>
              <a:defRPr/>
            </a:pPr>
            <a:r>
              <a:rPr lang="en-US">
                <a:solidFill>
                  <a:srgbClr val="000000"/>
                </a:solidFill>
                <a:latin typeface="Graphik Black" panose="020B0503030202060203" pitchFamily="34" charset="77"/>
                <a:cs typeface="Arial" panose="020B0604020202020204" pitchFamily="34" charset="0"/>
              </a:rPr>
              <a:t>INSERT MAIN</a:t>
            </a:r>
          </a:p>
        </p:txBody>
      </p:sp>
      <p:sp>
        <p:nvSpPr>
          <p:cNvPr id="21" name="Textplatzhalter 19">
            <a:extLst>
              <a:ext uri="{FF2B5EF4-FFF2-40B4-BE49-F238E27FC236}">
                <a16:creationId xmlns:a16="http://schemas.microsoft.com/office/drawing/2014/main" id="{5E18EB86-B50A-4D0F-9A1F-26C75C83CCD1}"/>
              </a:ext>
            </a:extLst>
          </p:cNvPr>
          <p:cNvSpPr>
            <a:spLocks noGrp="1"/>
          </p:cNvSpPr>
          <p:nvPr>
            <p:ph type="body" sz="quarter" idx="24"/>
          </p:nvPr>
        </p:nvSpPr>
        <p:spPr>
          <a:xfrm>
            <a:off x="381000" y="1844040"/>
            <a:ext cx="7970520" cy="3447098"/>
          </a:xfrm>
          <a:prstGeom prst="rect">
            <a:avLst/>
          </a:prstGeom>
        </p:spPr>
        <p:txBody>
          <a:bodyPr lIns="0" tIns="0" rIns="0" bIns="0"/>
          <a:lstStyle>
            <a:lvl1pPr>
              <a:defRPr sz="1200">
                <a:solidFill>
                  <a:schemeClr val="bg1"/>
                </a:solidFill>
              </a:defRPr>
            </a:lvl1pPr>
            <a:lvl2pPr>
              <a:defRPr sz="1200" b="0">
                <a:solidFill>
                  <a:schemeClr val="bg1"/>
                </a:solidFill>
              </a:defRPr>
            </a:lvl2pPr>
            <a:lvl3pPr>
              <a:defRPr sz="1200" b="0">
                <a:solidFill>
                  <a:schemeClr val="bg1"/>
                </a:solidFill>
              </a:defRPr>
            </a:lvl3pPr>
            <a:lvl4pPr>
              <a:defRPr sz="1200" b="0"/>
            </a:lvl4pPr>
            <a:lvl5pPr>
              <a:defRPr sz="1200" b="0"/>
            </a:lvl5pPr>
          </a:lstStyle>
          <a:p>
            <a:pPr lvl="0"/>
            <a:r>
              <a:rPr lang="en-US"/>
              <a:t>Mastertextformat bearbeiten</a:t>
            </a:r>
          </a:p>
          <a:p>
            <a:pPr lvl="1"/>
            <a:r>
              <a:rPr lang="en-US"/>
              <a:t>Zweite Ebene</a:t>
            </a:r>
          </a:p>
          <a:p>
            <a:pPr lvl="2"/>
            <a:r>
              <a:rPr lang="en-US"/>
              <a:t>Dritte Ebene</a:t>
            </a:r>
          </a:p>
        </p:txBody>
      </p:sp>
      <p:sp>
        <p:nvSpPr>
          <p:cNvPr id="12" name="TextBox 6">
            <a:extLst>
              <a:ext uri="{FF2B5EF4-FFF2-40B4-BE49-F238E27FC236}">
                <a16:creationId xmlns:a16="http://schemas.microsoft.com/office/drawing/2014/main" id="{6D589A19-744A-4A80-AA2A-4E2518D56548}"/>
              </a:ext>
            </a:extLst>
          </p:cNvPr>
          <p:cNvSpPr txBox="1"/>
          <p:nvPr userDrawn="1"/>
        </p:nvSpPr>
        <p:spPr>
          <a:xfrm>
            <a:off x="8940800" y="1947016"/>
            <a:ext cx="2870200" cy="367728"/>
          </a:xfrm>
          <a:prstGeom prst="rect">
            <a:avLst/>
          </a:prstGeom>
          <a:noFill/>
        </p:spPr>
        <p:txBody>
          <a:bodyPr wrap="square" lIns="0" tIns="45688" rIns="0" bIns="45688" rtlCol="0">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800" b="0" i="0" u="none" strike="noStrike" kern="1200" cap="all" spc="0" normalizeH="0" baseline="0" noProof="0">
                <a:ln>
                  <a:noFill/>
                </a:ln>
                <a:solidFill>
                  <a:schemeClr val="accent2"/>
                </a:solidFill>
                <a:effectLst/>
                <a:uLnTx/>
                <a:uFillTx/>
                <a:latin typeface="+mj-lt"/>
                <a:ea typeface="+mn-ea"/>
                <a:cs typeface="+mn-cs"/>
              </a:rPr>
              <a:t>Yours sincerely,</a:t>
            </a:r>
          </a:p>
        </p:txBody>
      </p:sp>
      <p:sp>
        <p:nvSpPr>
          <p:cNvPr id="15" name="Picture Placeholder 21">
            <a:extLst>
              <a:ext uri="{FF2B5EF4-FFF2-40B4-BE49-F238E27FC236}">
                <a16:creationId xmlns:a16="http://schemas.microsoft.com/office/drawing/2014/main" id="{40BB203B-5207-4E23-AC50-7A4E4FFC605D}"/>
              </a:ext>
            </a:extLst>
          </p:cNvPr>
          <p:cNvSpPr>
            <a:spLocks noGrp="1"/>
          </p:cNvSpPr>
          <p:nvPr>
            <p:ph type="pic" sz="quarter" idx="12" hasCustomPrompt="1"/>
          </p:nvPr>
        </p:nvSpPr>
        <p:spPr>
          <a:xfrm>
            <a:off x="8940800" y="2474473"/>
            <a:ext cx="914400" cy="914400"/>
          </a:xfrm>
          <a:prstGeom prst="ellipse">
            <a:avLst/>
          </a:prstGeom>
          <a:solidFill>
            <a:schemeClr val="tx2">
              <a:lumMod val="20000"/>
              <a:lumOff val="80000"/>
            </a:schemeClr>
          </a:solidFill>
        </p:spPr>
        <p:txBody>
          <a:bodyPr>
            <a:normAutofit/>
          </a:bodyPr>
          <a:lstStyle>
            <a:lvl1pPr algn="l">
              <a:defRPr sz="1200">
                <a:latin typeface="+mn-lt"/>
              </a:defRPr>
            </a:lvl1pPr>
          </a:lstStyle>
          <a:p>
            <a:r>
              <a:rPr lang="en-US"/>
              <a:t> </a:t>
            </a:r>
          </a:p>
        </p:txBody>
      </p:sp>
      <p:sp>
        <p:nvSpPr>
          <p:cNvPr id="16" name="Picture Placeholder 21">
            <a:extLst>
              <a:ext uri="{FF2B5EF4-FFF2-40B4-BE49-F238E27FC236}">
                <a16:creationId xmlns:a16="http://schemas.microsoft.com/office/drawing/2014/main" id="{6D199244-9D48-4DD0-85EE-192DEA149FA6}"/>
              </a:ext>
            </a:extLst>
          </p:cNvPr>
          <p:cNvSpPr>
            <a:spLocks noGrp="1"/>
          </p:cNvSpPr>
          <p:nvPr>
            <p:ph type="pic" sz="quarter" idx="13" hasCustomPrompt="1"/>
          </p:nvPr>
        </p:nvSpPr>
        <p:spPr>
          <a:xfrm>
            <a:off x="8940800" y="3731951"/>
            <a:ext cx="914400" cy="914400"/>
          </a:xfrm>
          <a:prstGeom prst="ellipse">
            <a:avLst/>
          </a:prstGeom>
          <a:solidFill>
            <a:schemeClr val="tx2">
              <a:lumMod val="20000"/>
              <a:lumOff val="80000"/>
            </a:schemeClr>
          </a:solidFill>
        </p:spPr>
        <p:txBody>
          <a:bodyPr>
            <a:normAutofit/>
          </a:bodyPr>
          <a:lstStyle>
            <a:lvl1pPr algn="l">
              <a:defRPr sz="1200">
                <a:latin typeface="+mn-lt"/>
              </a:defRPr>
            </a:lvl1pPr>
          </a:lstStyle>
          <a:p>
            <a:r>
              <a:rPr lang="en-US"/>
              <a:t> </a:t>
            </a:r>
          </a:p>
        </p:txBody>
      </p:sp>
      <p:sp>
        <p:nvSpPr>
          <p:cNvPr id="26" name="Text Placeholder 30">
            <a:extLst>
              <a:ext uri="{FF2B5EF4-FFF2-40B4-BE49-F238E27FC236}">
                <a16:creationId xmlns:a16="http://schemas.microsoft.com/office/drawing/2014/main" id="{F09E4BC9-29D0-4E33-A6F1-1B86255906F7}"/>
              </a:ext>
            </a:extLst>
          </p:cNvPr>
          <p:cNvSpPr>
            <a:spLocks noGrp="1"/>
          </p:cNvSpPr>
          <p:nvPr>
            <p:ph type="body" sz="quarter" idx="19" hasCustomPrompt="1"/>
          </p:nvPr>
        </p:nvSpPr>
        <p:spPr>
          <a:xfrm>
            <a:off x="9959340" y="3731951"/>
            <a:ext cx="1851660" cy="266972"/>
          </a:xfrm>
          <a:prstGeom prst="rect">
            <a:avLst/>
          </a:prstGeom>
        </p:spPr>
        <p:txBody>
          <a:bodyPr lIns="0" tIns="0" rIns="0" bIns="0">
            <a:normAutofit/>
          </a:bodyPr>
          <a:lstStyle>
            <a:lvl1pPr algn="l">
              <a:defRPr sz="1400" b="0" cap="all" baseline="0">
                <a:solidFill>
                  <a:schemeClr val="tx1"/>
                </a:solidFill>
                <a:latin typeface="+mj-lt"/>
              </a:defRPr>
            </a:lvl1pPr>
          </a:lstStyle>
          <a:p>
            <a:pPr lvl="0"/>
            <a:r>
              <a:rPr lang="en-US"/>
              <a:t>Name</a:t>
            </a:r>
          </a:p>
        </p:txBody>
      </p:sp>
      <p:sp>
        <p:nvSpPr>
          <p:cNvPr id="27" name="Text Placeholder 30">
            <a:extLst>
              <a:ext uri="{FF2B5EF4-FFF2-40B4-BE49-F238E27FC236}">
                <a16:creationId xmlns:a16="http://schemas.microsoft.com/office/drawing/2014/main" id="{6E8CC31B-8AED-4756-80F7-C800C68A153A}"/>
              </a:ext>
            </a:extLst>
          </p:cNvPr>
          <p:cNvSpPr>
            <a:spLocks noGrp="1"/>
          </p:cNvSpPr>
          <p:nvPr>
            <p:ph type="body" sz="quarter" idx="20" hasCustomPrompt="1"/>
          </p:nvPr>
        </p:nvSpPr>
        <p:spPr>
          <a:xfrm>
            <a:off x="9959340" y="4082621"/>
            <a:ext cx="1851660" cy="266972"/>
          </a:xfrm>
          <a:prstGeom prst="rect">
            <a:avLst/>
          </a:prstGeom>
        </p:spPr>
        <p:txBody>
          <a:bodyPr lIns="0" tIns="0" rIns="0" bIns="0">
            <a:normAutofit/>
          </a:bodyPr>
          <a:lstStyle>
            <a:lvl1pPr algn="l">
              <a:defRPr sz="1400" b="0">
                <a:solidFill>
                  <a:schemeClr val="tx1"/>
                </a:solidFill>
                <a:latin typeface="+mn-lt"/>
              </a:defRPr>
            </a:lvl1pPr>
          </a:lstStyle>
          <a:p>
            <a:pPr lvl="0"/>
            <a:r>
              <a:rPr lang="en-US"/>
              <a:t>Title</a:t>
            </a:r>
          </a:p>
        </p:txBody>
      </p:sp>
      <p:sp>
        <p:nvSpPr>
          <p:cNvPr id="28" name="Text Placeholder 30">
            <a:extLst>
              <a:ext uri="{FF2B5EF4-FFF2-40B4-BE49-F238E27FC236}">
                <a16:creationId xmlns:a16="http://schemas.microsoft.com/office/drawing/2014/main" id="{5E4FACDC-FA23-4AC5-9BA3-EB4B992643B5}"/>
              </a:ext>
            </a:extLst>
          </p:cNvPr>
          <p:cNvSpPr>
            <a:spLocks noGrp="1"/>
          </p:cNvSpPr>
          <p:nvPr>
            <p:ph type="body" sz="quarter" idx="21" hasCustomPrompt="1"/>
          </p:nvPr>
        </p:nvSpPr>
        <p:spPr>
          <a:xfrm>
            <a:off x="9959340" y="2474473"/>
            <a:ext cx="1851660" cy="266972"/>
          </a:xfrm>
          <a:prstGeom prst="rect">
            <a:avLst/>
          </a:prstGeom>
        </p:spPr>
        <p:txBody>
          <a:bodyPr lIns="0" tIns="0" rIns="0" bIns="0">
            <a:normAutofit/>
          </a:bodyPr>
          <a:lstStyle>
            <a:lvl1pPr algn="l">
              <a:defRPr sz="1400" b="0" cap="all" baseline="0">
                <a:solidFill>
                  <a:schemeClr val="tx1"/>
                </a:solidFill>
                <a:latin typeface="+mj-lt"/>
              </a:defRPr>
            </a:lvl1pPr>
          </a:lstStyle>
          <a:p>
            <a:pPr lvl="0"/>
            <a:r>
              <a:rPr lang="en-US"/>
              <a:t>Name</a:t>
            </a:r>
          </a:p>
        </p:txBody>
      </p:sp>
      <p:sp>
        <p:nvSpPr>
          <p:cNvPr id="29" name="Text Placeholder 30">
            <a:extLst>
              <a:ext uri="{FF2B5EF4-FFF2-40B4-BE49-F238E27FC236}">
                <a16:creationId xmlns:a16="http://schemas.microsoft.com/office/drawing/2014/main" id="{92F48266-E714-44B2-985D-E64A59BF18DA}"/>
              </a:ext>
            </a:extLst>
          </p:cNvPr>
          <p:cNvSpPr>
            <a:spLocks noGrp="1"/>
          </p:cNvSpPr>
          <p:nvPr>
            <p:ph type="body" sz="quarter" idx="22" hasCustomPrompt="1"/>
          </p:nvPr>
        </p:nvSpPr>
        <p:spPr>
          <a:xfrm>
            <a:off x="9959340" y="2825143"/>
            <a:ext cx="1851660" cy="266972"/>
          </a:xfrm>
          <a:prstGeom prst="rect">
            <a:avLst/>
          </a:prstGeom>
        </p:spPr>
        <p:txBody>
          <a:bodyPr lIns="0" tIns="0" rIns="0" bIns="0">
            <a:normAutofit/>
          </a:bodyPr>
          <a:lstStyle>
            <a:lvl1pPr algn="l">
              <a:defRPr sz="1400" b="0">
                <a:solidFill>
                  <a:schemeClr val="tx1"/>
                </a:solidFill>
                <a:latin typeface="+mn-lt"/>
              </a:defRPr>
            </a:lvl1pPr>
          </a:lstStyle>
          <a:p>
            <a:pPr lvl="0"/>
            <a:r>
              <a:rPr lang="en-US"/>
              <a:t>Title</a:t>
            </a:r>
          </a:p>
        </p:txBody>
      </p:sp>
      <p:sp>
        <p:nvSpPr>
          <p:cNvPr id="18" name="Picture Placeholder 21">
            <a:extLst>
              <a:ext uri="{FF2B5EF4-FFF2-40B4-BE49-F238E27FC236}">
                <a16:creationId xmlns:a16="http://schemas.microsoft.com/office/drawing/2014/main" id="{335FACD4-DD75-48BC-9484-7AAEA8334B68}"/>
              </a:ext>
            </a:extLst>
          </p:cNvPr>
          <p:cNvSpPr>
            <a:spLocks noGrp="1"/>
          </p:cNvSpPr>
          <p:nvPr>
            <p:ph type="pic" sz="quarter" idx="25" hasCustomPrompt="1"/>
          </p:nvPr>
        </p:nvSpPr>
        <p:spPr>
          <a:xfrm>
            <a:off x="8940800" y="5002885"/>
            <a:ext cx="914400" cy="914400"/>
          </a:xfrm>
          <a:prstGeom prst="ellipse">
            <a:avLst/>
          </a:prstGeom>
          <a:solidFill>
            <a:schemeClr val="tx2">
              <a:lumMod val="20000"/>
              <a:lumOff val="80000"/>
            </a:schemeClr>
          </a:solidFill>
        </p:spPr>
        <p:txBody>
          <a:bodyPr>
            <a:normAutofit/>
          </a:bodyPr>
          <a:lstStyle>
            <a:lvl1pPr algn="l">
              <a:defRPr sz="1200">
                <a:latin typeface="+mn-lt"/>
              </a:defRPr>
            </a:lvl1pPr>
          </a:lstStyle>
          <a:p>
            <a:r>
              <a:rPr lang="en-US"/>
              <a:t> </a:t>
            </a:r>
          </a:p>
        </p:txBody>
      </p:sp>
      <p:sp>
        <p:nvSpPr>
          <p:cNvPr id="19" name="Text Placeholder 30">
            <a:extLst>
              <a:ext uri="{FF2B5EF4-FFF2-40B4-BE49-F238E27FC236}">
                <a16:creationId xmlns:a16="http://schemas.microsoft.com/office/drawing/2014/main" id="{64D779A3-612D-44A4-86E4-A0FCFC21C265}"/>
              </a:ext>
            </a:extLst>
          </p:cNvPr>
          <p:cNvSpPr>
            <a:spLocks noGrp="1"/>
          </p:cNvSpPr>
          <p:nvPr>
            <p:ph type="body" sz="quarter" idx="26" hasCustomPrompt="1"/>
          </p:nvPr>
        </p:nvSpPr>
        <p:spPr>
          <a:xfrm>
            <a:off x="9959340" y="5002885"/>
            <a:ext cx="1851660" cy="266972"/>
          </a:xfrm>
          <a:prstGeom prst="rect">
            <a:avLst/>
          </a:prstGeom>
        </p:spPr>
        <p:txBody>
          <a:bodyPr lIns="0" tIns="0" rIns="0" bIns="0">
            <a:normAutofit/>
          </a:bodyPr>
          <a:lstStyle>
            <a:lvl1pPr algn="l">
              <a:defRPr sz="1400" b="0" cap="all" baseline="0">
                <a:solidFill>
                  <a:schemeClr val="tx1"/>
                </a:solidFill>
                <a:latin typeface="+mj-lt"/>
              </a:defRPr>
            </a:lvl1pPr>
          </a:lstStyle>
          <a:p>
            <a:pPr lvl="0"/>
            <a:r>
              <a:rPr lang="en-US"/>
              <a:t>Name</a:t>
            </a:r>
          </a:p>
        </p:txBody>
      </p:sp>
      <p:sp>
        <p:nvSpPr>
          <p:cNvPr id="20" name="Text Placeholder 30">
            <a:extLst>
              <a:ext uri="{FF2B5EF4-FFF2-40B4-BE49-F238E27FC236}">
                <a16:creationId xmlns:a16="http://schemas.microsoft.com/office/drawing/2014/main" id="{957FF721-4E97-4A27-8944-D8B830B39E83}"/>
              </a:ext>
            </a:extLst>
          </p:cNvPr>
          <p:cNvSpPr>
            <a:spLocks noGrp="1"/>
          </p:cNvSpPr>
          <p:nvPr>
            <p:ph type="body" sz="quarter" idx="27" hasCustomPrompt="1"/>
          </p:nvPr>
        </p:nvSpPr>
        <p:spPr>
          <a:xfrm>
            <a:off x="9959340" y="5353555"/>
            <a:ext cx="1851660" cy="266972"/>
          </a:xfrm>
          <a:prstGeom prst="rect">
            <a:avLst/>
          </a:prstGeom>
        </p:spPr>
        <p:txBody>
          <a:bodyPr lIns="0" tIns="0" rIns="0" bIns="0">
            <a:normAutofit/>
          </a:bodyPr>
          <a:lstStyle>
            <a:lvl1pPr algn="l">
              <a:defRPr sz="1400" b="0">
                <a:solidFill>
                  <a:schemeClr val="tx1"/>
                </a:solidFill>
                <a:latin typeface="+mn-lt"/>
              </a:defRPr>
            </a:lvl1pPr>
          </a:lstStyle>
          <a:p>
            <a:pPr lvl="0"/>
            <a:r>
              <a:rPr lang="en-US"/>
              <a:t>Title</a:t>
            </a:r>
          </a:p>
        </p:txBody>
      </p:sp>
      <p:sp>
        <p:nvSpPr>
          <p:cNvPr id="17" name="AMC_Footer">
            <a:extLst>
              <a:ext uri="{FF2B5EF4-FFF2-40B4-BE49-F238E27FC236}">
                <a16:creationId xmlns:a16="http://schemas.microsoft.com/office/drawing/2014/main" id="{BA0AF895-6065-418D-9E39-0B1BD530FE7E}"/>
              </a:ext>
            </a:extLst>
          </p:cNvPr>
          <p:cNvSpPr txBox="1">
            <a:spLocks/>
          </p:cNvSpPr>
          <p:nvPr userDrawn="1"/>
        </p:nvSpPr>
        <p:spPr>
          <a:xfrm>
            <a:off x="381000"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
        <p:nvSpPr>
          <p:cNvPr id="22" name="Slide Number Placeholder 5">
            <a:extLst>
              <a:ext uri="{FF2B5EF4-FFF2-40B4-BE49-F238E27FC236}">
                <a16:creationId xmlns:a16="http://schemas.microsoft.com/office/drawing/2014/main" id="{FA335959-C884-407C-A645-B2871E3742E0}"/>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998104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8CA54CB-DBD1-4193-A8D5-7FE3B323C617}"/>
              </a:ext>
            </a:extLst>
          </p:cNvPr>
          <p:cNvSpPr/>
          <p:nvPr userDrawn="1"/>
        </p:nvSpPr>
        <p:spPr>
          <a:xfrm>
            <a:off x="0" y="5705149"/>
            <a:ext cx="7620000" cy="1152851"/>
          </a:xfrm>
          <a:prstGeom prst="rect">
            <a:avLst/>
          </a:prstGeom>
          <a:solidFill>
            <a:schemeClr val="accent2"/>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Rectangle 5">
            <a:extLst>
              <a:ext uri="{FF2B5EF4-FFF2-40B4-BE49-F238E27FC236}">
                <a16:creationId xmlns:a16="http://schemas.microsoft.com/office/drawing/2014/main" id="{08037EC1-3F10-465D-AEBD-8A8F6A7BBDB1}"/>
              </a:ext>
            </a:extLst>
          </p:cNvPr>
          <p:cNvSpPr/>
          <p:nvPr userDrawn="1"/>
        </p:nvSpPr>
        <p:spPr>
          <a:xfrm>
            <a:off x="0" y="0"/>
            <a:ext cx="7620000" cy="2277547"/>
          </a:xfrm>
          <a:prstGeom prst="rect">
            <a:avLst/>
          </a:prstGeom>
          <a:solidFill>
            <a:schemeClr val="accent2"/>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Picture Placeholder 21">
            <a:extLst>
              <a:ext uri="{FF2B5EF4-FFF2-40B4-BE49-F238E27FC236}">
                <a16:creationId xmlns:a16="http://schemas.microsoft.com/office/drawing/2014/main" id="{98DA5A7A-100B-410C-8202-502CC4E8F415}"/>
              </a:ext>
            </a:extLst>
          </p:cNvPr>
          <p:cNvSpPr>
            <a:spLocks noGrp="1"/>
          </p:cNvSpPr>
          <p:nvPr>
            <p:ph type="pic" sz="quarter" idx="14" hasCustomPrompt="1"/>
          </p:nvPr>
        </p:nvSpPr>
        <p:spPr>
          <a:xfrm>
            <a:off x="7620000" y="0"/>
            <a:ext cx="4572000" cy="6858000"/>
          </a:xfrm>
          <a:prstGeom prst="rect">
            <a:avLst/>
          </a:prstGeom>
          <a:solidFill>
            <a:schemeClr val="tx2">
              <a:lumMod val="20000"/>
              <a:lumOff val="80000"/>
            </a:schemeClr>
          </a:solidFill>
        </p:spPr>
        <p:txBody>
          <a:bodyPr anchor="ctr">
            <a:normAutofit/>
          </a:bodyPr>
          <a:lstStyle>
            <a:lvl1pPr algn="ctr">
              <a:defRPr sz="1200"/>
            </a:lvl1pPr>
          </a:lstStyle>
          <a:p>
            <a:r>
              <a:rPr lang="en-US"/>
              <a:t> </a:t>
            </a:r>
          </a:p>
        </p:txBody>
      </p:sp>
      <p:sp>
        <p:nvSpPr>
          <p:cNvPr id="14" name="Slide Number Placeholder 3">
            <a:extLst>
              <a:ext uri="{FF2B5EF4-FFF2-40B4-BE49-F238E27FC236}">
                <a16:creationId xmlns:a16="http://schemas.microsoft.com/office/drawing/2014/main" id="{2F5AF710-4B1B-41A0-A6CF-B057C5BBE2DC}"/>
              </a:ext>
            </a:extLst>
          </p:cNvPr>
          <p:cNvSpPr txBox="1">
            <a:spLocks/>
          </p:cNvSpPr>
          <p:nvPr userDrawn="1"/>
        </p:nvSpPr>
        <p:spPr>
          <a:xfrm>
            <a:off x="11506202" y="6519009"/>
            <a:ext cx="304799" cy="206375"/>
          </a:xfrm>
          <a:prstGeom prst="rect">
            <a:avLst/>
          </a:prstGeom>
        </p:spPr>
        <p:txBody>
          <a:bodyPr vert="horz" lIns="0" tIns="0" rIns="0" bIns="0" rtlCol="0" anchor="b" anchorCtr="0"/>
          <a:lstStyle>
            <a:defPPr>
              <a:defRPr lang="en-US"/>
            </a:defPPr>
            <a:lvl1pPr marL="0" algn="r"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7" name="Slide Number Placeholder 5">
            <a:extLst>
              <a:ext uri="{FF2B5EF4-FFF2-40B4-BE49-F238E27FC236}">
                <a16:creationId xmlns:a16="http://schemas.microsoft.com/office/drawing/2014/main" id="{7CBC8737-56AF-44AA-B659-99A872991389}"/>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9" name="AMC_Footer">
            <a:extLst>
              <a:ext uri="{FF2B5EF4-FFF2-40B4-BE49-F238E27FC236}">
                <a16:creationId xmlns:a16="http://schemas.microsoft.com/office/drawing/2014/main" id="{4AAF531E-9351-4954-9504-5467E170F26A}"/>
              </a:ext>
            </a:extLst>
          </p:cNvPr>
          <p:cNvSpPr txBox="1">
            <a:spLocks/>
          </p:cNvSpPr>
          <p:nvPr userDrawn="1"/>
        </p:nvSpPr>
        <p:spPr>
          <a:xfrm>
            <a:off x="381000"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Tree>
    <p:extLst>
      <p:ext uri="{BB962C8B-B14F-4D97-AF65-F5344CB8AC3E}">
        <p14:creationId xmlns:p14="http://schemas.microsoft.com/office/powerpoint/2010/main" val="2120310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9BACE5A-46E0-4545-A5D7-B9CF1E2AD745}"/>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2538416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Purple">
    <p:bg>
      <p:bgPr>
        <a:solidFill>
          <a:schemeClr val="accent2"/>
        </a:solidFill>
        <a:effectLst/>
      </p:bgPr>
    </p:bg>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E24B961C-6EB0-4838-84A1-BBF812C1A286}"/>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3" name="Objekt 2" hidden="1">
                        <a:extLst>
                          <a:ext uri="{FF2B5EF4-FFF2-40B4-BE49-F238E27FC236}">
                            <a16:creationId xmlns:a16="http://schemas.microsoft.com/office/drawing/2014/main" id="{E24B961C-6EB0-4838-84A1-BBF812C1A28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3FB25908-476B-4C64-BCC2-231EB8B6BE3C}"/>
              </a:ext>
            </a:extLst>
          </p:cNvPr>
          <p:cNvSpPr/>
          <p:nvPr userDrawn="1">
            <p:custDataLst>
              <p:tags r:id="rId2"/>
            </p:custDataLst>
          </p:nvPr>
        </p:nvSpPr>
        <p:spPr>
          <a:xfrm>
            <a:off x="0" y="0"/>
            <a:ext cx="158750" cy="15875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70000"/>
              </a:lnSpc>
              <a:spcBef>
                <a:spcPct val="0"/>
              </a:spcBef>
              <a:spcAft>
                <a:spcPct val="0"/>
              </a:spcAft>
            </a:pPr>
            <a:endParaRPr lang="en-US" sz="6600" b="0" i="0" baseline="0">
              <a:latin typeface="Graphik Black" panose="020B0A03030202060203" pitchFamily="34" charset="0"/>
              <a:sym typeface="Graphik Black" panose="020B0A03030202060203" pitchFamily="34" charset="0"/>
            </a:endParaRPr>
          </a:p>
        </p:txBody>
      </p:sp>
      <p:sp>
        <p:nvSpPr>
          <p:cNvPr id="5" name="Title 2">
            <a:extLst>
              <a:ext uri="{FF2B5EF4-FFF2-40B4-BE49-F238E27FC236}">
                <a16:creationId xmlns:a16="http://schemas.microsoft.com/office/drawing/2014/main" id="{F3F18B7A-00BA-485E-B7C8-667011408A72}"/>
              </a:ext>
            </a:extLst>
          </p:cNvPr>
          <p:cNvSpPr>
            <a:spLocks noGrp="1"/>
          </p:cNvSpPr>
          <p:nvPr>
            <p:ph type="title" hasCustomPrompt="1"/>
          </p:nvPr>
        </p:nvSpPr>
        <p:spPr>
          <a:xfrm>
            <a:off x="381000" y="980728"/>
            <a:ext cx="11430000" cy="710964"/>
          </a:xfrm>
          <a:prstGeom prst="rect">
            <a:avLst/>
          </a:prstGeom>
        </p:spPr>
        <p:txBody>
          <a:bodyPr wrap="square" lIns="0" tIns="0" rIns="0" bIns="0" anchor="t" anchorCtr="0">
            <a:spAutoFit/>
          </a:bodyPr>
          <a:lstStyle>
            <a:lvl1pPr>
              <a:lnSpc>
                <a:spcPct val="70000"/>
              </a:lnSpc>
              <a:defRPr sz="6600" cap="all" baseline="0">
                <a:solidFill>
                  <a:schemeClr val="bg1"/>
                </a:solidFill>
              </a:defRPr>
            </a:lvl1pPr>
          </a:lstStyle>
          <a:p>
            <a:r>
              <a:rPr lang="en-US"/>
              <a:t>Divider slide</a:t>
            </a:r>
          </a:p>
        </p:txBody>
      </p:sp>
    </p:spTree>
    <p:extLst>
      <p:ext uri="{BB962C8B-B14F-4D97-AF65-F5344CB8AC3E}">
        <p14:creationId xmlns:p14="http://schemas.microsoft.com/office/powerpoint/2010/main" val="2104668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4_Cover">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C3BEAD3-6CB6-4D60-AD9F-5974690CC6AE}"/>
              </a:ext>
            </a:extLst>
          </p:cNvPr>
          <p:cNvGraphicFramePr>
            <a:graphicFrameLocks noChangeAspect="1"/>
          </p:cNvGraphicFramePr>
          <p:nvPr userDrawn="1">
            <p:custDataLst>
              <p:tags r:id="rId1"/>
            </p:custDataLst>
            <p:extLst>
              <p:ext uri="{D42A27DB-BD31-4B8C-83A1-F6EECF244321}">
                <p14:modId xmlns:p14="http://schemas.microsoft.com/office/powerpoint/2010/main" val="37693797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6" imgH="396" progId="TCLayout.ActiveDocument.1">
                  <p:embed/>
                </p:oleObj>
              </mc:Choice>
              <mc:Fallback>
                <p:oleObj name="think-cell Slide" r:id="rId4" imgW="396" imgH="396" progId="TCLayout.ActiveDocument.1">
                  <p:embed/>
                  <p:pic>
                    <p:nvPicPr>
                      <p:cNvPr id="7" name="Object 6" hidden="1">
                        <a:extLst>
                          <a:ext uri="{FF2B5EF4-FFF2-40B4-BE49-F238E27FC236}">
                            <a16:creationId xmlns:a16="http://schemas.microsoft.com/office/drawing/2014/main" id="{AC3BEAD3-6CB6-4D60-AD9F-5974690CC6A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07DEDCB4-F81C-4033-979A-B44E7893DAA9}"/>
              </a:ext>
            </a:extLst>
          </p:cNvPr>
          <p:cNvSpPr/>
          <p:nvPr userDrawn="1">
            <p:custDataLst>
              <p:tags r:id="rId2"/>
            </p:custDataLst>
          </p:nvPr>
        </p:nvSpPr>
        <p:spPr>
          <a:xfrm>
            <a:off x="0" y="0"/>
            <a:ext cx="158750" cy="15875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numCol="1" spcCol="0" rtlCol="0" anchor="ctr" anchorCtr="0">
            <a:noAutofit/>
          </a:bodyPr>
          <a:lstStyle/>
          <a:p>
            <a:pPr marL="0" lvl="0" indent="0" algn="ctr"/>
            <a:endParaRPr lang="de-DE" sz="2800" b="0" i="0" baseline="0">
              <a:latin typeface="Graphik Black" panose="020B0A03030202060203" pitchFamily="34" charset="0"/>
              <a:sym typeface="Graphik Black" panose="020B0A03030202060203" pitchFamily="34" charset="0"/>
            </a:endParaRPr>
          </a:p>
        </p:txBody>
      </p:sp>
      <p:sp>
        <p:nvSpPr>
          <p:cNvPr id="5" name="Text Placeholder 3">
            <a:extLst>
              <a:ext uri="{FF2B5EF4-FFF2-40B4-BE49-F238E27FC236}">
                <a16:creationId xmlns:a16="http://schemas.microsoft.com/office/drawing/2014/main" id="{31C31CBD-631D-4D2C-AEA4-24E8DAD7BAB0}"/>
              </a:ext>
            </a:extLst>
          </p:cNvPr>
          <p:cNvSpPr>
            <a:spLocks noGrp="1"/>
          </p:cNvSpPr>
          <p:nvPr>
            <p:ph type="body" sz="quarter" idx="10" hasCustomPrompt="1"/>
          </p:nvPr>
        </p:nvSpPr>
        <p:spPr>
          <a:xfrm>
            <a:off x="380998" y="2467110"/>
            <a:ext cx="6435081" cy="1714500"/>
          </a:xfrm>
          <a:prstGeom prst="rect">
            <a:avLst/>
          </a:prstGeom>
        </p:spPr>
        <p:txBody>
          <a:bodyPr lIns="0" tIns="0" rIns="0" bIns="0">
            <a:noAutofit/>
          </a:bodyPr>
          <a:lstStyle>
            <a:lvl1pPr>
              <a:lnSpc>
                <a:spcPct val="70000"/>
              </a:lnSpc>
              <a:defRPr sz="6000" cap="all" baseline="0">
                <a:latin typeface="+mj-lt"/>
              </a:defRPr>
            </a:lvl1pPr>
          </a:lstStyle>
          <a:p>
            <a:pPr lvl="0"/>
            <a:r>
              <a:rPr lang="de-DE"/>
              <a:t>Presentation Title</a:t>
            </a:r>
            <a:endParaRPr lang="en-GB"/>
          </a:p>
        </p:txBody>
      </p:sp>
      <p:sp>
        <p:nvSpPr>
          <p:cNvPr id="6" name="Text Placeholder 4">
            <a:extLst>
              <a:ext uri="{FF2B5EF4-FFF2-40B4-BE49-F238E27FC236}">
                <a16:creationId xmlns:a16="http://schemas.microsoft.com/office/drawing/2014/main" id="{81E93F67-3BF5-42D3-ACB4-E4E895D29A5F}"/>
              </a:ext>
            </a:extLst>
          </p:cNvPr>
          <p:cNvSpPr>
            <a:spLocks noGrp="1"/>
          </p:cNvSpPr>
          <p:nvPr>
            <p:ph type="body" sz="quarter" idx="11" hasCustomPrompt="1"/>
          </p:nvPr>
        </p:nvSpPr>
        <p:spPr>
          <a:xfrm>
            <a:off x="380998" y="4209159"/>
            <a:ext cx="6435081" cy="507831"/>
          </a:xfrm>
          <a:prstGeom prst="rect">
            <a:avLst/>
          </a:prstGeom>
        </p:spPr>
        <p:txBody>
          <a:bodyPr lIns="0" tIns="0" rIns="0" bIns="0">
            <a:noAutofit/>
          </a:bodyPr>
          <a:lstStyle>
            <a:lvl1pPr>
              <a:lnSpc>
                <a:spcPct val="70000"/>
              </a:lnSpc>
              <a:defRPr sz="3000" cap="all" baseline="0">
                <a:solidFill>
                  <a:schemeClr val="tx1"/>
                </a:solidFill>
                <a:latin typeface="+mj-lt"/>
              </a:defRPr>
            </a:lvl1pPr>
            <a:lvl2pPr>
              <a:defRPr sz="3000">
                <a:latin typeface="Graphik Black" panose="020B0A03030202060203" pitchFamily="34" charset="0"/>
              </a:defRPr>
            </a:lvl2pPr>
            <a:lvl3pPr>
              <a:defRPr sz="3000">
                <a:latin typeface="Graphik Black" panose="020B0A03030202060203" pitchFamily="34" charset="0"/>
              </a:defRPr>
            </a:lvl3pPr>
            <a:lvl4pPr>
              <a:defRPr sz="3000">
                <a:latin typeface="Graphik Black" panose="020B0A03030202060203" pitchFamily="34" charset="0"/>
              </a:defRPr>
            </a:lvl4pPr>
            <a:lvl5pPr>
              <a:defRPr sz="3000">
                <a:latin typeface="Graphik Black" panose="020B0A03030202060203" pitchFamily="34" charset="0"/>
              </a:defRPr>
            </a:lvl5pPr>
          </a:lstStyle>
          <a:p>
            <a:pPr lvl="0"/>
            <a:r>
              <a:rPr lang="en-US"/>
              <a:t>Subtitle</a:t>
            </a:r>
            <a:endParaRPr lang="en-GB"/>
          </a:p>
        </p:txBody>
      </p:sp>
      <p:pic>
        <p:nvPicPr>
          <p:cNvPr id="16" name="Picture 3">
            <a:extLst>
              <a:ext uri="{FF2B5EF4-FFF2-40B4-BE49-F238E27FC236}">
                <a16:creationId xmlns:a16="http://schemas.microsoft.com/office/drawing/2014/main" id="{212EC201-1685-40FD-B03E-3A8F05898942}"/>
              </a:ext>
            </a:extLst>
          </p:cNvPr>
          <p:cNvPicPr>
            <a:picLocks noChangeAspect="1"/>
          </p:cNvPicPr>
          <p:nvPr userDrawn="1"/>
        </p:nvPicPr>
        <p:blipFill>
          <a:blip r:embed="rId6"/>
          <a:srcRect/>
          <a:stretch/>
        </p:blipFill>
        <p:spPr>
          <a:xfrm>
            <a:off x="320712" y="6162747"/>
            <a:ext cx="1560799" cy="583465"/>
          </a:xfrm>
          <a:prstGeom prst="rect">
            <a:avLst/>
          </a:prstGeom>
        </p:spPr>
      </p:pic>
      <p:pic>
        <p:nvPicPr>
          <p:cNvPr id="8" name="Picture 2" descr="A picture containing snow, white, photo, table&#10;&#10;Description automatically generated">
            <a:extLst>
              <a:ext uri="{FF2B5EF4-FFF2-40B4-BE49-F238E27FC236}">
                <a16:creationId xmlns:a16="http://schemas.microsoft.com/office/drawing/2014/main" id="{42DFEA1E-E542-41B4-B4CB-798ED0770068}"/>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l="-2"/>
          <a:stretch/>
        </p:blipFill>
        <p:spPr>
          <a:xfrm>
            <a:off x="0" y="0"/>
            <a:ext cx="12192000" cy="6858000"/>
          </a:xfrm>
          <a:prstGeom prst="rect">
            <a:avLst/>
          </a:prstGeom>
        </p:spPr>
      </p:pic>
      <p:sp>
        <p:nvSpPr>
          <p:cNvPr id="11" name="Title Placeholder 1">
            <a:extLst>
              <a:ext uri="{FF2B5EF4-FFF2-40B4-BE49-F238E27FC236}">
                <a16:creationId xmlns:a16="http://schemas.microsoft.com/office/drawing/2014/main" id="{8F2D071D-C991-4A82-BED0-3557F90DF780}"/>
              </a:ext>
            </a:extLst>
          </p:cNvPr>
          <p:cNvSpPr>
            <a:spLocks noGrp="1"/>
          </p:cNvSpPr>
          <p:nvPr>
            <p:ph type="title"/>
          </p:nvPr>
        </p:nvSpPr>
        <p:spPr>
          <a:xfrm>
            <a:off x="381000" y="380999"/>
            <a:ext cx="11430000" cy="990601"/>
          </a:xfrm>
          <a:prstGeom prst="rect">
            <a:avLst/>
          </a:prstGeom>
        </p:spPr>
        <p:txBody>
          <a:bodyPr vert="horz" lIns="0" tIns="45720" rIns="0" bIns="0" rtlCol="0" anchor="t" anchorCtr="0">
            <a:normAutofit/>
          </a:bodyPr>
          <a:lstStyle/>
          <a:p>
            <a:r>
              <a:rPr lang="de-DE"/>
              <a:t>Mastertitelformat bearbeiten</a:t>
            </a:r>
            <a:endParaRPr lang="en-US"/>
          </a:p>
        </p:txBody>
      </p:sp>
      <p:pic>
        <p:nvPicPr>
          <p:cNvPr id="12" name="Picture 9" descr="A picture containing object, clock&#10;&#10;Description automatically generated">
            <a:extLst>
              <a:ext uri="{FF2B5EF4-FFF2-40B4-BE49-F238E27FC236}">
                <a16:creationId xmlns:a16="http://schemas.microsoft.com/office/drawing/2014/main" id="{06A9A27C-2B45-421C-A0A5-61B918D903CA}"/>
              </a:ext>
            </a:extLst>
          </p:cNvPr>
          <p:cNvPicPr>
            <a:picLocks noChangeAspect="1"/>
          </p:cNvPicPr>
          <p:nvPr userDrawn="1"/>
        </p:nvPicPr>
        <p:blipFill rotWithShape="1">
          <a:blip r:embed="rId8"/>
          <a:srcRect l="2822"/>
          <a:stretch/>
        </p:blipFill>
        <p:spPr>
          <a:xfrm>
            <a:off x="371554" y="6418326"/>
            <a:ext cx="770415" cy="288000"/>
          </a:xfrm>
          <a:prstGeom prst="rect">
            <a:avLst/>
          </a:prstGeom>
        </p:spPr>
      </p:pic>
      <p:sp>
        <p:nvSpPr>
          <p:cNvPr id="13" name="Slide Number Placeholder 5">
            <a:extLst>
              <a:ext uri="{FF2B5EF4-FFF2-40B4-BE49-F238E27FC236}">
                <a16:creationId xmlns:a16="http://schemas.microsoft.com/office/drawing/2014/main" id="{F3B53B1E-BFA6-4081-A089-835B3B61ADAB}"/>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4" name="AMC_Footer">
            <a:extLst>
              <a:ext uri="{FF2B5EF4-FFF2-40B4-BE49-F238E27FC236}">
                <a16:creationId xmlns:a16="http://schemas.microsoft.com/office/drawing/2014/main" id="{2A346256-09C3-4BA7-BAA5-39A654AB8AE4}"/>
              </a:ext>
            </a:extLst>
          </p:cNvPr>
          <p:cNvSpPr txBox="1">
            <a:spLocks/>
          </p:cNvSpPr>
          <p:nvPr userDrawn="1"/>
        </p:nvSpPr>
        <p:spPr>
          <a:xfrm>
            <a:off x="1249991"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Tree>
    <p:extLst>
      <p:ext uri="{BB962C8B-B14F-4D97-AF65-F5344CB8AC3E}">
        <p14:creationId xmlns:p14="http://schemas.microsoft.com/office/powerpoint/2010/main" val="1219238636"/>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ong Headline Only">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E0E70232-97AF-4218-81A8-E8EFCCBD3383}"/>
              </a:ext>
            </a:extLst>
          </p:cNvPr>
          <p:cNvGraphicFramePr>
            <a:graphicFrameLocks noChangeAspect="1"/>
          </p:cNvGraphicFramePr>
          <p:nvPr userDrawn="1">
            <p:custDataLst>
              <p:tags r:id="rId1"/>
            </p:custDataLst>
            <p:extLst>
              <p:ext uri="{D42A27DB-BD31-4B8C-83A1-F6EECF244321}">
                <p14:modId xmlns:p14="http://schemas.microsoft.com/office/powerpoint/2010/main" val="17483886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5" imgH="476" progId="TCLayout.ActiveDocument.1">
                  <p:embed/>
                </p:oleObj>
              </mc:Choice>
              <mc:Fallback>
                <p:oleObj name="think-cell Slide" r:id="rId4" imgW="475" imgH="476" progId="TCLayout.ActiveDocument.1">
                  <p:embed/>
                  <p:pic>
                    <p:nvPicPr>
                      <p:cNvPr id="3" name="Objekt 2" hidden="1">
                        <a:extLst>
                          <a:ext uri="{FF2B5EF4-FFF2-40B4-BE49-F238E27FC236}">
                            <a16:creationId xmlns:a16="http://schemas.microsoft.com/office/drawing/2014/main" id="{E0E70232-97AF-4218-81A8-E8EFCCBD338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B9AC9768-C0FF-44B2-B254-6CD176173368}"/>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Graphik Black" panose="020B0A03030202060203" pitchFamily="34" charset="0"/>
              <a:ea typeface="+mj-ea"/>
              <a:cs typeface="Arial" panose="020B0604020202020204" pitchFamily="34" charset="0"/>
              <a:sym typeface="Graphik Black" panose="020B0A03030202060203" pitchFamily="34" charset="0"/>
            </a:endParaRPr>
          </a:p>
        </p:txBody>
      </p:sp>
      <p:pic>
        <p:nvPicPr>
          <p:cNvPr id="6" name="Picture 2" descr="A picture containing snow, white, photo, table&#10;&#10;Description automatically generated">
            <a:extLst>
              <a:ext uri="{FF2B5EF4-FFF2-40B4-BE49-F238E27FC236}">
                <a16:creationId xmlns:a16="http://schemas.microsoft.com/office/drawing/2014/main" id="{5DBD4A1C-25EB-4FD0-B9DF-A8E30CE3868B}"/>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l="-2"/>
          <a:stretch/>
        </p:blipFill>
        <p:spPr>
          <a:xfrm>
            <a:off x="0" y="0"/>
            <a:ext cx="12192000" cy="6858000"/>
          </a:xfrm>
          <a:prstGeom prst="rect">
            <a:avLst/>
          </a:prstGeom>
        </p:spPr>
      </p:pic>
      <p:sp>
        <p:nvSpPr>
          <p:cNvPr id="11" name="Text Placeholder 10"/>
          <p:cNvSpPr>
            <a:spLocks noGrp="1"/>
          </p:cNvSpPr>
          <p:nvPr>
            <p:ph type="title"/>
          </p:nvPr>
        </p:nvSpPr>
        <p:spPr>
          <a:xfrm>
            <a:off x="381000" y="380999"/>
            <a:ext cx="11430000" cy="990601"/>
          </a:xfrm>
        </p:spPr>
        <p:txBody>
          <a:bodyPr wrap="square" lIns="0" tIns="0" rIns="0" bIns="0" anchor="t" anchorCtr="0">
            <a:noAutofit/>
          </a:bodyPr>
          <a:lstStyle>
            <a:lvl1pPr>
              <a:defRPr lang="en-US" dirty="0">
                <a:ea typeface="Arial Black" charset="0"/>
              </a:defRPr>
            </a:lvl1pPr>
          </a:lstStyle>
          <a:p>
            <a:pPr lvl="0" defTabSz="1734634" fontAlgn="base">
              <a:spcBef>
                <a:spcPts val="0"/>
              </a:spcBef>
              <a:spcAft>
                <a:spcPct val="0"/>
              </a:spcAft>
              <a:buFontTx/>
            </a:pPr>
            <a:r>
              <a:rPr lang="en-US" err="1"/>
              <a:t>Mastertitelformat</a:t>
            </a:r>
            <a:r>
              <a:rPr lang="en-US"/>
              <a:t> </a:t>
            </a:r>
            <a:r>
              <a:rPr lang="en-US" err="1"/>
              <a:t>bearbeiten</a:t>
            </a:r>
            <a:endParaRPr lang="en-US"/>
          </a:p>
        </p:txBody>
      </p:sp>
      <p:pic>
        <p:nvPicPr>
          <p:cNvPr id="7" name="Picture 9" descr="A picture containing object, clock&#10;&#10;Description automatically generated">
            <a:extLst>
              <a:ext uri="{FF2B5EF4-FFF2-40B4-BE49-F238E27FC236}">
                <a16:creationId xmlns:a16="http://schemas.microsoft.com/office/drawing/2014/main" id="{DDD0390E-627D-415C-98FF-E98312C4849D}"/>
              </a:ext>
            </a:extLst>
          </p:cNvPr>
          <p:cNvPicPr>
            <a:picLocks noChangeAspect="1"/>
          </p:cNvPicPr>
          <p:nvPr userDrawn="1"/>
        </p:nvPicPr>
        <p:blipFill rotWithShape="1">
          <a:blip r:embed="rId7"/>
          <a:srcRect l="2822"/>
          <a:stretch/>
        </p:blipFill>
        <p:spPr>
          <a:xfrm>
            <a:off x="371554" y="6418326"/>
            <a:ext cx="770415" cy="288000"/>
          </a:xfrm>
          <a:prstGeom prst="rect">
            <a:avLst/>
          </a:prstGeom>
        </p:spPr>
      </p:pic>
      <p:sp>
        <p:nvSpPr>
          <p:cNvPr id="8" name="Slide Number Placeholder 5">
            <a:extLst>
              <a:ext uri="{FF2B5EF4-FFF2-40B4-BE49-F238E27FC236}">
                <a16:creationId xmlns:a16="http://schemas.microsoft.com/office/drawing/2014/main" id="{E6560C7B-1252-488C-B4E0-EB963EB83763}"/>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9" name="AMC_Footer">
            <a:extLst>
              <a:ext uri="{FF2B5EF4-FFF2-40B4-BE49-F238E27FC236}">
                <a16:creationId xmlns:a16="http://schemas.microsoft.com/office/drawing/2014/main" id="{635EC617-200A-41EC-B093-031419379480}"/>
              </a:ext>
            </a:extLst>
          </p:cNvPr>
          <p:cNvSpPr txBox="1">
            <a:spLocks/>
          </p:cNvSpPr>
          <p:nvPr userDrawn="1"/>
        </p:nvSpPr>
        <p:spPr>
          <a:xfrm>
            <a:off x="1249991"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Tree>
    <p:extLst>
      <p:ext uri="{BB962C8B-B14F-4D97-AF65-F5344CB8AC3E}">
        <p14:creationId xmlns:p14="http://schemas.microsoft.com/office/powerpoint/2010/main" val="37537744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Long Headline Only">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E0E70232-97AF-4218-81A8-E8EFCCBD3383}"/>
              </a:ext>
            </a:extLst>
          </p:cNvPr>
          <p:cNvGraphicFramePr>
            <a:graphicFrameLocks noChangeAspect="1"/>
          </p:cNvGraphicFramePr>
          <p:nvPr userDrawn="1">
            <p:custDataLst>
              <p:tags r:id="rId1"/>
            </p:custDataLst>
            <p:extLst>
              <p:ext uri="{D42A27DB-BD31-4B8C-83A1-F6EECF244321}">
                <p14:modId xmlns:p14="http://schemas.microsoft.com/office/powerpoint/2010/main" val="41718199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5" imgH="476" progId="TCLayout.ActiveDocument.1">
                  <p:embed/>
                </p:oleObj>
              </mc:Choice>
              <mc:Fallback>
                <p:oleObj name="think-cell Slide" r:id="rId4" imgW="475" imgH="476" progId="TCLayout.ActiveDocument.1">
                  <p:embed/>
                  <p:pic>
                    <p:nvPicPr>
                      <p:cNvPr id="3" name="Objekt 2" hidden="1">
                        <a:extLst>
                          <a:ext uri="{FF2B5EF4-FFF2-40B4-BE49-F238E27FC236}">
                            <a16:creationId xmlns:a16="http://schemas.microsoft.com/office/drawing/2014/main" id="{E0E70232-97AF-4218-81A8-E8EFCCBD338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B9AC9768-C0FF-44B2-B254-6CD176173368}"/>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Graphik Black" panose="020B0A03030202060203" pitchFamily="34" charset="0"/>
              <a:ea typeface="+mj-ea"/>
              <a:cs typeface="Arial" panose="020B0604020202020204" pitchFamily="34" charset="0"/>
              <a:sym typeface="Graphik Black" panose="020B0A03030202060203" pitchFamily="34" charset="0"/>
            </a:endParaRPr>
          </a:p>
        </p:txBody>
      </p:sp>
      <p:sp>
        <p:nvSpPr>
          <p:cNvPr id="10" name="Slide Number Placeholder 9"/>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ext Placeholder 10"/>
          <p:cNvSpPr>
            <a:spLocks noGrp="1"/>
          </p:cNvSpPr>
          <p:nvPr>
            <p:ph type="title"/>
          </p:nvPr>
        </p:nvSpPr>
        <p:spPr>
          <a:xfrm>
            <a:off x="381000" y="380999"/>
            <a:ext cx="11430000" cy="990601"/>
          </a:xfrm>
        </p:spPr>
        <p:txBody>
          <a:bodyPr wrap="square" lIns="0" tIns="0" rIns="0" bIns="0" anchor="t" anchorCtr="0">
            <a:noAutofit/>
          </a:bodyPr>
          <a:lstStyle>
            <a:lvl1pPr>
              <a:defRPr lang="en-US" dirty="0">
                <a:ea typeface="Arial Black" charset="0"/>
              </a:defRPr>
            </a:lvl1pPr>
          </a:lstStyle>
          <a:p>
            <a:pPr lvl="0" defTabSz="1734634" fontAlgn="base">
              <a:spcBef>
                <a:spcPts val="0"/>
              </a:spcBef>
              <a:spcAft>
                <a:spcPct val="0"/>
              </a:spcAft>
              <a:buFontTx/>
            </a:pPr>
            <a:r>
              <a:rPr lang="en-US" err="1"/>
              <a:t>Mastertitelformat</a:t>
            </a:r>
            <a:r>
              <a:rPr lang="en-US"/>
              <a:t> </a:t>
            </a:r>
            <a:r>
              <a:rPr lang="en-US" err="1"/>
              <a:t>bearbeiten</a:t>
            </a:r>
            <a:endParaRPr lang="en-US"/>
          </a:p>
        </p:txBody>
      </p:sp>
    </p:spTree>
    <p:extLst>
      <p:ext uri="{BB962C8B-B14F-4D97-AF65-F5344CB8AC3E}">
        <p14:creationId xmlns:p14="http://schemas.microsoft.com/office/powerpoint/2010/main" val="14599707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Cover">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C3BEAD3-6CB6-4D60-AD9F-5974690CC6AE}"/>
              </a:ext>
            </a:extLst>
          </p:cNvPr>
          <p:cNvGraphicFramePr>
            <a:graphicFrameLocks noChangeAspect="1"/>
          </p:cNvGraphicFramePr>
          <p:nvPr userDrawn="1">
            <p:custDataLst>
              <p:tags r:id="rId1"/>
            </p:custDataLst>
            <p:extLst>
              <p:ext uri="{D42A27DB-BD31-4B8C-83A1-F6EECF244321}">
                <p14:modId xmlns:p14="http://schemas.microsoft.com/office/powerpoint/2010/main" val="33073100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6" imgH="396" progId="TCLayout.ActiveDocument.1">
                  <p:embed/>
                </p:oleObj>
              </mc:Choice>
              <mc:Fallback>
                <p:oleObj name="think-cell Slide" r:id="rId3" imgW="396" imgH="396" progId="TCLayout.ActiveDocument.1">
                  <p:embed/>
                  <p:pic>
                    <p:nvPicPr>
                      <p:cNvPr id="7" name="Object 6" hidden="1">
                        <a:extLst>
                          <a:ext uri="{FF2B5EF4-FFF2-40B4-BE49-F238E27FC236}">
                            <a16:creationId xmlns:a16="http://schemas.microsoft.com/office/drawing/2014/main" id="{AC3BEAD3-6CB6-4D60-AD9F-5974690CC6A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ext Placeholder 3">
            <a:extLst>
              <a:ext uri="{FF2B5EF4-FFF2-40B4-BE49-F238E27FC236}">
                <a16:creationId xmlns:a16="http://schemas.microsoft.com/office/drawing/2014/main" id="{31C31CBD-631D-4D2C-AEA4-24E8DAD7BAB0}"/>
              </a:ext>
            </a:extLst>
          </p:cNvPr>
          <p:cNvSpPr>
            <a:spLocks noGrp="1"/>
          </p:cNvSpPr>
          <p:nvPr>
            <p:ph type="body" sz="quarter" idx="10" hasCustomPrompt="1"/>
          </p:nvPr>
        </p:nvSpPr>
        <p:spPr>
          <a:xfrm>
            <a:off x="380998" y="2467110"/>
            <a:ext cx="6435081" cy="1714500"/>
          </a:xfrm>
          <a:prstGeom prst="rect">
            <a:avLst/>
          </a:prstGeom>
        </p:spPr>
        <p:txBody>
          <a:bodyPr lIns="0" tIns="0" rIns="0" bIns="0">
            <a:noAutofit/>
          </a:bodyPr>
          <a:lstStyle>
            <a:lvl1pPr>
              <a:lnSpc>
                <a:spcPct val="70000"/>
              </a:lnSpc>
              <a:defRPr sz="6000" cap="all" baseline="0">
                <a:latin typeface="+mj-lt"/>
              </a:defRPr>
            </a:lvl1pPr>
          </a:lstStyle>
          <a:p>
            <a:pPr lvl="0"/>
            <a:r>
              <a:rPr lang="en-US"/>
              <a:t>Presentation Title</a:t>
            </a:r>
          </a:p>
        </p:txBody>
      </p:sp>
      <p:sp>
        <p:nvSpPr>
          <p:cNvPr id="6" name="Text Placeholder 4">
            <a:extLst>
              <a:ext uri="{FF2B5EF4-FFF2-40B4-BE49-F238E27FC236}">
                <a16:creationId xmlns:a16="http://schemas.microsoft.com/office/drawing/2014/main" id="{81E93F67-3BF5-42D3-ACB4-E4E895D29A5F}"/>
              </a:ext>
            </a:extLst>
          </p:cNvPr>
          <p:cNvSpPr>
            <a:spLocks noGrp="1"/>
          </p:cNvSpPr>
          <p:nvPr>
            <p:ph type="body" sz="quarter" idx="11" hasCustomPrompt="1"/>
          </p:nvPr>
        </p:nvSpPr>
        <p:spPr>
          <a:xfrm>
            <a:off x="380998" y="4209159"/>
            <a:ext cx="6435081" cy="507831"/>
          </a:xfrm>
          <a:prstGeom prst="rect">
            <a:avLst/>
          </a:prstGeom>
        </p:spPr>
        <p:txBody>
          <a:bodyPr lIns="0" tIns="0" rIns="0" bIns="0">
            <a:noAutofit/>
          </a:bodyPr>
          <a:lstStyle>
            <a:lvl1pPr>
              <a:lnSpc>
                <a:spcPct val="70000"/>
              </a:lnSpc>
              <a:defRPr sz="3000" cap="all" baseline="0">
                <a:solidFill>
                  <a:schemeClr val="tx1"/>
                </a:solidFill>
                <a:latin typeface="+mj-lt"/>
              </a:defRPr>
            </a:lvl1pPr>
            <a:lvl2pPr>
              <a:defRPr sz="3000">
                <a:latin typeface="Graphik Black" panose="020B0A03030202060203" pitchFamily="34" charset="0"/>
              </a:defRPr>
            </a:lvl2pPr>
            <a:lvl3pPr>
              <a:defRPr sz="3000">
                <a:latin typeface="Graphik Black" panose="020B0A03030202060203" pitchFamily="34" charset="0"/>
              </a:defRPr>
            </a:lvl3pPr>
            <a:lvl4pPr>
              <a:defRPr sz="3000">
                <a:latin typeface="Graphik Black" panose="020B0A03030202060203" pitchFamily="34" charset="0"/>
              </a:defRPr>
            </a:lvl4pPr>
            <a:lvl5pPr>
              <a:defRPr sz="3000">
                <a:latin typeface="Graphik Black" panose="020B0A03030202060203" pitchFamily="34" charset="0"/>
              </a:defRPr>
            </a:lvl5pPr>
          </a:lstStyle>
          <a:p>
            <a:pPr lvl="0"/>
            <a:r>
              <a:rPr lang="en-US"/>
              <a:t>Subtitle</a:t>
            </a:r>
          </a:p>
        </p:txBody>
      </p:sp>
      <p:pic>
        <p:nvPicPr>
          <p:cNvPr id="16" name="Picture 3">
            <a:extLst>
              <a:ext uri="{FF2B5EF4-FFF2-40B4-BE49-F238E27FC236}">
                <a16:creationId xmlns:a16="http://schemas.microsoft.com/office/drawing/2014/main" id="{212EC201-1685-40FD-B03E-3A8F05898942}"/>
              </a:ext>
            </a:extLst>
          </p:cNvPr>
          <p:cNvPicPr>
            <a:picLocks noChangeAspect="1"/>
          </p:cNvPicPr>
          <p:nvPr userDrawn="1"/>
        </p:nvPicPr>
        <p:blipFill>
          <a:blip r:embed="rId5"/>
          <a:srcRect/>
          <a:stretch/>
        </p:blipFill>
        <p:spPr>
          <a:xfrm>
            <a:off x="320712" y="6162747"/>
            <a:ext cx="1560799" cy="583465"/>
          </a:xfrm>
          <a:prstGeom prst="rect">
            <a:avLst/>
          </a:prstGeom>
        </p:spPr>
      </p:pic>
      <p:pic>
        <p:nvPicPr>
          <p:cNvPr id="8" name="Picture 2" descr="A picture containing snow, white, photo, table&#10;&#10;Description automatically generated">
            <a:extLst>
              <a:ext uri="{FF2B5EF4-FFF2-40B4-BE49-F238E27FC236}">
                <a16:creationId xmlns:a16="http://schemas.microsoft.com/office/drawing/2014/main" id="{42DFEA1E-E542-41B4-B4CB-798ED0770068}"/>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l="-2"/>
          <a:stretch/>
        </p:blipFill>
        <p:spPr>
          <a:xfrm>
            <a:off x="0" y="0"/>
            <a:ext cx="12192000" cy="6858000"/>
          </a:xfrm>
          <a:prstGeom prst="rect">
            <a:avLst/>
          </a:prstGeom>
        </p:spPr>
      </p:pic>
      <p:pic>
        <p:nvPicPr>
          <p:cNvPr id="9" name="Picture 3">
            <a:extLst>
              <a:ext uri="{FF2B5EF4-FFF2-40B4-BE49-F238E27FC236}">
                <a16:creationId xmlns:a16="http://schemas.microsoft.com/office/drawing/2014/main" id="{5388776C-87B2-4E2F-9251-6C415E112F16}"/>
              </a:ext>
            </a:extLst>
          </p:cNvPr>
          <p:cNvPicPr>
            <a:picLocks noChangeAspect="1"/>
          </p:cNvPicPr>
          <p:nvPr userDrawn="1"/>
        </p:nvPicPr>
        <p:blipFill rotWithShape="1">
          <a:blip r:embed="rId7"/>
          <a:srcRect l="5514" t="12668" r="21699" b="5752"/>
          <a:stretch/>
        </p:blipFill>
        <p:spPr>
          <a:xfrm>
            <a:off x="360677" y="5729328"/>
            <a:ext cx="2368827" cy="825500"/>
          </a:xfrm>
          <a:prstGeom prst="rect">
            <a:avLst/>
          </a:prstGeom>
        </p:spPr>
      </p:pic>
      <p:grpSp>
        <p:nvGrpSpPr>
          <p:cNvPr id="10" name="Group 101">
            <a:extLst>
              <a:ext uri="{FF2B5EF4-FFF2-40B4-BE49-F238E27FC236}">
                <a16:creationId xmlns:a16="http://schemas.microsoft.com/office/drawing/2014/main" id="{8C0B8345-68BC-4187-8BFC-EBE761133C84}"/>
              </a:ext>
            </a:extLst>
          </p:cNvPr>
          <p:cNvGrpSpPr/>
          <p:nvPr userDrawn="1"/>
        </p:nvGrpSpPr>
        <p:grpSpPr>
          <a:xfrm>
            <a:off x="8176840" y="1124745"/>
            <a:ext cx="3634159" cy="3725012"/>
            <a:chOff x="7824192" y="3447860"/>
            <a:chExt cx="381000" cy="390525"/>
          </a:xfrm>
        </p:grpSpPr>
        <p:pic>
          <p:nvPicPr>
            <p:cNvPr id="11" name="Graphic 102">
              <a:extLst>
                <a:ext uri="{FF2B5EF4-FFF2-40B4-BE49-F238E27FC236}">
                  <a16:creationId xmlns:a16="http://schemas.microsoft.com/office/drawing/2014/main" id="{C9B0AB54-95B6-455F-A0DF-050248821791}"/>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7824192" y="3600260"/>
              <a:ext cx="381000" cy="238125"/>
            </a:xfrm>
            <a:prstGeom prst="rect">
              <a:avLst/>
            </a:prstGeom>
          </p:spPr>
        </p:pic>
        <p:pic>
          <p:nvPicPr>
            <p:cNvPr id="12" name="Graphic 103">
              <a:extLst>
                <a:ext uri="{FF2B5EF4-FFF2-40B4-BE49-F238E27FC236}">
                  <a16:creationId xmlns:a16="http://schemas.microsoft.com/office/drawing/2014/main" id="{F59CD92B-2C03-4CE7-A698-1D44611C3DED}"/>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7824192" y="3447860"/>
              <a:ext cx="381000" cy="238125"/>
            </a:xfrm>
            <a:prstGeom prst="rect">
              <a:avLst/>
            </a:prstGeom>
          </p:spPr>
        </p:pic>
      </p:grpSp>
      <p:grpSp>
        <p:nvGrpSpPr>
          <p:cNvPr id="13" name="Group 9">
            <a:extLst>
              <a:ext uri="{FF2B5EF4-FFF2-40B4-BE49-F238E27FC236}">
                <a16:creationId xmlns:a16="http://schemas.microsoft.com/office/drawing/2014/main" id="{4C64210E-D53A-428E-B213-AEC8498498A5}"/>
              </a:ext>
            </a:extLst>
          </p:cNvPr>
          <p:cNvGrpSpPr>
            <a:grpSpLocks noChangeAspect="1"/>
          </p:cNvGrpSpPr>
          <p:nvPr userDrawn="1"/>
        </p:nvGrpSpPr>
        <p:grpSpPr>
          <a:xfrm>
            <a:off x="9921239" y="6007865"/>
            <a:ext cx="1889761" cy="507235"/>
            <a:chOff x="9563100" y="1673029"/>
            <a:chExt cx="1389888" cy="373063"/>
          </a:xfrm>
        </p:grpSpPr>
        <p:pic>
          <p:nvPicPr>
            <p:cNvPr id="14" name="Accenture Logo">
              <a:extLst>
                <a:ext uri="{FF2B5EF4-FFF2-40B4-BE49-F238E27FC236}">
                  <a16:creationId xmlns:a16="http://schemas.microsoft.com/office/drawing/2014/main" id="{0D7F019F-E112-4859-9B0B-996DABB7327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a:noFill/>
            <a:extLst>
              <a:ext uri="{909E8E84-426E-40DD-AFC4-6F175D3DCCD1}">
                <a14:hiddenFill xmlns:a14="http://schemas.microsoft.com/office/drawing/2010/main">
                  <a:solidFill>
                    <a:schemeClr val="bg1">
                      <a:lumMod val="100000"/>
                    </a:schemeClr>
                  </a:solidFill>
                </a14:hiddenFill>
              </a:ext>
            </a:extLst>
          </p:spPr>
        </p:pic>
        <p:sp>
          <p:nvSpPr>
            <p:cNvPr id="15" name="Freeform 5">
              <a:extLst>
                <a:ext uri="{FF2B5EF4-FFF2-40B4-BE49-F238E27FC236}">
                  <a16:creationId xmlns:a16="http://schemas.microsoft.com/office/drawing/2014/main" id="{74BE0979-528E-45A1-8C3C-2B6560A3363C}"/>
                </a:ext>
              </a:extLst>
            </p:cNvPr>
            <p:cNvSpPr>
              <a:spLocks/>
            </p:cNvSpPr>
            <p:nvPr/>
          </p:nvSpPr>
          <p:spPr bwMode="auto">
            <a:xfrm>
              <a:off x="10373551"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chemeClr val="accent3">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903382119"/>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Cover">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C3BEAD3-6CB6-4D60-AD9F-5974690CC6AE}"/>
              </a:ext>
            </a:extLst>
          </p:cNvPr>
          <p:cNvGraphicFramePr>
            <a:graphicFrameLocks noChangeAspect="1"/>
          </p:cNvGraphicFramePr>
          <p:nvPr userDrawn="1">
            <p:custDataLst>
              <p:tags r:id="rId1"/>
            </p:custDataLst>
            <p:extLst>
              <p:ext uri="{D42A27DB-BD31-4B8C-83A1-F6EECF244321}">
                <p14:modId xmlns:p14="http://schemas.microsoft.com/office/powerpoint/2010/main" val="19386813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6" imgH="396" progId="TCLayout.ActiveDocument.1">
                  <p:embed/>
                </p:oleObj>
              </mc:Choice>
              <mc:Fallback>
                <p:oleObj name="think-cell Slide" r:id="rId3" imgW="396" imgH="396" progId="TCLayout.ActiveDocument.1">
                  <p:embed/>
                  <p:pic>
                    <p:nvPicPr>
                      <p:cNvPr id="7" name="Object 6" hidden="1">
                        <a:extLst>
                          <a:ext uri="{FF2B5EF4-FFF2-40B4-BE49-F238E27FC236}">
                            <a16:creationId xmlns:a16="http://schemas.microsoft.com/office/drawing/2014/main" id="{AC3BEAD3-6CB6-4D60-AD9F-5974690CC6A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ext Placeholder 3">
            <a:extLst>
              <a:ext uri="{FF2B5EF4-FFF2-40B4-BE49-F238E27FC236}">
                <a16:creationId xmlns:a16="http://schemas.microsoft.com/office/drawing/2014/main" id="{31C31CBD-631D-4D2C-AEA4-24E8DAD7BAB0}"/>
              </a:ext>
            </a:extLst>
          </p:cNvPr>
          <p:cNvSpPr>
            <a:spLocks noGrp="1"/>
          </p:cNvSpPr>
          <p:nvPr>
            <p:ph type="body" sz="quarter" idx="10" hasCustomPrompt="1"/>
          </p:nvPr>
        </p:nvSpPr>
        <p:spPr>
          <a:xfrm>
            <a:off x="380998" y="2467110"/>
            <a:ext cx="6435081" cy="1714500"/>
          </a:xfrm>
          <a:prstGeom prst="rect">
            <a:avLst/>
          </a:prstGeom>
        </p:spPr>
        <p:txBody>
          <a:bodyPr lIns="0" tIns="0" rIns="0" bIns="0">
            <a:noAutofit/>
          </a:bodyPr>
          <a:lstStyle>
            <a:lvl1pPr>
              <a:lnSpc>
                <a:spcPct val="70000"/>
              </a:lnSpc>
              <a:defRPr sz="6000" cap="all" baseline="0">
                <a:latin typeface="+mj-lt"/>
              </a:defRPr>
            </a:lvl1pPr>
          </a:lstStyle>
          <a:p>
            <a:pPr lvl="0"/>
            <a:r>
              <a:rPr lang="en-US"/>
              <a:t>Presentation Title</a:t>
            </a:r>
          </a:p>
        </p:txBody>
      </p:sp>
      <p:sp>
        <p:nvSpPr>
          <p:cNvPr id="6" name="Text Placeholder 4">
            <a:extLst>
              <a:ext uri="{FF2B5EF4-FFF2-40B4-BE49-F238E27FC236}">
                <a16:creationId xmlns:a16="http://schemas.microsoft.com/office/drawing/2014/main" id="{81E93F67-3BF5-42D3-ACB4-E4E895D29A5F}"/>
              </a:ext>
            </a:extLst>
          </p:cNvPr>
          <p:cNvSpPr>
            <a:spLocks noGrp="1"/>
          </p:cNvSpPr>
          <p:nvPr>
            <p:ph type="body" sz="quarter" idx="11" hasCustomPrompt="1"/>
          </p:nvPr>
        </p:nvSpPr>
        <p:spPr>
          <a:xfrm>
            <a:off x="380998" y="4209159"/>
            <a:ext cx="6435081" cy="507831"/>
          </a:xfrm>
          <a:prstGeom prst="rect">
            <a:avLst/>
          </a:prstGeom>
        </p:spPr>
        <p:txBody>
          <a:bodyPr lIns="0" tIns="0" rIns="0" bIns="0">
            <a:noAutofit/>
          </a:bodyPr>
          <a:lstStyle>
            <a:lvl1pPr>
              <a:lnSpc>
                <a:spcPct val="70000"/>
              </a:lnSpc>
              <a:defRPr sz="3000" cap="all" baseline="0">
                <a:solidFill>
                  <a:schemeClr val="tx1"/>
                </a:solidFill>
                <a:latin typeface="+mj-lt"/>
              </a:defRPr>
            </a:lvl1pPr>
            <a:lvl2pPr>
              <a:defRPr sz="3000">
                <a:latin typeface="Graphik Black" panose="020B0A03030202060203" pitchFamily="34" charset="0"/>
              </a:defRPr>
            </a:lvl2pPr>
            <a:lvl3pPr>
              <a:defRPr sz="3000">
                <a:latin typeface="Graphik Black" panose="020B0A03030202060203" pitchFamily="34" charset="0"/>
              </a:defRPr>
            </a:lvl3pPr>
            <a:lvl4pPr>
              <a:defRPr sz="3000">
                <a:latin typeface="Graphik Black" panose="020B0A03030202060203" pitchFamily="34" charset="0"/>
              </a:defRPr>
            </a:lvl4pPr>
            <a:lvl5pPr>
              <a:defRPr sz="3000">
                <a:latin typeface="Graphik Black" panose="020B0A03030202060203" pitchFamily="34" charset="0"/>
              </a:defRPr>
            </a:lvl5pPr>
          </a:lstStyle>
          <a:p>
            <a:pPr lvl="0"/>
            <a:r>
              <a:rPr lang="en-US"/>
              <a:t>Subtitle</a:t>
            </a:r>
          </a:p>
        </p:txBody>
      </p:sp>
      <p:pic>
        <p:nvPicPr>
          <p:cNvPr id="16" name="Picture 3">
            <a:extLst>
              <a:ext uri="{FF2B5EF4-FFF2-40B4-BE49-F238E27FC236}">
                <a16:creationId xmlns:a16="http://schemas.microsoft.com/office/drawing/2014/main" id="{212EC201-1685-40FD-B03E-3A8F05898942}"/>
              </a:ext>
            </a:extLst>
          </p:cNvPr>
          <p:cNvPicPr>
            <a:picLocks noChangeAspect="1"/>
          </p:cNvPicPr>
          <p:nvPr userDrawn="1"/>
        </p:nvPicPr>
        <p:blipFill>
          <a:blip r:embed="rId5"/>
          <a:srcRect/>
          <a:stretch/>
        </p:blipFill>
        <p:spPr>
          <a:xfrm>
            <a:off x="320712" y="6162747"/>
            <a:ext cx="1560799" cy="583465"/>
          </a:xfrm>
          <a:prstGeom prst="rect">
            <a:avLst/>
          </a:prstGeom>
        </p:spPr>
      </p:pic>
      <p:pic>
        <p:nvPicPr>
          <p:cNvPr id="8" name="Picture 2" descr="A picture containing snow, white, photo, table&#10;&#10;Description automatically generated">
            <a:extLst>
              <a:ext uri="{FF2B5EF4-FFF2-40B4-BE49-F238E27FC236}">
                <a16:creationId xmlns:a16="http://schemas.microsoft.com/office/drawing/2014/main" id="{42DFEA1E-E542-41B4-B4CB-798ED0770068}"/>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l="-2"/>
          <a:stretch/>
        </p:blipFill>
        <p:spPr>
          <a:xfrm>
            <a:off x="0" y="0"/>
            <a:ext cx="12192000" cy="6858000"/>
          </a:xfrm>
          <a:prstGeom prst="rect">
            <a:avLst/>
          </a:prstGeom>
        </p:spPr>
      </p:pic>
    </p:spTree>
    <p:extLst>
      <p:ext uri="{BB962C8B-B14F-4D97-AF65-F5344CB8AC3E}">
        <p14:creationId xmlns:p14="http://schemas.microsoft.com/office/powerpoint/2010/main" val="1995060960"/>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Cover">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C3BEAD3-6CB6-4D60-AD9F-5974690CC6AE}"/>
              </a:ext>
            </a:extLst>
          </p:cNvPr>
          <p:cNvGraphicFramePr>
            <a:graphicFrameLocks noChangeAspect="1"/>
          </p:cNvGraphicFramePr>
          <p:nvPr userDrawn="1">
            <p:custDataLst>
              <p:tags r:id="rId1"/>
            </p:custDataLst>
            <p:extLst>
              <p:ext uri="{D42A27DB-BD31-4B8C-83A1-F6EECF244321}">
                <p14:modId xmlns:p14="http://schemas.microsoft.com/office/powerpoint/2010/main" val="19563243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6" imgH="396" progId="TCLayout.ActiveDocument.1">
                  <p:embed/>
                </p:oleObj>
              </mc:Choice>
              <mc:Fallback>
                <p:oleObj name="think-cell Slide" r:id="rId4" imgW="396" imgH="396" progId="TCLayout.ActiveDocument.1">
                  <p:embed/>
                  <p:pic>
                    <p:nvPicPr>
                      <p:cNvPr id="7" name="Object 6" hidden="1">
                        <a:extLst>
                          <a:ext uri="{FF2B5EF4-FFF2-40B4-BE49-F238E27FC236}">
                            <a16:creationId xmlns:a16="http://schemas.microsoft.com/office/drawing/2014/main" id="{AC3BEAD3-6CB6-4D60-AD9F-5974690CC6A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41E2201C-D93D-4227-ABFA-67B0C163247B}"/>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de-DE" sz="3600" b="0" i="0" baseline="0">
              <a:latin typeface="Graphik Black" panose="020B0A03030202060203" pitchFamily="34" charset="0"/>
              <a:cs typeface="Arial" panose="020B0604020202020204" pitchFamily="34" charset="0"/>
              <a:sym typeface="Graphik Black" panose="020B0A03030202060203" pitchFamily="34" charset="0"/>
            </a:endParaRPr>
          </a:p>
        </p:txBody>
      </p:sp>
      <p:sp>
        <p:nvSpPr>
          <p:cNvPr id="5" name="Text Placeholder 3">
            <a:extLst>
              <a:ext uri="{FF2B5EF4-FFF2-40B4-BE49-F238E27FC236}">
                <a16:creationId xmlns:a16="http://schemas.microsoft.com/office/drawing/2014/main" id="{31C31CBD-631D-4D2C-AEA4-24E8DAD7BAB0}"/>
              </a:ext>
            </a:extLst>
          </p:cNvPr>
          <p:cNvSpPr>
            <a:spLocks noGrp="1"/>
          </p:cNvSpPr>
          <p:nvPr>
            <p:ph type="body" sz="quarter" idx="10" hasCustomPrompt="1"/>
          </p:nvPr>
        </p:nvSpPr>
        <p:spPr>
          <a:xfrm>
            <a:off x="380998" y="2467110"/>
            <a:ext cx="6435081" cy="1714500"/>
          </a:xfrm>
          <a:prstGeom prst="rect">
            <a:avLst/>
          </a:prstGeom>
        </p:spPr>
        <p:txBody>
          <a:bodyPr lIns="0" tIns="0" rIns="0" bIns="0">
            <a:noAutofit/>
          </a:bodyPr>
          <a:lstStyle>
            <a:lvl1pPr>
              <a:lnSpc>
                <a:spcPct val="70000"/>
              </a:lnSpc>
              <a:defRPr sz="6000" cap="all" baseline="0">
                <a:latin typeface="+mj-lt"/>
              </a:defRPr>
            </a:lvl1pPr>
          </a:lstStyle>
          <a:p>
            <a:pPr lvl="0"/>
            <a:r>
              <a:rPr lang="de-DE"/>
              <a:t>Presentation Title</a:t>
            </a:r>
            <a:endParaRPr lang="en-GB"/>
          </a:p>
        </p:txBody>
      </p:sp>
      <p:sp>
        <p:nvSpPr>
          <p:cNvPr id="6" name="Text Placeholder 4">
            <a:extLst>
              <a:ext uri="{FF2B5EF4-FFF2-40B4-BE49-F238E27FC236}">
                <a16:creationId xmlns:a16="http://schemas.microsoft.com/office/drawing/2014/main" id="{81E93F67-3BF5-42D3-ACB4-E4E895D29A5F}"/>
              </a:ext>
            </a:extLst>
          </p:cNvPr>
          <p:cNvSpPr>
            <a:spLocks noGrp="1"/>
          </p:cNvSpPr>
          <p:nvPr>
            <p:ph type="body" sz="quarter" idx="11" hasCustomPrompt="1"/>
          </p:nvPr>
        </p:nvSpPr>
        <p:spPr>
          <a:xfrm>
            <a:off x="380998" y="4209159"/>
            <a:ext cx="6435081" cy="507831"/>
          </a:xfrm>
          <a:prstGeom prst="rect">
            <a:avLst/>
          </a:prstGeom>
        </p:spPr>
        <p:txBody>
          <a:bodyPr lIns="0" tIns="0" rIns="0" bIns="0">
            <a:noAutofit/>
          </a:bodyPr>
          <a:lstStyle>
            <a:lvl1pPr>
              <a:lnSpc>
                <a:spcPct val="70000"/>
              </a:lnSpc>
              <a:defRPr sz="3000" cap="all" baseline="0">
                <a:solidFill>
                  <a:schemeClr val="tx1"/>
                </a:solidFill>
                <a:latin typeface="+mj-lt"/>
              </a:defRPr>
            </a:lvl1pPr>
            <a:lvl2pPr>
              <a:defRPr sz="3000">
                <a:latin typeface="Graphik Black" panose="020B0A03030202060203" pitchFamily="34" charset="0"/>
              </a:defRPr>
            </a:lvl2pPr>
            <a:lvl3pPr>
              <a:defRPr sz="3000">
                <a:latin typeface="Graphik Black" panose="020B0A03030202060203" pitchFamily="34" charset="0"/>
              </a:defRPr>
            </a:lvl3pPr>
            <a:lvl4pPr>
              <a:defRPr sz="3000">
                <a:latin typeface="Graphik Black" panose="020B0A03030202060203" pitchFamily="34" charset="0"/>
              </a:defRPr>
            </a:lvl4pPr>
            <a:lvl5pPr>
              <a:defRPr sz="3000">
                <a:latin typeface="Graphik Black" panose="020B0A03030202060203" pitchFamily="34" charset="0"/>
              </a:defRPr>
            </a:lvl5pPr>
          </a:lstStyle>
          <a:p>
            <a:pPr lvl="0"/>
            <a:r>
              <a:rPr lang="en-US"/>
              <a:t>Subtitle</a:t>
            </a:r>
            <a:endParaRPr lang="en-GB"/>
          </a:p>
        </p:txBody>
      </p:sp>
      <p:pic>
        <p:nvPicPr>
          <p:cNvPr id="16" name="Picture 3">
            <a:extLst>
              <a:ext uri="{FF2B5EF4-FFF2-40B4-BE49-F238E27FC236}">
                <a16:creationId xmlns:a16="http://schemas.microsoft.com/office/drawing/2014/main" id="{212EC201-1685-40FD-B03E-3A8F05898942}"/>
              </a:ext>
            </a:extLst>
          </p:cNvPr>
          <p:cNvPicPr>
            <a:picLocks noChangeAspect="1"/>
          </p:cNvPicPr>
          <p:nvPr userDrawn="1"/>
        </p:nvPicPr>
        <p:blipFill>
          <a:blip r:embed="rId6"/>
          <a:srcRect/>
          <a:stretch/>
        </p:blipFill>
        <p:spPr>
          <a:xfrm>
            <a:off x="320712" y="6162747"/>
            <a:ext cx="1560799" cy="583465"/>
          </a:xfrm>
          <a:prstGeom prst="rect">
            <a:avLst/>
          </a:prstGeom>
        </p:spPr>
      </p:pic>
      <p:pic>
        <p:nvPicPr>
          <p:cNvPr id="8" name="Picture 2" descr="A picture containing snow, white, photo, table&#10;&#10;Description automatically generated">
            <a:extLst>
              <a:ext uri="{FF2B5EF4-FFF2-40B4-BE49-F238E27FC236}">
                <a16:creationId xmlns:a16="http://schemas.microsoft.com/office/drawing/2014/main" id="{42DFEA1E-E542-41B4-B4CB-798ED0770068}"/>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l="-2"/>
          <a:stretch/>
        </p:blipFill>
        <p:spPr>
          <a:xfrm>
            <a:off x="0" y="0"/>
            <a:ext cx="12192000" cy="6858000"/>
          </a:xfrm>
          <a:prstGeom prst="rect">
            <a:avLst/>
          </a:prstGeom>
        </p:spPr>
      </p:pic>
      <p:sp>
        <p:nvSpPr>
          <p:cNvPr id="11" name="Title Placeholder 1">
            <a:extLst>
              <a:ext uri="{FF2B5EF4-FFF2-40B4-BE49-F238E27FC236}">
                <a16:creationId xmlns:a16="http://schemas.microsoft.com/office/drawing/2014/main" id="{8F2D071D-C991-4A82-BED0-3557F90DF780}"/>
              </a:ext>
            </a:extLst>
          </p:cNvPr>
          <p:cNvSpPr>
            <a:spLocks noGrp="1"/>
          </p:cNvSpPr>
          <p:nvPr>
            <p:ph type="title"/>
          </p:nvPr>
        </p:nvSpPr>
        <p:spPr>
          <a:xfrm>
            <a:off x="381000" y="380999"/>
            <a:ext cx="11430000" cy="990601"/>
          </a:xfrm>
          <a:prstGeom prst="rect">
            <a:avLst/>
          </a:prstGeom>
        </p:spPr>
        <p:txBody>
          <a:bodyPr wrap="square" lIns="0" tIns="0" rIns="0" bIns="0" anchor="t" anchorCtr="0">
            <a:noAutofit/>
          </a:bodyPr>
          <a:lstStyle>
            <a:lvl1pPr>
              <a:defRPr lang="en-US">
                <a:ea typeface="Arial Black" charset="0"/>
              </a:defRPr>
            </a:lvl1pPr>
          </a:lstStyle>
          <a:p>
            <a:pPr lvl="0" defTabSz="1734634" fontAlgn="base">
              <a:spcBef>
                <a:spcPts val="0"/>
              </a:spcBef>
              <a:spcAft>
                <a:spcPct val="0"/>
              </a:spcAft>
              <a:buFontTx/>
            </a:pPr>
            <a:r>
              <a:rPr lang="de-DE"/>
              <a:t>Mastertitelformat bearbeiten</a:t>
            </a:r>
            <a:endParaRPr lang="en-US"/>
          </a:p>
        </p:txBody>
      </p:sp>
      <p:pic>
        <p:nvPicPr>
          <p:cNvPr id="12" name="Picture 9" descr="A picture containing object, clock&#10;&#10;Description automatically generated">
            <a:extLst>
              <a:ext uri="{FF2B5EF4-FFF2-40B4-BE49-F238E27FC236}">
                <a16:creationId xmlns:a16="http://schemas.microsoft.com/office/drawing/2014/main" id="{06A9A27C-2B45-421C-A0A5-61B918D903CA}"/>
              </a:ext>
            </a:extLst>
          </p:cNvPr>
          <p:cNvPicPr>
            <a:picLocks noChangeAspect="1"/>
          </p:cNvPicPr>
          <p:nvPr userDrawn="1"/>
        </p:nvPicPr>
        <p:blipFill rotWithShape="1">
          <a:blip r:embed="rId8"/>
          <a:srcRect l="2822"/>
          <a:stretch/>
        </p:blipFill>
        <p:spPr>
          <a:xfrm>
            <a:off x="371554" y="6418326"/>
            <a:ext cx="770415" cy="288000"/>
          </a:xfrm>
          <a:prstGeom prst="rect">
            <a:avLst/>
          </a:prstGeom>
        </p:spPr>
      </p:pic>
      <p:sp>
        <p:nvSpPr>
          <p:cNvPr id="13" name="Slide Number Placeholder 5">
            <a:extLst>
              <a:ext uri="{FF2B5EF4-FFF2-40B4-BE49-F238E27FC236}">
                <a16:creationId xmlns:a16="http://schemas.microsoft.com/office/drawing/2014/main" id="{F3B53B1E-BFA6-4081-A089-835B3B61ADAB}"/>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4" name="AMC_Footer">
            <a:extLst>
              <a:ext uri="{FF2B5EF4-FFF2-40B4-BE49-F238E27FC236}">
                <a16:creationId xmlns:a16="http://schemas.microsoft.com/office/drawing/2014/main" id="{2A346256-09C3-4BA7-BAA5-39A654AB8AE4}"/>
              </a:ext>
            </a:extLst>
          </p:cNvPr>
          <p:cNvSpPr txBox="1">
            <a:spLocks/>
          </p:cNvSpPr>
          <p:nvPr userDrawn="1"/>
        </p:nvSpPr>
        <p:spPr>
          <a:xfrm>
            <a:off x="1249991"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Tree>
    <p:extLst>
      <p:ext uri="{BB962C8B-B14F-4D97-AF65-F5344CB8AC3E}">
        <p14:creationId xmlns:p14="http://schemas.microsoft.com/office/powerpoint/2010/main" val="404211301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2_Salutation-GTS left-image bkgnd">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EBF2FB-EAB4-47C9-B447-E5BE3722E5D5}"/>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2" y="2133"/>
            <a:ext cx="12191997" cy="6853733"/>
          </a:xfrm>
          <a:prstGeom prst="rect">
            <a:avLst/>
          </a:prstGeom>
        </p:spPr>
      </p:pic>
      <p:sp>
        <p:nvSpPr>
          <p:cNvPr id="9" name="TextBox 8">
            <a:extLst>
              <a:ext uri="{FF2B5EF4-FFF2-40B4-BE49-F238E27FC236}">
                <a16:creationId xmlns:a16="http://schemas.microsoft.com/office/drawing/2014/main" id="{DCD55AA2-8FB7-4AB1-905F-115BF2D8268F}"/>
              </a:ext>
            </a:extLst>
          </p:cNvPr>
          <p:cNvSpPr txBox="1"/>
          <p:nvPr userDrawn="1"/>
        </p:nvSpPr>
        <p:spPr>
          <a:xfrm>
            <a:off x="4490720" y="3792109"/>
            <a:ext cx="0" cy="0"/>
          </a:xfrm>
          <a:prstGeom prst="rect">
            <a:avLst/>
          </a:prstGeom>
          <a:noFill/>
        </p:spPr>
        <p:txBody>
          <a:bodyPr wrap="none" lIns="0" tIns="0" rIns="0" bIns="0" rtlCol="0">
            <a:noAutofit/>
          </a:bodyPr>
          <a:lstStyle/>
          <a:p>
            <a:pPr algn="l" defTabSz="228463">
              <a:spcAft>
                <a:spcPts val="1200"/>
              </a:spcAft>
            </a:pPr>
            <a:endParaRPr lang="en-US" sz="1800" noProof="0">
              <a:latin typeface="Graphik Regular" panose="020B0503030202060203" pitchFamily="34" charset="-18"/>
            </a:endParaRPr>
          </a:p>
        </p:txBody>
      </p:sp>
      <p:sp>
        <p:nvSpPr>
          <p:cNvPr id="14" name="Title 1">
            <a:extLst>
              <a:ext uri="{FF2B5EF4-FFF2-40B4-BE49-F238E27FC236}">
                <a16:creationId xmlns:a16="http://schemas.microsoft.com/office/drawing/2014/main" id="{455DEBDB-AF3F-4DF5-BE6F-01D278A64DF2}"/>
              </a:ext>
            </a:extLst>
          </p:cNvPr>
          <p:cNvSpPr>
            <a:spLocks noGrp="1"/>
          </p:cNvSpPr>
          <p:nvPr>
            <p:ph type="title" hasCustomPrompt="1"/>
          </p:nvPr>
        </p:nvSpPr>
        <p:spPr>
          <a:xfrm>
            <a:off x="381149" y="1576573"/>
            <a:ext cx="7535632" cy="2221454"/>
          </a:xfrm>
        </p:spPr>
        <p:txBody>
          <a:bodyPr lIns="216000" tIns="0" anchor="ctr"/>
          <a:lstStyle>
            <a:lvl1pPr algn="l">
              <a:defRPr sz="5999" spc="0">
                <a:solidFill>
                  <a:schemeClr val="tx1"/>
                </a:solidFill>
              </a:defRPr>
            </a:lvl1pPr>
          </a:lstStyle>
          <a:p>
            <a:r>
              <a:rPr lang="en-US"/>
              <a:t>Place presentation title here</a:t>
            </a:r>
          </a:p>
        </p:txBody>
      </p:sp>
      <p:sp>
        <p:nvSpPr>
          <p:cNvPr id="15" name="Text Placeholder 16">
            <a:extLst>
              <a:ext uri="{FF2B5EF4-FFF2-40B4-BE49-F238E27FC236}">
                <a16:creationId xmlns:a16="http://schemas.microsoft.com/office/drawing/2014/main" id="{AACC0DD9-E6F2-43F7-98C3-98750D23CE0F}"/>
              </a:ext>
            </a:extLst>
          </p:cNvPr>
          <p:cNvSpPr>
            <a:spLocks noGrp="1"/>
          </p:cNvSpPr>
          <p:nvPr>
            <p:ph type="body" sz="quarter" idx="12" hasCustomPrompt="1"/>
          </p:nvPr>
        </p:nvSpPr>
        <p:spPr>
          <a:xfrm>
            <a:off x="384659" y="5269064"/>
            <a:ext cx="3633286" cy="578987"/>
          </a:xfrm>
        </p:spPr>
        <p:txBody>
          <a:bodyPr lIns="216000" tIns="0"/>
          <a:lstStyle>
            <a:lvl1pPr marL="0" indent="0" algn="l" defTabSz="913851" rtl="0" eaLnBrk="1" latinLnBrk="0" hangingPunct="1">
              <a:spcAft>
                <a:spcPts val="0"/>
              </a:spcAft>
              <a:buNone/>
              <a:defRPr lang="en-US" sz="1399" b="0" kern="1200" dirty="0" smtClean="0">
                <a:solidFill>
                  <a:schemeClr val="tx1"/>
                </a:solidFill>
                <a:latin typeface="+mn-lt"/>
                <a:ea typeface="+mn-ea"/>
                <a:cs typeface="+mn-cs"/>
              </a:defRPr>
            </a:lvl1pPr>
            <a:lvl2pPr marL="0" algn="l" defTabSz="913851" rtl="0" eaLnBrk="1" latinLnBrk="0" hangingPunct="1">
              <a:spcAft>
                <a:spcPts val="0"/>
              </a:spcAft>
              <a:defRPr lang="en-US" sz="1399" b="0" kern="1200" dirty="0" smtClean="0">
                <a:solidFill>
                  <a:schemeClr val="tx1"/>
                </a:solidFill>
                <a:latin typeface="+mn-lt"/>
                <a:ea typeface="+mn-ea"/>
                <a:cs typeface="+mn-cs"/>
              </a:defRPr>
            </a:lvl2pPr>
            <a:lvl3pPr marL="0" algn="l" defTabSz="913851" rtl="0" eaLnBrk="1" latinLnBrk="0" hangingPunct="1">
              <a:spcAft>
                <a:spcPts val="0"/>
              </a:spcAft>
              <a:defRPr lang="en-US" sz="1399" b="0" kern="1200" dirty="0" smtClean="0">
                <a:solidFill>
                  <a:schemeClr val="tx1"/>
                </a:solidFill>
                <a:latin typeface="+mn-lt"/>
                <a:ea typeface="+mn-ea"/>
                <a:cs typeface="+mn-cs"/>
              </a:defRPr>
            </a:lvl3pPr>
            <a:lvl4pPr marL="0" algn="l" defTabSz="913851" rtl="0" eaLnBrk="1" latinLnBrk="0" hangingPunct="1">
              <a:spcAft>
                <a:spcPts val="0"/>
              </a:spcAft>
              <a:defRPr lang="en-US" sz="1399" b="0" kern="1200" dirty="0" smtClean="0">
                <a:solidFill>
                  <a:schemeClr val="tx1"/>
                </a:solidFill>
                <a:latin typeface="+mn-lt"/>
                <a:ea typeface="+mn-ea"/>
                <a:cs typeface="+mn-cs"/>
              </a:defRPr>
            </a:lvl4pPr>
            <a:lvl5pPr marL="0" algn="l" defTabSz="913851" rtl="0" eaLnBrk="1" latinLnBrk="0" hangingPunct="1">
              <a:spcAft>
                <a:spcPts val="0"/>
              </a:spcAft>
              <a:defRPr lang="en-US" sz="1399" b="0" kern="1200" dirty="0" smtClean="0">
                <a:solidFill>
                  <a:schemeClr val="tx1"/>
                </a:solidFill>
                <a:latin typeface="+mn-lt"/>
                <a:ea typeface="+mn-ea"/>
                <a:cs typeface="+mn-cs"/>
              </a:defRPr>
            </a:lvl5pPr>
          </a:lstStyle>
          <a:p>
            <a:pPr lvl="0"/>
            <a:r>
              <a:rPr lang="en-US"/>
              <a:t>Date | Presenter 14pt</a:t>
            </a:r>
          </a:p>
        </p:txBody>
      </p:sp>
      <p:sp>
        <p:nvSpPr>
          <p:cNvPr id="16" name="Text Placeholder 15">
            <a:extLst>
              <a:ext uri="{FF2B5EF4-FFF2-40B4-BE49-F238E27FC236}">
                <a16:creationId xmlns:a16="http://schemas.microsoft.com/office/drawing/2014/main" id="{5405D00D-6F1C-4FF2-8D81-E01FEE7A4093}"/>
              </a:ext>
            </a:extLst>
          </p:cNvPr>
          <p:cNvSpPr>
            <a:spLocks noGrp="1"/>
          </p:cNvSpPr>
          <p:nvPr>
            <p:ph type="body" sz="quarter" idx="13" hasCustomPrompt="1"/>
          </p:nvPr>
        </p:nvSpPr>
        <p:spPr>
          <a:xfrm>
            <a:off x="384658" y="4061436"/>
            <a:ext cx="7532122" cy="1092846"/>
          </a:xfrm>
        </p:spPr>
        <p:txBody>
          <a:bodyPr vert="horz" lIns="216000" tIns="0" rIns="0" bIns="0" rtlCol="0">
            <a:noAutofit/>
          </a:bodyPr>
          <a:lstStyle>
            <a:lvl1pPr marL="0" indent="0" algn="l">
              <a:lnSpc>
                <a:spcPct val="90000"/>
              </a:lnSpc>
              <a:buNone/>
              <a:defRPr lang="en-US" sz="2399" b="0" i="0" kern="1200" spc="0" dirty="0">
                <a:solidFill>
                  <a:schemeClr val="tx1"/>
                </a:solidFill>
                <a:latin typeface="GT Sectra Fine Rg" panose="00000500000000000000" pitchFamily="50" charset="0"/>
                <a:ea typeface="+mn-ea"/>
                <a:cs typeface="+mn-cs"/>
              </a:defRPr>
            </a:lvl1pPr>
            <a:lvl2pPr marL="0" algn="ctr">
              <a:lnSpc>
                <a:spcPct val="90000"/>
              </a:lnSpc>
              <a:spcAft>
                <a:spcPts val="600"/>
              </a:spcAft>
              <a:defRPr lang="en-US" sz="2399" dirty="0" smtClean="0">
                <a:solidFill>
                  <a:srgbClr val="E6DCFF"/>
                </a:solidFill>
                <a:latin typeface="GT Sectra Fine Rg" panose="00000500000000000000" pitchFamily="50" charset="0"/>
              </a:defRPr>
            </a:lvl2pPr>
            <a:lvl3pPr marL="0" algn="ctr">
              <a:lnSpc>
                <a:spcPct val="90000"/>
              </a:lnSpc>
              <a:spcAft>
                <a:spcPts val="600"/>
              </a:spcAft>
              <a:defRPr lang="en-US" sz="2399" dirty="0" smtClean="0">
                <a:solidFill>
                  <a:srgbClr val="E6DCFF"/>
                </a:solidFill>
                <a:latin typeface="GT Sectra Fine Rg" panose="00000500000000000000" pitchFamily="50" charset="0"/>
              </a:defRPr>
            </a:lvl3pPr>
            <a:lvl4pPr marL="0" algn="ctr">
              <a:lnSpc>
                <a:spcPct val="90000"/>
              </a:lnSpc>
              <a:spcAft>
                <a:spcPts val="600"/>
              </a:spcAft>
              <a:defRPr lang="en-US" sz="2399" dirty="0" smtClean="0">
                <a:solidFill>
                  <a:srgbClr val="E6DCFF"/>
                </a:solidFill>
                <a:latin typeface="GT Sectra Fine Rg" panose="00000500000000000000" pitchFamily="50" charset="0"/>
              </a:defRPr>
            </a:lvl4pPr>
            <a:lvl5pPr marL="0" algn="ctr">
              <a:lnSpc>
                <a:spcPct val="90000"/>
              </a:lnSpc>
              <a:spcAft>
                <a:spcPts val="600"/>
              </a:spcAft>
              <a:defRPr lang="en-US" sz="2399" dirty="0">
                <a:solidFill>
                  <a:srgbClr val="E6DCFF"/>
                </a:solidFill>
                <a:latin typeface="GT Sectra Fine Rg" panose="00000500000000000000" pitchFamily="50" charset="0"/>
              </a:defRPr>
            </a:lvl5pPr>
          </a:lstStyle>
          <a:p>
            <a:pPr marL="0" lvl="0" indent="0" algn="l" defTabSz="913851" rtl="0" eaLnBrk="1" latinLnBrk="0" hangingPunct="1">
              <a:lnSpc>
                <a:spcPct val="100000"/>
              </a:lnSpc>
              <a:spcBef>
                <a:spcPts val="0"/>
              </a:spcBef>
              <a:spcAft>
                <a:spcPts val="0"/>
              </a:spcAft>
              <a:buFont typeface="Graphik" panose="020B0604020202020204" pitchFamily="34" charset="0"/>
              <a:buNone/>
            </a:pPr>
            <a:r>
              <a:rPr lang="en-US"/>
              <a:t>Place subtitle here in GT Sectra Fine </a:t>
            </a:r>
            <a:r>
              <a:rPr lang="en-US" err="1"/>
              <a:t>Rg</a:t>
            </a:r>
            <a:r>
              <a:rPr lang="en-US"/>
              <a:t> 24pt</a:t>
            </a:r>
          </a:p>
        </p:txBody>
      </p:sp>
      <p:sp>
        <p:nvSpPr>
          <p:cNvPr id="8" name="GTS_WH" descr="Accenture Greater Than symbol in white">
            <a:extLst>
              <a:ext uri="{FF2B5EF4-FFF2-40B4-BE49-F238E27FC236}">
                <a16:creationId xmlns:a16="http://schemas.microsoft.com/office/drawing/2014/main" id="{682008BE-5F14-4B8E-A48A-50A91A894158}"/>
              </a:ext>
            </a:extLst>
          </p:cNvPr>
          <p:cNvSpPr>
            <a:spLocks noChangeAspect="1"/>
          </p:cNvSpPr>
          <p:nvPr userDrawn="1"/>
        </p:nvSpPr>
        <p:spPr bwMode="black">
          <a:xfrm>
            <a:off x="10598321" y="5298015"/>
            <a:ext cx="923804" cy="1013886"/>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383" tIns="45691" rIns="91383" bIns="45691" numCol="1" anchor="t" anchorCtr="0" compatLnSpc="1">
            <a:prstTxWarp prst="textNoShape">
              <a:avLst/>
            </a:prstTxWarp>
          </a:bodyPr>
          <a:lstStyle/>
          <a:p>
            <a:endParaRPr lang="en-US" sz="1800">
              <a:latin typeface="Graphik Regular" panose="020B0503030202060203" pitchFamily="34" charset="-18"/>
            </a:endParaRPr>
          </a:p>
        </p:txBody>
      </p:sp>
      <p:sp>
        <p:nvSpPr>
          <p:cNvPr id="10" name="Footer Placeholder 2">
            <a:extLst>
              <a:ext uri="{FF2B5EF4-FFF2-40B4-BE49-F238E27FC236}">
                <a16:creationId xmlns:a16="http://schemas.microsoft.com/office/drawing/2014/main" id="{F3AE2C82-E9A7-4C2F-A9BE-CA54FE3ACA04}"/>
              </a:ext>
            </a:extLst>
          </p:cNvPr>
          <p:cNvSpPr>
            <a:spLocks noGrp="1"/>
          </p:cNvSpPr>
          <p:nvPr>
            <p:ph type="ftr" sz="quarter" idx="3"/>
          </p:nvPr>
        </p:nvSpPr>
        <p:spPr>
          <a:xfrm>
            <a:off x="584183" y="6452958"/>
            <a:ext cx="3176441" cy="132492"/>
          </a:xfrm>
          <a:prstGeom prst="rect">
            <a:avLst/>
          </a:prstGeom>
        </p:spPr>
        <p:txBody>
          <a:bodyPr lIns="0" tIns="0" rIns="0" bIns="0"/>
          <a:lstStyle>
            <a:lvl1pPr algn="r">
              <a:defRPr sz="800">
                <a:solidFill>
                  <a:schemeClr val="tx1">
                    <a:alpha val="50000"/>
                  </a:schemeClr>
                </a:solidFill>
              </a:defRPr>
            </a:lvl1pPr>
          </a:lstStyle>
          <a:p>
            <a:pPr algn="l"/>
            <a:r>
              <a:rPr lang="en-US">
                <a:latin typeface="Graphik Regular" panose="020B0503030202060203" pitchFamily="34" charset="-18"/>
              </a:rPr>
              <a:t>Copyright © 202</a:t>
            </a:r>
            <a:r>
              <a:rPr lang="pl-PL">
                <a:latin typeface="Graphik Regular" panose="020B0503030202060203" pitchFamily="34" charset="-18"/>
              </a:rPr>
              <a:t>2</a:t>
            </a:r>
            <a:r>
              <a:rPr lang="en-US">
                <a:latin typeface="Graphik Regular" panose="020B0503030202060203" pitchFamily="34" charset="-18"/>
              </a:rPr>
              <a:t> Accenture. All rights reserved.</a:t>
            </a:r>
          </a:p>
        </p:txBody>
      </p:sp>
    </p:spTree>
    <p:extLst>
      <p:ext uri="{BB962C8B-B14F-4D97-AF65-F5344CB8AC3E}">
        <p14:creationId xmlns:p14="http://schemas.microsoft.com/office/powerpoint/2010/main" val="38676769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C35E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Agenda">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1796CD18-ADDA-4A64-BDD0-F5A8D01FDD49}"/>
              </a:ext>
            </a:extLst>
          </p:cNvPr>
          <p:cNvSpPr>
            <a:spLocks noGrp="1"/>
          </p:cNvSpPr>
          <p:nvPr>
            <p:ph type="sldNum" sz="quarter" idx="57"/>
          </p:nvPr>
        </p:nvSpPr>
        <p:spPr/>
        <p:txBody>
          <a:bodyPr/>
          <a:lstStyle/>
          <a:p>
            <a:fld id="{1F90F471-3972-4120-B8B3-0237DE626C35}" type="slidenum">
              <a:rPr lang="en-US" smtClean="0"/>
              <a:pPr/>
              <a:t>‹#›</a:t>
            </a:fld>
            <a:endParaRPr lang="en-US"/>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a:lstStyle>
            <a:lvl1pPr>
              <a:defRPr/>
            </a:lvl1pPr>
          </a:lstStyle>
          <a:p>
            <a:r>
              <a:rPr lang="en-GB"/>
              <a:t>Agenda title</a:t>
            </a:r>
            <a:endParaRPr lang="en-US"/>
          </a:p>
        </p:txBody>
      </p:sp>
      <p:sp>
        <p:nvSpPr>
          <p:cNvPr id="7" name="Text Placeholder 2">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699330"/>
          </a:xfrm>
        </p:spPr>
        <p:txBody>
          <a:bodyPr/>
          <a:lstStyle>
            <a:lvl1pPr marL="0" indent="0">
              <a:lnSpc>
                <a:spcPct val="90000"/>
              </a:lnSpc>
              <a:buNone/>
              <a:defRPr sz="2400">
                <a:solidFill>
                  <a:schemeClr val="accent1"/>
                </a:solidFill>
                <a:latin typeface="GT Sectra Fine Rg" panose="00000500000000000000" pitchFamily="50" charset="0"/>
              </a:defRPr>
            </a:lvl1pPr>
            <a:lvl2pPr marL="0" indent="0">
              <a:buNone/>
              <a:defRPr sz="1800"/>
            </a:lvl2pPr>
            <a:lvl3pPr marL="228600">
              <a:buFont typeface="Graphik" panose="020B0604020202020204" pitchFamily="34" charset="0"/>
              <a:buChar char="•"/>
              <a:defRPr sz="1800"/>
            </a:lvl3pPr>
            <a:lvl4pPr marL="457200">
              <a:buFont typeface="Graphik"/>
              <a:buChar char="–"/>
              <a:defRPr sz="1600"/>
            </a:lvl4pPr>
            <a:lvl5pPr marL="685800">
              <a:buFont typeface="Graphik" panose="020B0604020202020204" pitchFamily="34" charset="0"/>
              <a:buChar char="•"/>
              <a:defRPr sz="1600"/>
            </a:lvl5pPr>
          </a:lstStyle>
          <a:p>
            <a:pPr lvl="0"/>
            <a:r>
              <a:rPr lang="en-GB"/>
              <a:t>Place subtitle here in GT Sectra Fine </a:t>
            </a:r>
            <a:r>
              <a:rPr lang="en-GB" err="1"/>
              <a:t>Rg</a:t>
            </a:r>
            <a:r>
              <a:rPr lang="en-GB"/>
              <a:t> 24pt</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6844028" cy="485340"/>
          </a:xfrm>
        </p:spPr>
        <p:txBody>
          <a:bodyPr anchor="ctr"/>
          <a:lstStyle>
            <a:lvl1pPr>
              <a:spcAft>
                <a:spcPts val="0"/>
              </a:spcAft>
              <a:buNone/>
              <a:defRPr sz="1600"/>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6844028" cy="485340"/>
          </a:xfrm>
        </p:spPr>
        <p:txBody>
          <a:bodyPr anchor="ctr"/>
          <a:lstStyle>
            <a:lvl1pPr>
              <a:spcAft>
                <a:spcPts val="0"/>
              </a:spcAft>
              <a:buNone/>
              <a:defRPr sz="1600"/>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6844028" cy="485340"/>
          </a:xfrm>
        </p:spPr>
        <p:txBody>
          <a:bodyPr anchor="ctr"/>
          <a:lstStyle>
            <a:lvl1pPr>
              <a:spcAft>
                <a:spcPts val="0"/>
              </a:spcAft>
              <a:buNone/>
              <a:defRPr sz="1600"/>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6844028" cy="485340"/>
          </a:xfrm>
        </p:spPr>
        <p:txBody>
          <a:bodyPr anchor="ctr"/>
          <a:lstStyle>
            <a:lvl1pPr>
              <a:spcAft>
                <a:spcPts val="0"/>
              </a:spcAft>
              <a:buNone/>
              <a:defRPr sz="1600"/>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6844028" cy="485340"/>
          </a:xfrm>
        </p:spPr>
        <p:txBody>
          <a:bodyPr anchor="ctr"/>
          <a:lstStyle>
            <a:lvl1pPr>
              <a:spcAft>
                <a:spcPts val="0"/>
              </a:spcAft>
              <a:buNone/>
              <a:defRPr sz="1600"/>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6844028" cy="485340"/>
          </a:xfrm>
        </p:spPr>
        <p:txBody>
          <a:bodyPr anchor="ctr"/>
          <a:lstStyle>
            <a:lvl1pPr>
              <a:spcAft>
                <a:spcPts val="0"/>
              </a:spcAft>
              <a:buNone/>
              <a:defRPr sz="1600"/>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6844028" cy="485340"/>
          </a:xfrm>
        </p:spPr>
        <p:txBody>
          <a:bodyPr anchor="ctr"/>
          <a:lstStyle>
            <a:lvl1pPr>
              <a:spcAft>
                <a:spcPts val="0"/>
              </a:spcAft>
              <a:buNone/>
              <a:defRPr sz="1600"/>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6844028" cy="485340"/>
          </a:xfrm>
        </p:spPr>
        <p:txBody>
          <a:bodyPr anchor="ctr"/>
          <a:lstStyle>
            <a:lvl1pPr>
              <a:spcAft>
                <a:spcPts val="0"/>
              </a:spcAft>
              <a:buNone/>
              <a:defRPr sz="1600"/>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448732"/>
            <a:ext cx="0" cy="621792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18987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Blank Only">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C645C3F4-990A-409E-8C92-F34D09443286}"/>
              </a:ext>
            </a:extLst>
          </p:cNvPr>
          <p:cNvSpPr>
            <a:spLocks noGrp="1"/>
          </p:cNvSpPr>
          <p:nvPr>
            <p:ph type="ftr" sz="quarter" idx="3"/>
          </p:nvPr>
        </p:nvSpPr>
        <p:spPr>
          <a:xfrm>
            <a:off x="8251825" y="6454453"/>
            <a:ext cx="3175200" cy="132523"/>
          </a:xfrm>
          <a:prstGeom prst="rect">
            <a:avLst/>
          </a:prstGeom>
        </p:spPr>
        <p:txBody>
          <a:bodyPr lIns="0" tIns="0" rIns="0" bIns="0"/>
          <a:lstStyle>
            <a:lvl1pPr algn="r">
              <a:defRPr sz="800">
                <a:solidFill>
                  <a:schemeClr val="tx1">
                    <a:alpha val="50000"/>
                  </a:schemeClr>
                </a:solidFill>
                <a:latin typeface="Graphik Regular" panose="020B0503030202060203" pitchFamily="34" charset="-18"/>
              </a:defRPr>
            </a:lvl1pPr>
          </a:lstStyle>
          <a:p>
            <a:r>
              <a:rPr lang="en-US"/>
              <a:t>Copyright © 202</a:t>
            </a:r>
            <a:r>
              <a:rPr lang="pl-PL"/>
              <a:t>2</a:t>
            </a:r>
            <a:r>
              <a:rPr lang="en-US"/>
              <a:t> Accenture. All rights reserved.</a:t>
            </a:r>
          </a:p>
        </p:txBody>
      </p:sp>
      <p:sp>
        <p:nvSpPr>
          <p:cNvPr id="3" name="Slide Number Placeholder 7">
            <a:extLst>
              <a:ext uri="{FF2B5EF4-FFF2-40B4-BE49-F238E27FC236}">
                <a16:creationId xmlns:a16="http://schemas.microsoft.com/office/drawing/2014/main" id="{F497B1C3-330F-43BB-BDB5-227E76496BB3}"/>
              </a:ext>
            </a:extLst>
          </p:cNvPr>
          <p:cNvSpPr>
            <a:spLocks noGrp="1"/>
          </p:cNvSpPr>
          <p:nvPr>
            <p:ph type="sldNum" sz="quarter" idx="4"/>
          </p:nvPr>
        </p:nvSpPr>
        <p:spPr>
          <a:xfrm>
            <a:off x="11427813" y="6454453"/>
            <a:ext cx="381600" cy="132523"/>
          </a:xfrm>
          <a:prstGeom prst="rect">
            <a:avLst/>
          </a:prstGeom>
        </p:spPr>
        <p:txBody>
          <a:bodyPr lIns="0" tIns="0" rIns="0" bIns="0"/>
          <a:lstStyle>
            <a:lvl1pPr algn="r">
              <a:defRPr sz="800">
                <a:solidFill>
                  <a:schemeClr val="tx1"/>
                </a:solidFill>
              </a:defRPr>
            </a:lvl1pPr>
          </a:lstStyle>
          <a:p>
            <a:fld id="{7F8EB60C-7CC2-49F0-B2EE-C81F067DE041}" type="slidenum">
              <a:rPr lang="en-US" smtClean="0"/>
              <a:pPr/>
              <a:t>‹#›</a:t>
            </a:fld>
            <a:endParaRPr lang="en-US"/>
          </a:p>
        </p:txBody>
      </p:sp>
    </p:spTree>
    <p:extLst>
      <p:ext uri="{BB962C8B-B14F-4D97-AF65-F5344CB8AC3E}">
        <p14:creationId xmlns:p14="http://schemas.microsoft.com/office/powerpoint/2010/main" val="19669077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Title and Content-N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4DE24-0E27-5234-F9A9-9C650158CE07}"/>
              </a:ext>
            </a:extLst>
          </p:cNvPr>
          <p:cNvSpPr>
            <a:spLocks noGrp="1"/>
          </p:cNvSpPr>
          <p:nvPr>
            <p:ph type="title" hasCustomPrompt="1"/>
          </p:nvPr>
        </p:nvSpPr>
        <p:spPr>
          <a:xfrm>
            <a:off x="366713" y="381000"/>
            <a:ext cx="11430000" cy="804672"/>
          </a:xfrm>
          <a:prstGeom prst="rect">
            <a:avLst/>
          </a:prstGeom>
        </p:spPr>
        <p:txBody>
          <a:bodyPr anchor="t"/>
          <a:lstStyle>
            <a:lvl1pPr>
              <a:defRPr/>
            </a:lvl1pPr>
          </a:lstStyle>
          <a:p>
            <a:r>
              <a:rPr lang="en-US"/>
              <a:t>Title</a:t>
            </a:r>
          </a:p>
        </p:txBody>
      </p:sp>
      <p:sp>
        <p:nvSpPr>
          <p:cNvPr id="3" name="Content Placeholder 2">
            <a:extLst>
              <a:ext uri="{FF2B5EF4-FFF2-40B4-BE49-F238E27FC236}">
                <a16:creationId xmlns:a16="http://schemas.microsoft.com/office/drawing/2014/main" id="{281A24C2-E763-2DC8-277F-69663F1E9D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084953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Long Headline-subtitle">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223A3732-1824-4554-A3CD-6CF057C86983}"/>
              </a:ext>
            </a:extLst>
          </p:cNvPr>
          <p:cNvGraphicFramePr>
            <a:graphicFrameLocks noChangeAspect="1"/>
          </p:cNvGraphicFramePr>
          <p:nvPr userDrawn="1">
            <p:custDataLst>
              <p:tags r:id="rId1"/>
            </p:custDataLst>
            <p:extLst>
              <p:ext uri="{D42A27DB-BD31-4B8C-83A1-F6EECF244321}">
                <p14:modId xmlns:p14="http://schemas.microsoft.com/office/powerpoint/2010/main" val="1903301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6" name="Object 5" hidden="1">
                        <a:extLst>
                          <a:ext uri="{FF2B5EF4-FFF2-40B4-BE49-F238E27FC236}">
                            <a16:creationId xmlns:a16="http://schemas.microsoft.com/office/drawing/2014/main" id="{223A3732-1824-4554-A3CD-6CF057C8698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09EC595-3BDB-489C-AB5C-4C48BF9B07CB}"/>
              </a:ext>
            </a:extLst>
          </p:cNvPr>
          <p:cNvSpPr>
            <a:spLocks noGrp="1"/>
          </p:cNvSpPr>
          <p:nvPr>
            <p:ph type="title"/>
          </p:nvPr>
        </p:nvSpPr>
        <p:spPr>
          <a:xfrm>
            <a:off x="381000" y="381000"/>
            <a:ext cx="11430000" cy="800100"/>
          </a:xfrm>
        </p:spPr>
        <p:txBody>
          <a:bodyPr vert="horz"/>
          <a:lstStyle>
            <a:lvl1pPr>
              <a:defRPr sz="3200"/>
            </a:lvl1pPr>
          </a:lstStyle>
          <a:p>
            <a:endParaRPr lang="en-US"/>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p:nvPr>
        </p:nvSpPr>
        <p:spPr>
          <a:xfrm>
            <a:off x="381000" y="906988"/>
            <a:ext cx="11430000" cy="384048"/>
          </a:xfrm>
        </p:spPr>
        <p:txBody>
          <a:bodyPr anchor="t"/>
          <a:lstStyle>
            <a:lvl1pPr marL="0" indent="0">
              <a:spcAft>
                <a:spcPts val="0"/>
              </a:spcAft>
              <a:buNone/>
              <a:defRPr>
                <a:solidFill>
                  <a:schemeClr val="accent1"/>
                </a:solidFill>
                <a:latin typeface="+mn-lt"/>
              </a:defRPr>
            </a:lvl1pPr>
          </a:lstStyle>
          <a:p>
            <a:pPr lvl="0"/>
            <a:endParaRPr lang="en-US"/>
          </a:p>
        </p:txBody>
      </p:sp>
      <p:sp>
        <p:nvSpPr>
          <p:cNvPr id="7" name="Footer Placeholder 3">
            <a:extLst>
              <a:ext uri="{FF2B5EF4-FFF2-40B4-BE49-F238E27FC236}">
                <a16:creationId xmlns:a16="http://schemas.microsoft.com/office/drawing/2014/main" id="{D81D62B4-50F4-4143-BFCC-F5508365C8BA}"/>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r>
              <a:rPr lang="en-GB"/>
              <a:t>Copyright © 2022 Accenture. All rights reserved.</a:t>
            </a:r>
          </a:p>
        </p:txBody>
      </p:sp>
      <p:sp>
        <p:nvSpPr>
          <p:cNvPr id="3" name="Slide Number Placeholder 2">
            <a:extLst>
              <a:ext uri="{FF2B5EF4-FFF2-40B4-BE49-F238E27FC236}">
                <a16:creationId xmlns:a16="http://schemas.microsoft.com/office/drawing/2014/main" id="{9F7CFBA7-F1B1-4FF3-932C-7525FBDA5B5C}"/>
              </a:ext>
            </a:extLst>
          </p:cNvPr>
          <p:cNvSpPr>
            <a:spLocks noGrp="1"/>
          </p:cNvSpPr>
          <p:nvPr>
            <p:ph type="sldNum" sz="quarter" idx="12"/>
          </p:nvPr>
        </p:nvSpPr>
        <p:spPr>
          <a:xfrm>
            <a:off x="11429998" y="6477001"/>
            <a:ext cx="381001" cy="207843"/>
          </a:xfrm>
          <a:prstGeom prst="rect">
            <a:avLst/>
          </a:prstGeom>
        </p:spPr>
        <p:txBody>
          <a:bodyPr/>
          <a:lstStyle/>
          <a:p>
            <a:fld id="{1F90F471-3972-4120-B8B3-0237DE626C35}" type="slidenum">
              <a:rPr lang="en-US" smtClean="0"/>
              <a:pPr/>
              <a:t>‹#›</a:t>
            </a:fld>
            <a:endParaRPr lang="en-US"/>
          </a:p>
        </p:txBody>
      </p:sp>
    </p:spTree>
    <p:extLst>
      <p:ext uri="{BB962C8B-B14F-4D97-AF65-F5344CB8AC3E}">
        <p14:creationId xmlns:p14="http://schemas.microsoft.com/office/powerpoint/2010/main" val="2054645848"/>
      </p:ext>
    </p:extLst>
  </p:cSld>
  <p:clrMapOvr>
    <a:masterClrMapping/>
  </p:clrMapOvr>
  <p:extLst>
    <p:ext uri="{DCECCB84-F9BA-43D5-87BE-67443E8EF086}">
      <p15:sldGuideLst xmlns:p15="http://schemas.microsoft.com/office/powerpoint/2012/main">
        <p15:guide id="1" orient="horz" pos="932">
          <p15:clr>
            <a:srgbClr val="547EB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tandard Layout Title Subtit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750BA6-3BD3-43D4-92C6-A1A38869B2D7}"/>
              </a:ext>
            </a:extLst>
          </p:cNvPr>
          <p:cNvSpPr>
            <a:spLocks noGrp="1"/>
          </p:cNvSpPr>
          <p:nvPr>
            <p:ph type="title"/>
          </p:nvPr>
        </p:nvSpPr>
        <p:spPr>
          <a:xfrm>
            <a:off x="381000" y="381000"/>
            <a:ext cx="11430000" cy="705803"/>
          </a:xfrm>
        </p:spPr>
        <p:txBody>
          <a:bodyPr/>
          <a:lstStyle>
            <a:lvl1pPr>
              <a:defRPr/>
            </a:lvl1pPr>
          </a:lstStyle>
          <a:p>
            <a:r>
              <a:rPr lang="de-DE" dirty="0"/>
              <a:t>Mastertitelformat bearbeiten</a:t>
            </a:r>
          </a:p>
        </p:txBody>
      </p:sp>
      <p:sp>
        <p:nvSpPr>
          <p:cNvPr id="3" name="Foliennummernplatzhalter 2">
            <a:extLst>
              <a:ext uri="{FF2B5EF4-FFF2-40B4-BE49-F238E27FC236}">
                <a16:creationId xmlns:a16="http://schemas.microsoft.com/office/drawing/2014/main" id="{1CEEAADB-4671-465D-AE09-CF767FAB5707}"/>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
        <p:nvSpPr>
          <p:cNvPr id="9" name="Textplatzhalter 8">
            <a:extLst>
              <a:ext uri="{FF2B5EF4-FFF2-40B4-BE49-F238E27FC236}">
                <a16:creationId xmlns:a16="http://schemas.microsoft.com/office/drawing/2014/main" id="{9B60DBB4-A363-4BD4-9110-F76AE704582C}"/>
              </a:ext>
            </a:extLst>
          </p:cNvPr>
          <p:cNvSpPr>
            <a:spLocks noGrp="1"/>
          </p:cNvSpPr>
          <p:nvPr>
            <p:ph type="body" sz="quarter" idx="12"/>
          </p:nvPr>
        </p:nvSpPr>
        <p:spPr>
          <a:xfrm>
            <a:off x="381000" y="1086803"/>
            <a:ext cx="11430000" cy="288925"/>
          </a:xfrm>
        </p:spPr>
        <p:txBody>
          <a:bodyPr>
            <a:noAutofit/>
          </a:bodyPr>
          <a:lstStyle>
            <a:lvl1pPr>
              <a:lnSpc>
                <a:spcPct val="80000"/>
              </a:lnSpc>
              <a:defRPr sz="2000" b="1">
                <a:solidFill>
                  <a:schemeClr val="accent1"/>
                </a:solidFill>
              </a:defRPr>
            </a:lvl1pPr>
          </a:lstStyle>
          <a:p>
            <a:pPr lvl="0"/>
            <a:r>
              <a:rPr lang="de-DE" dirty="0"/>
              <a:t>Mastertextformat bearbeiten</a:t>
            </a:r>
          </a:p>
        </p:txBody>
      </p:sp>
    </p:spTree>
    <p:extLst>
      <p:ext uri="{BB962C8B-B14F-4D97-AF65-F5344CB8AC3E}">
        <p14:creationId xmlns:p14="http://schemas.microsoft.com/office/powerpoint/2010/main" val="2676357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tandard Layout Title Subtitl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750BA6-3BD3-43D4-92C6-A1A38869B2D7}"/>
              </a:ext>
            </a:extLst>
          </p:cNvPr>
          <p:cNvSpPr>
            <a:spLocks noGrp="1"/>
          </p:cNvSpPr>
          <p:nvPr>
            <p:ph type="title"/>
          </p:nvPr>
        </p:nvSpPr>
        <p:spPr>
          <a:xfrm>
            <a:off x="381000" y="381000"/>
            <a:ext cx="11430000" cy="705803"/>
          </a:xfrm>
        </p:spPr>
        <p:txBody>
          <a:bodyPr/>
          <a:lstStyle/>
          <a:p>
            <a:r>
              <a:rPr lang="de-DE" dirty="0"/>
              <a:t>Mastertitelformat bearbeiten</a:t>
            </a:r>
          </a:p>
        </p:txBody>
      </p:sp>
      <p:sp>
        <p:nvSpPr>
          <p:cNvPr id="3" name="Foliennummernplatzhalter 2">
            <a:extLst>
              <a:ext uri="{FF2B5EF4-FFF2-40B4-BE49-F238E27FC236}">
                <a16:creationId xmlns:a16="http://schemas.microsoft.com/office/drawing/2014/main" id="{1CEEAADB-4671-465D-AE09-CF767FAB5707}"/>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
        <p:nvSpPr>
          <p:cNvPr id="6" name="Textplatzhalter 5">
            <a:extLst>
              <a:ext uri="{FF2B5EF4-FFF2-40B4-BE49-F238E27FC236}">
                <a16:creationId xmlns:a16="http://schemas.microsoft.com/office/drawing/2014/main" id="{3F7D01DB-9EBF-4251-A87F-391D09060E4B}"/>
              </a:ext>
            </a:extLst>
          </p:cNvPr>
          <p:cNvSpPr>
            <a:spLocks noGrp="1"/>
          </p:cNvSpPr>
          <p:nvPr>
            <p:ph type="body" sz="quarter" idx="11"/>
          </p:nvPr>
        </p:nvSpPr>
        <p:spPr>
          <a:xfrm>
            <a:off x="381000" y="1671383"/>
            <a:ext cx="11429999" cy="4602418"/>
          </a:xfrm>
        </p:spPr>
        <p:txBody>
          <a:bodyPr>
            <a:noAutofit/>
          </a:bodyPr>
          <a:lstStyle>
            <a:lvl1pPr>
              <a:defRPr sz="1600" b="0"/>
            </a:lvl1pPr>
            <a:lvl2pPr>
              <a:defRPr sz="1400"/>
            </a:lvl2pPr>
            <a:lvl3pPr>
              <a:defRPr sz="1400"/>
            </a:lvl3pPr>
            <a:lvl4pPr>
              <a:defRPr sz="1400"/>
            </a:lvl4pPr>
            <a:lvl5pPr>
              <a:defRPr sz="14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Textplatzhalter 8">
            <a:extLst>
              <a:ext uri="{FF2B5EF4-FFF2-40B4-BE49-F238E27FC236}">
                <a16:creationId xmlns:a16="http://schemas.microsoft.com/office/drawing/2014/main" id="{9B60DBB4-A363-4BD4-9110-F76AE704582C}"/>
              </a:ext>
            </a:extLst>
          </p:cNvPr>
          <p:cNvSpPr>
            <a:spLocks noGrp="1"/>
          </p:cNvSpPr>
          <p:nvPr>
            <p:ph type="body" sz="quarter" idx="12"/>
          </p:nvPr>
        </p:nvSpPr>
        <p:spPr>
          <a:xfrm>
            <a:off x="381000" y="1086803"/>
            <a:ext cx="11430000" cy="288925"/>
          </a:xfrm>
        </p:spPr>
        <p:txBody>
          <a:bodyPr>
            <a:noAutofit/>
          </a:bodyPr>
          <a:lstStyle>
            <a:lvl1pPr>
              <a:lnSpc>
                <a:spcPct val="80000"/>
              </a:lnSpc>
              <a:defRPr sz="2000" b="1">
                <a:solidFill>
                  <a:schemeClr val="accent1"/>
                </a:solidFill>
              </a:defRPr>
            </a:lvl1pPr>
          </a:lstStyle>
          <a:p>
            <a:pPr lvl="0"/>
            <a:r>
              <a:rPr lang="de-DE" dirty="0"/>
              <a:t>Mastertextformat bearbeiten</a:t>
            </a:r>
          </a:p>
        </p:txBody>
      </p:sp>
    </p:spTree>
    <p:extLst>
      <p:ext uri="{BB962C8B-B14F-4D97-AF65-F5344CB8AC3E}">
        <p14:creationId xmlns:p14="http://schemas.microsoft.com/office/powerpoint/2010/main" val="41286153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s Standard Layout Title Subtitl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750BA6-3BD3-43D4-92C6-A1A38869B2D7}"/>
              </a:ext>
            </a:extLst>
          </p:cNvPr>
          <p:cNvSpPr>
            <a:spLocks noGrp="1"/>
          </p:cNvSpPr>
          <p:nvPr>
            <p:ph type="title"/>
          </p:nvPr>
        </p:nvSpPr>
        <p:spPr/>
        <p:txBody>
          <a:bodyPr/>
          <a:lstStyle/>
          <a:p>
            <a:r>
              <a:rPr lang="de-DE" dirty="0"/>
              <a:t>Mastertitelformat bearbeiten</a:t>
            </a:r>
          </a:p>
        </p:txBody>
      </p:sp>
      <p:sp>
        <p:nvSpPr>
          <p:cNvPr id="3" name="Foliennummernplatzhalter 2">
            <a:extLst>
              <a:ext uri="{FF2B5EF4-FFF2-40B4-BE49-F238E27FC236}">
                <a16:creationId xmlns:a16="http://schemas.microsoft.com/office/drawing/2014/main" id="{1CEEAADB-4671-465D-AE09-CF767FAB5707}"/>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
        <p:nvSpPr>
          <p:cNvPr id="6" name="Textplatzhalter 5">
            <a:extLst>
              <a:ext uri="{FF2B5EF4-FFF2-40B4-BE49-F238E27FC236}">
                <a16:creationId xmlns:a16="http://schemas.microsoft.com/office/drawing/2014/main" id="{3F7D01DB-9EBF-4251-A87F-391D09060E4B}"/>
              </a:ext>
            </a:extLst>
          </p:cNvPr>
          <p:cNvSpPr>
            <a:spLocks noGrp="1"/>
          </p:cNvSpPr>
          <p:nvPr>
            <p:ph type="body" sz="quarter" idx="11"/>
          </p:nvPr>
        </p:nvSpPr>
        <p:spPr>
          <a:xfrm>
            <a:off x="381000" y="1671383"/>
            <a:ext cx="5643563" cy="4602418"/>
          </a:xfrm>
        </p:spPr>
        <p:txBody>
          <a:bodyPr/>
          <a:lstStyle>
            <a:lvl1pPr>
              <a:defRPr sz="1600" b="0"/>
            </a:lvl1pPr>
            <a:lvl2pPr>
              <a:defRPr sz="1400"/>
            </a:lvl2pPr>
            <a:lvl3pPr>
              <a:defRPr sz="1400"/>
            </a:lvl3pPr>
            <a:lvl4pPr>
              <a:defRPr sz="1400"/>
            </a:lvl4pPr>
            <a:lvl5pPr>
              <a:defRPr sz="14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Textplatzhalter 8">
            <a:extLst>
              <a:ext uri="{FF2B5EF4-FFF2-40B4-BE49-F238E27FC236}">
                <a16:creationId xmlns:a16="http://schemas.microsoft.com/office/drawing/2014/main" id="{9B60DBB4-A363-4BD4-9110-F76AE704582C}"/>
              </a:ext>
            </a:extLst>
          </p:cNvPr>
          <p:cNvSpPr>
            <a:spLocks noGrp="1"/>
          </p:cNvSpPr>
          <p:nvPr>
            <p:ph type="body" sz="quarter" idx="12"/>
          </p:nvPr>
        </p:nvSpPr>
        <p:spPr>
          <a:xfrm>
            <a:off x="381000" y="1086803"/>
            <a:ext cx="11430000" cy="288925"/>
          </a:xfrm>
        </p:spPr>
        <p:txBody>
          <a:bodyPr>
            <a:noAutofit/>
          </a:bodyPr>
          <a:lstStyle>
            <a:lvl1pPr>
              <a:lnSpc>
                <a:spcPct val="80000"/>
              </a:lnSpc>
              <a:defRPr sz="2000" b="1">
                <a:solidFill>
                  <a:schemeClr val="accent1"/>
                </a:solidFill>
              </a:defRPr>
            </a:lvl1pPr>
          </a:lstStyle>
          <a:p>
            <a:pPr lvl="0"/>
            <a:r>
              <a:rPr lang="de-DE" dirty="0"/>
              <a:t>Mastertextformat bearbeiten</a:t>
            </a:r>
          </a:p>
        </p:txBody>
      </p:sp>
      <p:sp>
        <p:nvSpPr>
          <p:cNvPr id="11" name="Textplatzhalter 10">
            <a:extLst>
              <a:ext uri="{FF2B5EF4-FFF2-40B4-BE49-F238E27FC236}">
                <a16:creationId xmlns:a16="http://schemas.microsoft.com/office/drawing/2014/main" id="{CC6140CD-3C09-4F41-8C9C-FA8BF2E39417}"/>
              </a:ext>
            </a:extLst>
          </p:cNvPr>
          <p:cNvSpPr>
            <a:spLocks noGrp="1"/>
          </p:cNvSpPr>
          <p:nvPr>
            <p:ph type="body" sz="quarter" idx="13"/>
          </p:nvPr>
        </p:nvSpPr>
        <p:spPr>
          <a:xfrm>
            <a:off x="6167438" y="1667257"/>
            <a:ext cx="5643562" cy="4602418"/>
          </a:xfrm>
        </p:spPr>
        <p:txBody>
          <a:bodyPr/>
          <a:lstStyle>
            <a:lvl1pPr>
              <a:defRPr sz="1600"/>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41367195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 Columns Standard Layout Title Subtitl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750BA6-3BD3-43D4-92C6-A1A38869B2D7}"/>
              </a:ext>
            </a:extLst>
          </p:cNvPr>
          <p:cNvSpPr>
            <a:spLocks noGrp="1"/>
          </p:cNvSpPr>
          <p:nvPr>
            <p:ph type="title"/>
          </p:nvPr>
        </p:nvSpPr>
        <p:spPr/>
        <p:txBody>
          <a:bodyPr/>
          <a:lstStyle/>
          <a:p>
            <a:r>
              <a:rPr lang="de-DE" dirty="0"/>
              <a:t>Mastertitelformat bearbeiten</a:t>
            </a:r>
          </a:p>
        </p:txBody>
      </p:sp>
      <p:sp>
        <p:nvSpPr>
          <p:cNvPr id="3" name="Foliennummernplatzhalter 2">
            <a:extLst>
              <a:ext uri="{FF2B5EF4-FFF2-40B4-BE49-F238E27FC236}">
                <a16:creationId xmlns:a16="http://schemas.microsoft.com/office/drawing/2014/main" id="{1CEEAADB-4671-465D-AE09-CF767FAB5707}"/>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
        <p:nvSpPr>
          <p:cNvPr id="6" name="Textplatzhalter 5">
            <a:extLst>
              <a:ext uri="{FF2B5EF4-FFF2-40B4-BE49-F238E27FC236}">
                <a16:creationId xmlns:a16="http://schemas.microsoft.com/office/drawing/2014/main" id="{3F7D01DB-9EBF-4251-A87F-391D09060E4B}"/>
              </a:ext>
            </a:extLst>
          </p:cNvPr>
          <p:cNvSpPr>
            <a:spLocks noGrp="1"/>
          </p:cNvSpPr>
          <p:nvPr>
            <p:ph type="body" sz="quarter" idx="11"/>
          </p:nvPr>
        </p:nvSpPr>
        <p:spPr>
          <a:xfrm>
            <a:off x="381000" y="1671383"/>
            <a:ext cx="3620043" cy="4604149"/>
          </a:xfrm>
        </p:spPr>
        <p:txBody>
          <a:bodyPr/>
          <a:lstStyle>
            <a:lvl1pPr>
              <a:defRPr sz="1600" b="0"/>
            </a:lvl1pPr>
            <a:lvl2pPr>
              <a:defRPr sz="1400"/>
            </a:lvl2pPr>
            <a:lvl3pPr>
              <a:defRPr sz="1400"/>
            </a:lvl3pPr>
            <a:lvl4pPr>
              <a:defRPr sz="1400"/>
            </a:lvl4pPr>
            <a:lvl5pPr>
              <a:defRPr sz="14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Textplatzhalter 8">
            <a:extLst>
              <a:ext uri="{FF2B5EF4-FFF2-40B4-BE49-F238E27FC236}">
                <a16:creationId xmlns:a16="http://schemas.microsoft.com/office/drawing/2014/main" id="{9B60DBB4-A363-4BD4-9110-F76AE704582C}"/>
              </a:ext>
            </a:extLst>
          </p:cNvPr>
          <p:cNvSpPr>
            <a:spLocks noGrp="1"/>
          </p:cNvSpPr>
          <p:nvPr>
            <p:ph type="body" sz="quarter" idx="12"/>
          </p:nvPr>
        </p:nvSpPr>
        <p:spPr>
          <a:xfrm>
            <a:off x="381000" y="1086803"/>
            <a:ext cx="11430000" cy="288925"/>
          </a:xfrm>
        </p:spPr>
        <p:txBody>
          <a:bodyPr>
            <a:noAutofit/>
          </a:bodyPr>
          <a:lstStyle>
            <a:lvl1pPr>
              <a:lnSpc>
                <a:spcPct val="80000"/>
              </a:lnSpc>
              <a:defRPr sz="2000" b="1">
                <a:solidFill>
                  <a:schemeClr val="accent1"/>
                </a:solidFill>
              </a:defRPr>
            </a:lvl1pPr>
          </a:lstStyle>
          <a:p>
            <a:pPr lvl="0"/>
            <a:r>
              <a:rPr lang="de-DE" dirty="0"/>
              <a:t>Mastertextformat bearbeiten</a:t>
            </a:r>
          </a:p>
        </p:txBody>
      </p:sp>
      <p:sp>
        <p:nvSpPr>
          <p:cNvPr id="11" name="Textplatzhalter 10">
            <a:extLst>
              <a:ext uri="{FF2B5EF4-FFF2-40B4-BE49-F238E27FC236}">
                <a16:creationId xmlns:a16="http://schemas.microsoft.com/office/drawing/2014/main" id="{CC6140CD-3C09-4F41-8C9C-FA8BF2E39417}"/>
              </a:ext>
            </a:extLst>
          </p:cNvPr>
          <p:cNvSpPr>
            <a:spLocks noGrp="1"/>
          </p:cNvSpPr>
          <p:nvPr>
            <p:ph type="body" sz="quarter" idx="13"/>
          </p:nvPr>
        </p:nvSpPr>
        <p:spPr>
          <a:xfrm>
            <a:off x="4284933" y="1671383"/>
            <a:ext cx="3620043" cy="4608512"/>
          </a:xfrm>
        </p:spPr>
        <p:txBody>
          <a:bodyPr/>
          <a:lstStyle>
            <a:lvl1pPr>
              <a:defRPr sz="1600"/>
            </a:lvl1pPr>
            <a:lvl2pPr>
              <a:defRPr sz="1400"/>
            </a:lvl2pPr>
            <a:lvl3pPr>
              <a:defRPr sz="1400"/>
            </a:lvl3pPr>
            <a:lvl4pPr>
              <a:defRPr sz="1400"/>
            </a:lvl4pPr>
            <a:lvl5pPr>
              <a:defRPr sz="14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4">
            <a:extLst>
              <a:ext uri="{FF2B5EF4-FFF2-40B4-BE49-F238E27FC236}">
                <a16:creationId xmlns:a16="http://schemas.microsoft.com/office/drawing/2014/main" id="{6EE10A5B-DD9B-429C-B6F9-C07A0C81A6CA}"/>
              </a:ext>
            </a:extLst>
          </p:cNvPr>
          <p:cNvSpPr>
            <a:spLocks noGrp="1"/>
          </p:cNvSpPr>
          <p:nvPr>
            <p:ph type="body" sz="quarter" idx="14"/>
          </p:nvPr>
        </p:nvSpPr>
        <p:spPr>
          <a:xfrm>
            <a:off x="8188868" y="1671383"/>
            <a:ext cx="3620043" cy="4608512"/>
          </a:xfrm>
        </p:spPr>
        <p:txBody>
          <a:bodyPr/>
          <a:lstStyle>
            <a:lvl1pPr>
              <a:defRPr sz="1600"/>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5387956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869570"/>
          </a:xfrm>
        </p:spPr>
        <p:txBody>
          <a:bodyPr/>
          <a:lstStyle>
            <a:lvl1pPr marL="0" indent="0">
              <a:lnSpc>
                <a:spcPct val="90000"/>
              </a:lnSpc>
              <a:buNone/>
              <a:defRPr sz="2400">
                <a:solidFill>
                  <a:schemeClr val="accent1"/>
                </a:solidFill>
                <a:latin typeface="GT Sectra Fine Rg" panose="00000500000000000000" pitchFamily="50" charset="0"/>
              </a:defRPr>
            </a:lvl1pPr>
            <a:lvl2pPr marL="0" indent="0">
              <a:buNone/>
              <a:defRPr sz="1800"/>
            </a:lvl2pPr>
            <a:lvl3pPr marL="228600">
              <a:buFont typeface="Arial" panose="020B0604020202020204" pitchFamily="34" charset="0"/>
              <a:buChar char="•"/>
              <a:defRPr sz="1800"/>
            </a:lvl3pPr>
            <a:lvl4pPr marL="457200">
              <a:buFont typeface="System Font"/>
              <a:buChar char="–"/>
              <a:defRPr sz="1600"/>
            </a:lvl4pPr>
            <a:lvl5pPr marL="685800">
              <a:buFont typeface="Arial" panose="020B0604020202020204" pitchFamily="34" charset="0"/>
              <a:buChar char="•"/>
              <a:defRPr sz="1600"/>
            </a:lvl5pPr>
          </a:lstStyle>
          <a:p>
            <a:pPr lvl="0"/>
            <a:r>
              <a:rPr lang="en-US" dirty="0"/>
              <a:t>Place agenda summary here in GT Sectra Fine</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a:lstStyle/>
          <a:p>
            <a:r>
              <a:rPr lang="en-GB" dirty="0"/>
              <a:t>Agenda</a:t>
            </a:r>
            <a:endParaRPr lang="en-US" dirty="0"/>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2953039" cy="485340"/>
          </a:xfrm>
        </p:spPr>
        <p:txBody>
          <a:bodyPr anchor="ctr"/>
          <a:lstStyle>
            <a:lvl1pPr>
              <a:spcAft>
                <a:spcPts val="0"/>
              </a:spcAft>
              <a:defRPr sz="1600"/>
            </a:lvl1pPr>
          </a:lstStyle>
          <a:p>
            <a:pPr lvl="0"/>
            <a:r>
              <a:rPr lang="en-GB" dirty="0"/>
              <a:t>Agenda item</a:t>
            </a:r>
            <a:endParaRPr lang="en-US" dirty="0"/>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2953039" cy="485340"/>
          </a:xfrm>
        </p:spPr>
        <p:txBody>
          <a:bodyPr anchor="ctr"/>
          <a:lstStyle>
            <a:lvl1pPr>
              <a:spcAft>
                <a:spcPts val="0"/>
              </a:spcAft>
              <a:defRPr sz="1600"/>
            </a:lvl1pPr>
          </a:lstStyle>
          <a:p>
            <a:pPr lvl="0"/>
            <a:r>
              <a:rPr lang="en-GB" dirty="0"/>
              <a:t>Agenda item</a:t>
            </a:r>
            <a:endParaRPr lang="en-US" dirty="0"/>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2953039" cy="485340"/>
          </a:xfrm>
        </p:spPr>
        <p:txBody>
          <a:bodyPr anchor="ctr"/>
          <a:lstStyle>
            <a:lvl1pPr>
              <a:spcAft>
                <a:spcPts val="0"/>
              </a:spcAft>
              <a:defRPr sz="1600"/>
            </a:lvl1pPr>
          </a:lstStyle>
          <a:p>
            <a:pPr lvl="0"/>
            <a:r>
              <a:rPr lang="en-GB" dirty="0"/>
              <a:t>Agenda item</a:t>
            </a:r>
            <a:endParaRPr lang="en-US" dirty="0"/>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2953039" cy="485340"/>
          </a:xfrm>
        </p:spPr>
        <p:txBody>
          <a:bodyPr anchor="ctr"/>
          <a:lstStyle>
            <a:lvl1pPr>
              <a:spcAft>
                <a:spcPts val="0"/>
              </a:spcAft>
              <a:defRPr sz="1600"/>
            </a:lvl1pPr>
          </a:lstStyle>
          <a:p>
            <a:pPr lvl="0"/>
            <a:r>
              <a:rPr lang="en-GB" dirty="0"/>
              <a:t>Agenda item</a:t>
            </a:r>
            <a:endParaRPr lang="en-US" dirty="0"/>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2953039" cy="485340"/>
          </a:xfrm>
        </p:spPr>
        <p:txBody>
          <a:bodyPr anchor="ctr"/>
          <a:lstStyle>
            <a:lvl1pPr>
              <a:spcAft>
                <a:spcPts val="0"/>
              </a:spcAft>
              <a:defRPr sz="1600"/>
            </a:lvl1pPr>
          </a:lstStyle>
          <a:p>
            <a:pPr lvl="0"/>
            <a:r>
              <a:rPr lang="en-GB" dirty="0"/>
              <a:t>Agenda item</a:t>
            </a:r>
            <a:endParaRPr lang="en-US" dirty="0"/>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2953039" cy="485340"/>
          </a:xfrm>
        </p:spPr>
        <p:txBody>
          <a:bodyPr anchor="ctr"/>
          <a:lstStyle>
            <a:lvl1pPr>
              <a:spcAft>
                <a:spcPts val="0"/>
              </a:spcAft>
              <a:defRPr sz="1600"/>
            </a:lvl1pPr>
          </a:lstStyle>
          <a:p>
            <a:pPr lvl="0"/>
            <a:r>
              <a:rPr lang="en-GB" dirty="0"/>
              <a:t>Agenda item</a:t>
            </a:r>
            <a:endParaRPr lang="en-US" dirty="0"/>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2953039" cy="485340"/>
          </a:xfrm>
        </p:spPr>
        <p:txBody>
          <a:bodyPr anchor="ctr"/>
          <a:lstStyle>
            <a:lvl1pPr>
              <a:spcAft>
                <a:spcPts val="0"/>
              </a:spcAft>
              <a:defRPr sz="1600"/>
            </a:lvl1pPr>
          </a:lstStyle>
          <a:p>
            <a:pPr lvl="0"/>
            <a:r>
              <a:rPr lang="en-GB" dirty="0"/>
              <a:t>Agenda item</a:t>
            </a:r>
            <a:endParaRPr lang="en-US" dirty="0"/>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2953039" cy="485340"/>
          </a:xfrm>
        </p:spPr>
        <p:txBody>
          <a:bodyPr anchor="ctr"/>
          <a:lstStyle>
            <a:lvl1pPr>
              <a:spcAft>
                <a:spcPts val="0"/>
              </a:spcAft>
              <a:defRPr sz="1600"/>
            </a:lvl1pPr>
          </a:lstStyle>
          <a:p>
            <a:pPr lvl="0"/>
            <a:r>
              <a:rPr lang="en-GB" dirty="0"/>
              <a:t>Agenda item</a:t>
            </a:r>
            <a:endParaRPr lang="en-US" dirty="0"/>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cxnSp>
        <p:nvCxnSpPr>
          <p:cNvPr id="4" name="Straight Connector 3">
            <a:extLst>
              <a:ext uri="{FF2B5EF4-FFF2-40B4-BE49-F238E27FC236}">
                <a16:creationId xmlns:a16="http://schemas.microsoft.com/office/drawing/2014/main" id="{D72EABDE-2DC7-B441-8D65-EC926DD10B85}"/>
              </a:ext>
            </a:extLst>
          </p:cNvPr>
          <p:cNvCxnSpPr/>
          <p:nvPr userDrawn="1"/>
        </p:nvCxnSpPr>
        <p:spPr>
          <a:xfrm>
            <a:off x="4045241" y="1371600"/>
            <a:ext cx="0" cy="471948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9" cy="485340"/>
          </a:xfrm>
        </p:spPr>
        <p:txBody>
          <a:bodyPr anchor="ctr"/>
          <a:lstStyle>
            <a:lvl1pPr>
              <a:spcAft>
                <a:spcPts val="0"/>
              </a:spcAft>
              <a:defRPr sz="1600"/>
            </a:lvl1pPr>
          </a:lstStyle>
          <a:p>
            <a:pPr lvl="0"/>
            <a:r>
              <a:rPr lang="en-GB" dirty="0"/>
              <a:t>Agenda item</a:t>
            </a:r>
            <a:endParaRPr lang="en-US" dirty="0"/>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8"/>
            <a:ext cx="2953039" cy="485340"/>
          </a:xfrm>
        </p:spPr>
        <p:txBody>
          <a:bodyPr anchor="ctr"/>
          <a:lstStyle>
            <a:lvl1pPr>
              <a:spcAft>
                <a:spcPts val="0"/>
              </a:spcAft>
              <a:defRPr sz="1600"/>
            </a:lvl1pPr>
          </a:lstStyle>
          <a:p>
            <a:pPr lvl="0"/>
            <a:r>
              <a:rPr lang="en-GB" dirty="0"/>
              <a:t>Agenda item</a:t>
            </a:r>
            <a:endParaRPr lang="en-US" dirty="0"/>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9" cy="485340"/>
          </a:xfrm>
        </p:spPr>
        <p:txBody>
          <a:bodyPr anchor="ctr"/>
          <a:lstStyle>
            <a:lvl1pPr>
              <a:spcAft>
                <a:spcPts val="0"/>
              </a:spcAft>
              <a:defRPr sz="1600"/>
            </a:lvl1pPr>
          </a:lstStyle>
          <a:p>
            <a:pPr lvl="0"/>
            <a:r>
              <a:rPr lang="en-GB" dirty="0"/>
              <a:t>Agenda item</a:t>
            </a:r>
            <a:endParaRPr lang="en-US" dirty="0"/>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9" cy="485340"/>
          </a:xfrm>
        </p:spPr>
        <p:txBody>
          <a:bodyPr anchor="ctr"/>
          <a:lstStyle>
            <a:lvl1pPr>
              <a:spcAft>
                <a:spcPts val="0"/>
              </a:spcAft>
              <a:defRPr sz="1600"/>
            </a:lvl1pPr>
          </a:lstStyle>
          <a:p>
            <a:pPr lvl="0"/>
            <a:r>
              <a:rPr lang="en-GB" dirty="0"/>
              <a:t>Agenda item</a:t>
            </a:r>
            <a:endParaRPr lang="en-US" dirty="0"/>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2"/>
            <a:ext cx="2953039" cy="485340"/>
          </a:xfrm>
        </p:spPr>
        <p:txBody>
          <a:bodyPr anchor="ctr"/>
          <a:lstStyle>
            <a:lvl1pPr>
              <a:spcAft>
                <a:spcPts val="0"/>
              </a:spcAft>
              <a:defRPr sz="1600"/>
            </a:lvl1pPr>
          </a:lstStyle>
          <a:p>
            <a:pPr lvl="0"/>
            <a:r>
              <a:rPr lang="en-GB" dirty="0"/>
              <a:t>Agenda item</a:t>
            </a:r>
            <a:endParaRPr lang="en-US" dirty="0"/>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9" cy="485340"/>
          </a:xfrm>
        </p:spPr>
        <p:txBody>
          <a:bodyPr anchor="ctr"/>
          <a:lstStyle>
            <a:lvl1pPr>
              <a:spcAft>
                <a:spcPts val="0"/>
              </a:spcAft>
              <a:defRPr sz="1600"/>
            </a:lvl1pPr>
          </a:lstStyle>
          <a:p>
            <a:pPr lvl="0"/>
            <a:r>
              <a:rPr lang="en-GB" dirty="0"/>
              <a:t>Agenda item</a:t>
            </a:r>
            <a:endParaRPr lang="en-US" dirty="0"/>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9" cy="485340"/>
          </a:xfrm>
        </p:spPr>
        <p:txBody>
          <a:bodyPr anchor="ctr"/>
          <a:lstStyle>
            <a:lvl1pPr>
              <a:spcAft>
                <a:spcPts val="0"/>
              </a:spcAft>
              <a:defRPr sz="1600"/>
            </a:lvl1pPr>
          </a:lstStyle>
          <a:p>
            <a:pPr lvl="0"/>
            <a:r>
              <a:rPr lang="en-GB" dirty="0"/>
              <a:t>Agenda item</a:t>
            </a:r>
            <a:endParaRPr lang="en-US" dirty="0"/>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9" cy="485340"/>
          </a:xfrm>
        </p:spPr>
        <p:txBody>
          <a:bodyPr anchor="ctr"/>
          <a:lstStyle>
            <a:lvl1pPr>
              <a:spcAft>
                <a:spcPts val="0"/>
              </a:spcAft>
              <a:defRPr sz="1600"/>
            </a:lvl1pPr>
          </a:lstStyle>
          <a:p>
            <a:pPr lvl="0"/>
            <a:r>
              <a:rPr lang="en-GB" dirty="0"/>
              <a:t>Agenda item</a:t>
            </a:r>
            <a:endParaRPr lang="en-US" dirty="0"/>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0"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0"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0"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0"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0"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0"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0"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0"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 name="TextBox 2">
            <a:extLst>
              <a:ext uri="{FF2B5EF4-FFF2-40B4-BE49-F238E27FC236}">
                <a16:creationId xmlns:a16="http://schemas.microsoft.com/office/drawing/2014/main" id="{FDFC4F5B-DE83-214A-95EA-68339F579CF1}"/>
              </a:ext>
            </a:extLst>
          </p:cNvPr>
          <p:cNvSpPr txBox="1"/>
          <p:nvPr userDrawn="1"/>
        </p:nvSpPr>
        <p:spPr>
          <a:xfrm>
            <a:off x="9290304" y="6601968"/>
            <a:ext cx="0" cy="0"/>
          </a:xfrm>
          <a:prstGeom prst="rect">
            <a:avLst/>
          </a:prstGeom>
          <a:noFill/>
        </p:spPr>
        <p:txBody>
          <a:bodyPr wrap="none" lIns="0" tIns="0" rIns="0" bIns="0" rtlCol="0">
            <a:noAutofit/>
          </a:bodyPr>
          <a:lstStyle/>
          <a:p>
            <a:pPr algn="l" defTabSz="228600">
              <a:spcAft>
                <a:spcPts val="1200"/>
              </a:spcAft>
            </a:pPr>
            <a:endParaRPr lang="en-US" noProof="0" dirty="0"/>
          </a:p>
        </p:txBody>
      </p:sp>
    </p:spTree>
    <p:extLst>
      <p:ext uri="{BB962C8B-B14F-4D97-AF65-F5344CB8AC3E}">
        <p14:creationId xmlns:p14="http://schemas.microsoft.com/office/powerpoint/2010/main" val="2210869505"/>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tandard Layout Tit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750BA6-3BD3-43D4-92C6-A1A38869B2D7}"/>
              </a:ext>
            </a:extLst>
          </p:cNvPr>
          <p:cNvSpPr>
            <a:spLocks noGrp="1"/>
          </p:cNvSpPr>
          <p:nvPr>
            <p:ph type="title"/>
          </p:nvPr>
        </p:nvSpPr>
        <p:spPr/>
        <p:txBody>
          <a:bodyPr/>
          <a:lstStyle/>
          <a:p>
            <a:r>
              <a:rPr lang="de-DE" dirty="0"/>
              <a:t>Mastertitelformat bearbeiten</a:t>
            </a:r>
          </a:p>
        </p:txBody>
      </p:sp>
      <p:sp>
        <p:nvSpPr>
          <p:cNvPr id="3" name="Foliennummernplatzhalter 2">
            <a:extLst>
              <a:ext uri="{FF2B5EF4-FFF2-40B4-BE49-F238E27FC236}">
                <a16:creationId xmlns:a16="http://schemas.microsoft.com/office/drawing/2014/main" id="{1CEEAADB-4671-465D-AE09-CF767FAB5707}"/>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Tree>
    <p:extLst>
      <p:ext uri="{BB962C8B-B14F-4D97-AF65-F5344CB8AC3E}">
        <p14:creationId xmlns:p14="http://schemas.microsoft.com/office/powerpoint/2010/main" val="40555772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andard Layout Titl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750BA6-3BD3-43D4-92C6-A1A38869B2D7}"/>
              </a:ext>
            </a:extLst>
          </p:cNvPr>
          <p:cNvSpPr>
            <a:spLocks noGrp="1"/>
          </p:cNvSpPr>
          <p:nvPr>
            <p:ph type="title"/>
          </p:nvPr>
        </p:nvSpPr>
        <p:spPr/>
        <p:txBody>
          <a:bodyPr/>
          <a:lstStyle/>
          <a:p>
            <a:r>
              <a:rPr lang="de-DE" dirty="0"/>
              <a:t>Mastertitelformat bearbeiten</a:t>
            </a:r>
          </a:p>
        </p:txBody>
      </p:sp>
      <p:sp>
        <p:nvSpPr>
          <p:cNvPr id="3" name="Foliennummernplatzhalter 2">
            <a:extLst>
              <a:ext uri="{FF2B5EF4-FFF2-40B4-BE49-F238E27FC236}">
                <a16:creationId xmlns:a16="http://schemas.microsoft.com/office/drawing/2014/main" id="{1CEEAADB-4671-465D-AE09-CF767FAB5707}"/>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
        <p:nvSpPr>
          <p:cNvPr id="6" name="Textplatzhalter 5">
            <a:extLst>
              <a:ext uri="{FF2B5EF4-FFF2-40B4-BE49-F238E27FC236}">
                <a16:creationId xmlns:a16="http://schemas.microsoft.com/office/drawing/2014/main" id="{3F7D01DB-9EBF-4251-A87F-391D09060E4B}"/>
              </a:ext>
            </a:extLst>
          </p:cNvPr>
          <p:cNvSpPr>
            <a:spLocks noGrp="1"/>
          </p:cNvSpPr>
          <p:nvPr>
            <p:ph type="body" sz="quarter" idx="11"/>
          </p:nvPr>
        </p:nvSpPr>
        <p:spPr>
          <a:xfrm>
            <a:off x="381000" y="1376363"/>
            <a:ext cx="11429999" cy="4913312"/>
          </a:xfrm>
        </p:spPr>
        <p:txBody>
          <a:bodyPr/>
          <a:lstStyle>
            <a:lvl1pPr>
              <a:defRPr sz="1600" b="0"/>
            </a:lvl1pPr>
            <a:lvl2pPr>
              <a:defRPr sz="1400"/>
            </a:lvl2pPr>
            <a:lvl3pPr>
              <a:defRPr sz="1400"/>
            </a:lvl3pPr>
            <a:lvl4pPr>
              <a:defRPr sz="1400"/>
            </a:lvl4pPr>
            <a:lvl5pPr>
              <a:defRPr sz="14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9417156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olumns Standard Layout Titl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750BA6-3BD3-43D4-92C6-A1A38869B2D7}"/>
              </a:ext>
            </a:extLst>
          </p:cNvPr>
          <p:cNvSpPr>
            <a:spLocks noGrp="1"/>
          </p:cNvSpPr>
          <p:nvPr>
            <p:ph type="title"/>
          </p:nvPr>
        </p:nvSpPr>
        <p:spPr/>
        <p:txBody>
          <a:bodyPr/>
          <a:lstStyle/>
          <a:p>
            <a:r>
              <a:rPr lang="de-DE" dirty="0"/>
              <a:t>Mastertitelformat bearbeiten</a:t>
            </a:r>
          </a:p>
        </p:txBody>
      </p:sp>
      <p:sp>
        <p:nvSpPr>
          <p:cNvPr id="3" name="Foliennummernplatzhalter 2">
            <a:extLst>
              <a:ext uri="{FF2B5EF4-FFF2-40B4-BE49-F238E27FC236}">
                <a16:creationId xmlns:a16="http://schemas.microsoft.com/office/drawing/2014/main" id="{1CEEAADB-4671-465D-AE09-CF767FAB5707}"/>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
        <p:nvSpPr>
          <p:cNvPr id="6" name="Textplatzhalter 5">
            <a:extLst>
              <a:ext uri="{FF2B5EF4-FFF2-40B4-BE49-F238E27FC236}">
                <a16:creationId xmlns:a16="http://schemas.microsoft.com/office/drawing/2014/main" id="{3F7D01DB-9EBF-4251-A87F-391D09060E4B}"/>
              </a:ext>
            </a:extLst>
          </p:cNvPr>
          <p:cNvSpPr>
            <a:spLocks noGrp="1"/>
          </p:cNvSpPr>
          <p:nvPr>
            <p:ph type="body" sz="quarter" idx="11"/>
          </p:nvPr>
        </p:nvSpPr>
        <p:spPr>
          <a:xfrm>
            <a:off x="381000" y="1378991"/>
            <a:ext cx="5643563" cy="4910684"/>
          </a:xfrm>
        </p:spPr>
        <p:txBody>
          <a:bodyPr/>
          <a:lstStyle>
            <a:lvl1pPr>
              <a:defRPr sz="1600" b="0"/>
            </a:lvl1pPr>
            <a:lvl2pPr>
              <a:defRPr sz="1400"/>
            </a:lvl2pPr>
            <a:lvl3pPr>
              <a:defRPr sz="1400"/>
            </a:lvl3pPr>
            <a:lvl4pPr>
              <a:defRPr sz="1400"/>
            </a:lvl4pPr>
            <a:lvl5pPr>
              <a:defRPr sz="14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extplatzhalter 10">
            <a:extLst>
              <a:ext uri="{FF2B5EF4-FFF2-40B4-BE49-F238E27FC236}">
                <a16:creationId xmlns:a16="http://schemas.microsoft.com/office/drawing/2014/main" id="{CC6140CD-3C09-4F41-8C9C-FA8BF2E39417}"/>
              </a:ext>
            </a:extLst>
          </p:cNvPr>
          <p:cNvSpPr>
            <a:spLocks noGrp="1"/>
          </p:cNvSpPr>
          <p:nvPr>
            <p:ph type="body" sz="quarter" idx="13"/>
          </p:nvPr>
        </p:nvSpPr>
        <p:spPr>
          <a:xfrm>
            <a:off x="6167438" y="1378991"/>
            <a:ext cx="5643562" cy="4940301"/>
          </a:xfrm>
        </p:spPr>
        <p:txBody>
          <a:bodyPr/>
          <a:lstStyle>
            <a:lvl1pPr>
              <a:defRPr sz="1600"/>
            </a:lvl1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8706773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Standard Layout Title">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1CEEAADB-4671-465D-AE09-CF767FAB5707}"/>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Tree>
    <p:extLst>
      <p:ext uri="{BB962C8B-B14F-4D97-AF65-F5344CB8AC3E}">
        <p14:creationId xmlns:p14="http://schemas.microsoft.com/office/powerpoint/2010/main" val="1519364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Section Divider - Numbered, Gradient Mid Purple">
    <p:bg>
      <p:bgRef idx="1001">
        <a:schemeClr val="bg1"/>
      </p:bgRef>
    </p:bg>
    <p:spTree>
      <p:nvGrpSpPr>
        <p:cNvPr id="1" name=""/>
        <p:cNvGrpSpPr/>
        <p:nvPr/>
      </p:nvGrpSpPr>
      <p:grpSpPr>
        <a:xfrm>
          <a:off x="0" y="0"/>
          <a:ext cx="0" cy="0"/>
          <a:chOff x="0" y="0"/>
          <a:chExt cx="0" cy="0"/>
        </a:xfrm>
      </p:grpSpPr>
      <p:pic>
        <p:nvPicPr>
          <p:cNvPr id="26" name="Picture 13">
            <a:extLst>
              <a:ext uri="{FF2B5EF4-FFF2-40B4-BE49-F238E27FC236}">
                <a16:creationId xmlns:a16="http://schemas.microsoft.com/office/drawing/2014/main" id="{80179324-EB0C-4576-B518-F17F0C8C557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8"/>
          <a:stretch/>
        </p:blipFill>
        <p:spPr>
          <a:xfrm>
            <a:off x="1185" y="0"/>
            <a:ext cx="1218963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vert="horz" lIns="0" tIns="0" rIns="0" bIns="0" rtlCol="0" anchor="b">
            <a:noAutofit/>
          </a:bodyPr>
          <a:lstStyle>
            <a:lvl1pPr>
              <a:defRPr lang="en-US" sz="5400" dirty="0">
                <a:solidFill>
                  <a:schemeClr val="bg1"/>
                </a:solidFill>
              </a:defRPr>
            </a:lvl1pPr>
          </a:lstStyle>
          <a:p>
            <a:pPr lvl="0"/>
            <a:r>
              <a:rPr lang="en-US" dirty="0"/>
              <a:t>Section title 54pt</a:t>
            </a:r>
          </a:p>
        </p:txBody>
      </p:sp>
      <p:pic>
        <p:nvPicPr>
          <p:cNvPr id="4" name="Picture 3">
            <a:extLst>
              <a:ext uri="{FF2B5EF4-FFF2-40B4-BE49-F238E27FC236}">
                <a16:creationId xmlns:a16="http://schemas.microsoft.com/office/drawing/2014/main" id="{A3B317ED-600C-4D7F-990D-38990FC868E0}"/>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86BA14C7-1430-48FF-8901-F3A033110900}"/>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6" name="TextBox 5">
            <a:extLst>
              <a:ext uri="{FF2B5EF4-FFF2-40B4-BE49-F238E27FC236}">
                <a16:creationId xmlns:a16="http://schemas.microsoft.com/office/drawing/2014/main" id="{B68F01F3-5CA0-48F9-8E93-BE5B61747A9B}"/>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4" name="Text Placeholder 8">
            <a:extLst>
              <a:ext uri="{FF2B5EF4-FFF2-40B4-BE49-F238E27FC236}">
                <a16:creationId xmlns:a16="http://schemas.microsoft.com/office/drawing/2014/main" id="{4CC28DDD-91C9-FB49-B057-796687C8B07D}"/>
              </a:ext>
            </a:extLst>
          </p:cNvPr>
          <p:cNvSpPr>
            <a:spLocks noGrp="1"/>
          </p:cNvSpPr>
          <p:nvPr>
            <p:ph type="body" sz="quarter" idx="15" hasCustomPrompt="1"/>
          </p:nvPr>
        </p:nvSpPr>
        <p:spPr>
          <a:xfrm>
            <a:off x="1143000" y="4610099"/>
            <a:ext cx="4953000" cy="1474215"/>
          </a:xfrm>
        </p:spPr>
        <p:txBody>
          <a:bodyPr>
            <a:noAutofit/>
          </a:bodyPr>
          <a:lstStyle>
            <a:lvl1pPr marL="0" indent="0">
              <a:lnSpc>
                <a:spcPct val="90000"/>
              </a:lnSpc>
              <a:spcAft>
                <a:spcPts val="600"/>
              </a:spcAft>
              <a:buNone/>
              <a:defRPr sz="2400">
                <a:solidFill>
                  <a:schemeClr val="bg1"/>
                </a:solidFill>
                <a:latin typeface="GT Sectra Fine Rg" panose="00000500000000000000" pitchFamily="50" charset="0"/>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US" dirty="0"/>
              <a:t>Place subtitle here in GT Sectra Fine </a:t>
            </a:r>
            <a:r>
              <a:rPr lang="en-US" dirty="0" err="1"/>
              <a:t>Rg</a:t>
            </a:r>
            <a:r>
              <a:rPr lang="en-US" dirty="0"/>
              <a:t> </a:t>
            </a:r>
            <a:r>
              <a:rPr lang="en-GB" dirty="0"/>
              <a:t>24pt</a:t>
            </a:r>
            <a:endParaRPr lang="en-US" dirty="0"/>
          </a:p>
        </p:txBody>
      </p:sp>
      <p:sp>
        <p:nvSpPr>
          <p:cNvPr id="10" name="Rectangle 55">
            <a:extLst>
              <a:ext uri="{FF2B5EF4-FFF2-40B4-BE49-F238E27FC236}">
                <a16:creationId xmlns:a16="http://schemas.microsoft.com/office/drawing/2014/main" id="{A1D1ED5C-EF3F-423A-A087-079681F2699B}"/>
              </a:ext>
            </a:extLst>
          </p:cNvPr>
          <p:cNvSpPr/>
          <p:nvPr userDrawn="1"/>
        </p:nvSpPr>
        <p:spPr bwMode="gray">
          <a:xfrm>
            <a:off x="-324720" y="3102598"/>
            <a:ext cx="180000" cy="180000"/>
          </a:xfrm>
          <a:prstGeom prst="rect">
            <a:avLst/>
          </a:prstGeom>
          <a:solidFill>
            <a:schemeClr val="accent3"/>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2" name="Rectangle 57">
            <a:extLst>
              <a:ext uri="{FF2B5EF4-FFF2-40B4-BE49-F238E27FC236}">
                <a16:creationId xmlns:a16="http://schemas.microsoft.com/office/drawing/2014/main" id="{0EFF6FD9-20C0-454C-9189-030C19A3DE3A}"/>
              </a:ext>
            </a:extLst>
          </p:cNvPr>
          <p:cNvSpPr/>
          <p:nvPr userDrawn="1"/>
        </p:nvSpPr>
        <p:spPr bwMode="gray">
          <a:xfrm>
            <a:off x="-324720" y="2673934"/>
            <a:ext cx="180000" cy="180000"/>
          </a:xfrm>
          <a:prstGeom prst="rect">
            <a:avLst/>
          </a:prstGeom>
          <a:solidFill>
            <a:schemeClr val="accent1"/>
          </a:solidFill>
          <a:ln w="6350" cap="flat" cmpd="sng" algn="ctr">
            <a:solidFill>
              <a:schemeClr val="bg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srgbClr val="BEBEBE">
                  <a:lumMod val="100000"/>
                </a:srgbClr>
              </a:solidFill>
              <a:effectLst/>
              <a:uLnTx/>
              <a:uFillTx/>
              <a:latin typeface="Graphik"/>
              <a:ea typeface="+mn-ea"/>
              <a:cs typeface="+mn-cs"/>
            </a:endParaRPr>
          </a:p>
        </p:txBody>
      </p:sp>
      <p:sp>
        <p:nvSpPr>
          <p:cNvPr id="15" name="Rectangle 58">
            <a:extLst>
              <a:ext uri="{FF2B5EF4-FFF2-40B4-BE49-F238E27FC236}">
                <a16:creationId xmlns:a16="http://schemas.microsoft.com/office/drawing/2014/main" id="{EB7DF302-99DD-47B1-A89D-F9A8464ACF73}"/>
              </a:ext>
            </a:extLst>
          </p:cNvPr>
          <p:cNvSpPr/>
          <p:nvPr userDrawn="1"/>
        </p:nvSpPr>
        <p:spPr bwMode="gray">
          <a:xfrm>
            <a:off x="-324720" y="2888266"/>
            <a:ext cx="180000" cy="180000"/>
          </a:xfrm>
          <a:prstGeom prst="rect">
            <a:avLst/>
          </a:prstGeom>
          <a:solidFill>
            <a:schemeClr val="accent2"/>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6" name="Rectangle 67">
            <a:extLst>
              <a:ext uri="{FF2B5EF4-FFF2-40B4-BE49-F238E27FC236}">
                <a16:creationId xmlns:a16="http://schemas.microsoft.com/office/drawing/2014/main" id="{1CD6D743-0BD2-4E22-9BCB-7F4E51461473}"/>
              </a:ext>
            </a:extLst>
          </p:cNvPr>
          <p:cNvSpPr/>
          <p:nvPr userDrawn="1"/>
        </p:nvSpPr>
        <p:spPr bwMode="gray">
          <a:xfrm>
            <a:off x="-324720" y="5819903"/>
            <a:ext cx="180000" cy="180000"/>
          </a:xfrm>
          <a:prstGeom prst="rect">
            <a:avLst/>
          </a:prstGeom>
          <a:solidFill>
            <a:schemeClr val="bg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7" name="Rectangle 68">
            <a:extLst>
              <a:ext uri="{FF2B5EF4-FFF2-40B4-BE49-F238E27FC236}">
                <a16:creationId xmlns:a16="http://schemas.microsoft.com/office/drawing/2014/main" id="{565D1BB8-6A43-4659-9ED9-E503A0B70E8F}"/>
              </a:ext>
            </a:extLst>
          </p:cNvPr>
          <p:cNvSpPr>
            <a:spLocks/>
          </p:cNvSpPr>
          <p:nvPr userDrawn="1"/>
        </p:nvSpPr>
        <p:spPr bwMode="gray">
          <a:xfrm>
            <a:off x="-324884" y="4962578"/>
            <a:ext cx="180000" cy="180000"/>
          </a:xfrm>
          <a:prstGeom prst="rect">
            <a:avLst/>
          </a:prstGeom>
          <a:solidFill>
            <a:schemeClr val="tx1"/>
          </a:solidFill>
          <a:ln w="6350" cap="flat" cmpd="sng" algn="ctr">
            <a:solidFill>
              <a:schemeClr val="bg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8" name="Rectangle 55">
            <a:extLst>
              <a:ext uri="{FF2B5EF4-FFF2-40B4-BE49-F238E27FC236}">
                <a16:creationId xmlns:a16="http://schemas.microsoft.com/office/drawing/2014/main" id="{E4A04983-25B8-4254-9D7B-BFAFBF2C2BE4}"/>
              </a:ext>
            </a:extLst>
          </p:cNvPr>
          <p:cNvSpPr/>
          <p:nvPr userDrawn="1"/>
        </p:nvSpPr>
        <p:spPr bwMode="gray">
          <a:xfrm>
            <a:off x="-324884" y="3972625"/>
            <a:ext cx="180000" cy="180000"/>
          </a:xfrm>
          <a:prstGeom prst="rect">
            <a:avLst/>
          </a:prstGeom>
          <a:solidFill>
            <a:srgbClr val="BE82FF"/>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19" name="Rectangle 57">
            <a:extLst>
              <a:ext uri="{FF2B5EF4-FFF2-40B4-BE49-F238E27FC236}">
                <a16:creationId xmlns:a16="http://schemas.microsoft.com/office/drawing/2014/main" id="{F8A8C749-F716-418B-ACCB-E3180C2FD37B}"/>
              </a:ext>
            </a:extLst>
          </p:cNvPr>
          <p:cNvSpPr/>
          <p:nvPr userDrawn="1"/>
        </p:nvSpPr>
        <p:spPr bwMode="gray">
          <a:xfrm>
            <a:off x="-324884" y="3535805"/>
            <a:ext cx="180000" cy="180000"/>
          </a:xfrm>
          <a:prstGeom prst="rect">
            <a:avLst/>
          </a:prstGeom>
          <a:solidFill>
            <a:schemeClr val="accent4"/>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0" name="Rectangle 58">
            <a:extLst>
              <a:ext uri="{FF2B5EF4-FFF2-40B4-BE49-F238E27FC236}">
                <a16:creationId xmlns:a16="http://schemas.microsoft.com/office/drawing/2014/main" id="{EBE9BA42-AE12-48AB-981B-8B7316FA27DF}"/>
              </a:ext>
            </a:extLst>
          </p:cNvPr>
          <p:cNvSpPr/>
          <p:nvPr userDrawn="1"/>
        </p:nvSpPr>
        <p:spPr bwMode="gray">
          <a:xfrm>
            <a:off x="-324884" y="3754215"/>
            <a:ext cx="180000" cy="180000"/>
          </a:xfrm>
          <a:prstGeom prst="rect">
            <a:avLst/>
          </a:prstGeom>
          <a:solidFill>
            <a:srgbClr val="A055F5"/>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1" name="Rectangle 66">
            <a:extLst>
              <a:ext uri="{FF2B5EF4-FFF2-40B4-BE49-F238E27FC236}">
                <a16:creationId xmlns:a16="http://schemas.microsoft.com/office/drawing/2014/main" id="{D3B1F508-66EF-4ACA-854A-ECADC67FCD19}"/>
              </a:ext>
            </a:extLst>
          </p:cNvPr>
          <p:cNvSpPr/>
          <p:nvPr userDrawn="1"/>
        </p:nvSpPr>
        <p:spPr bwMode="gray">
          <a:xfrm>
            <a:off x="-324720" y="5608521"/>
            <a:ext cx="180000" cy="180000"/>
          </a:xfrm>
          <a:prstGeom prst="rect">
            <a:avLst/>
          </a:prstGeom>
          <a:solidFill>
            <a:schemeClr val="tx1">
              <a:lumMod val="65000"/>
              <a:lumOff val="35000"/>
            </a:schemeClr>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2" name="Rectangle 60">
            <a:extLst>
              <a:ext uri="{FF2B5EF4-FFF2-40B4-BE49-F238E27FC236}">
                <a16:creationId xmlns:a16="http://schemas.microsoft.com/office/drawing/2014/main" id="{A9DAAF92-F9ED-4509-AD0B-C5D7B68A5516}"/>
              </a:ext>
            </a:extLst>
          </p:cNvPr>
          <p:cNvSpPr/>
          <p:nvPr userDrawn="1"/>
        </p:nvSpPr>
        <p:spPr bwMode="gray">
          <a:xfrm>
            <a:off x="-324720" y="5183545"/>
            <a:ext cx="180000" cy="180000"/>
          </a:xfrm>
          <a:prstGeom prst="rect">
            <a:avLst/>
          </a:prstGeom>
          <a:solidFill>
            <a:srgbClr val="96968C"/>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3" name="Rectangle 61">
            <a:extLst>
              <a:ext uri="{FF2B5EF4-FFF2-40B4-BE49-F238E27FC236}">
                <a16:creationId xmlns:a16="http://schemas.microsoft.com/office/drawing/2014/main" id="{1801BE55-78D5-480B-AF1D-41EF2E4287CD}"/>
              </a:ext>
            </a:extLst>
          </p:cNvPr>
          <p:cNvSpPr/>
          <p:nvPr userDrawn="1"/>
        </p:nvSpPr>
        <p:spPr bwMode="gray">
          <a:xfrm>
            <a:off x="-324884" y="5396033"/>
            <a:ext cx="180000" cy="180000"/>
          </a:xfrm>
          <a:prstGeom prst="rect">
            <a:avLst/>
          </a:prstGeom>
          <a:solidFill>
            <a:srgbClr val="E6E6DC"/>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4" name="Rectangle 55">
            <a:extLst>
              <a:ext uri="{FF2B5EF4-FFF2-40B4-BE49-F238E27FC236}">
                <a16:creationId xmlns:a16="http://schemas.microsoft.com/office/drawing/2014/main" id="{81E018E6-3E67-4374-ABE3-9D7AE83EC3FC}"/>
              </a:ext>
            </a:extLst>
          </p:cNvPr>
          <p:cNvSpPr/>
          <p:nvPr userDrawn="1"/>
        </p:nvSpPr>
        <p:spPr bwMode="gray">
          <a:xfrm>
            <a:off x="-324884" y="4409445"/>
            <a:ext cx="180000" cy="180000"/>
          </a:xfrm>
          <a:prstGeom prst="rect">
            <a:avLst/>
          </a:prstGeom>
          <a:solidFill>
            <a:srgbClr val="E6DCFF"/>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5" name="Rectangle 58">
            <a:extLst>
              <a:ext uri="{FF2B5EF4-FFF2-40B4-BE49-F238E27FC236}">
                <a16:creationId xmlns:a16="http://schemas.microsoft.com/office/drawing/2014/main" id="{59DEA991-B3F7-40F1-BB0B-8E5D8E35D7AB}"/>
              </a:ext>
            </a:extLst>
          </p:cNvPr>
          <p:cNvSpPr/>
          <p:nvPr userDrawn="1"/>
        </p:nvSpPr>
        <p:spPr bwMode="gray">
          <a:xfrm>
            <a:off x="-324884" y="4191035"/>
            <a:ext cx="180000" cy="180000"/>
          </a:xfrm>
          <a:prstGeom prst="rect">
            <a:avLst/>
          </a:prstGeom>
          <a:solidFill>
            <a:srgbClr val="DCAFFF"/>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8" name="Picture Placeholder 18">
            <a:extLst>
              <a:ext uri="{FF2B5EF4-FFF2-40B4-BE49-F238E27FC236}">
                <a16:creationId xmlns:a16="http://schemas.microsoft.com/office/drawing/2014/main" id="{C3D9D425-112F-438E-9DB4-384FDE30ABDF}"/>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a:buNone/>
              <a:defRPr sz="1400" b="0">
                <a:solidFill>
                  <a:schemeClr val="bg1"/>
                </a:solidFill>
              </a:defRPr>
            </a:lvl1pPr>
          </a:lstStyle>
          <a:p>
            <a:r>
              <a:rPr lang="en-GB" dirty="0"/>
              <a:t>Add image, then ‘Send to Back’</a:t>
            </a:r>
            <a:endParaRPr lang="en-US" dirty="0"/>
          </a:p>
        </p:txBody>
      </p:sp>
    </p:spTree>
    <p:extLst>
      <p:ext uri="{BB962C8B-B14F-4D97-AF65-F5344CB8AC3E}">
        <p14:creationId xmlns:p14="http://schemas.microsoft.com/office/powerpoint/2010/main" val="26633155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F26B43"/>
          </p15:clr>
        </p15:guide>
        <p15:guide id="2" orient="horz" pos="2904">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Section Divider with Image - Gradient Light">
    <p:bg>
      <p:bgRef idx="1001">
        <a:schemeClr val="bg1"/>
      </p:bgRef>
    </p:bg>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975E2BAC-B9DA-4268-862E-629DA9ED4F3F}"/>
              </a:ext>
            </a:extLst>
          </p:cNvPr>
          <p:cNvGraphicFramePr>
            <a:graphicFrameLocks noChangeAspect="1"/>
          </p:cNvGraphicFramePr>
          <p:nvPr userDrawn="1">
            <p:custDataLst>
              <p:tags r:id="rId1"/>
            </p:custDataLst>
            <p:extLst>
              <p:ext uri="{D42A27DB-BD31-4B8C-83A1-F6EECF244321}">
                <p14:modId xmlns:p14="http://schemas.microsoft.com/office/powerpoint/2010/main" val="39332217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24" imgH="424" progId="TCLayout.ActiveDocument.1">
                  <p:embed/>
                </p:oleObj>
              </mc:Choice>
              <mc:Fallback>
                <p:oleObj name="think-cell Folie" r:id="rId3" imgW="424" imgH="424" progId="TCLayout.ActiveDocument.1">
                  <p:embed/>
                  <p:pic>
                    <p:nvPicPr>
                      <p:cNvPr id="3" name="Objekt 2" hidden="1">
                        <a:extLst>
                          <a:ext uri="{FF2B5EF4-FFF2-40B4-BE49-F238E27FC236}">
                            <a16:creationId xmlns:a16="http://schemas.microsoft.com/office/drawing/2014/main" id="{975E2BAC-B9DA-4268-862E-629DA9ED4F3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2394B85-B39D-4BE7-A334-787162CB4A41}"/>
              </a:ext>
            </a:extLst>
          </p:cNvPr>
          <p:cNvSpPr>
            <a:spLocks noGrp="1"/>
          </p:cNvSpPr>
          <p:nvPr>
            <p:ph type="title"/>
          </p:nvPr>
        </p:nvSpPr>
        <p:spPr>
          <a:xfrm>
            <a:off x="1143001" y="1089024"/>
            <a:ext cx="4952998" cy="1605408"/>
          </a:xfrm>
        </p:spPr>
        <p:txBody>
          <a:bodyPr vert="horz" anchor="b"/>
          <a:lstStyle>
            <a:lvl1pPr>
              <a:defRPr sz="5400">
                <a:solidFill>
                  <a:schemeClr val="tx1"/>
                </a:solidFill>
              </a:defRPr>
            </a:lvl1pPr>
          </a:lstStyle>
          <a:p>
            <a:endParaRPr lang="en-US" dirty="0"/>
          </a:p>
        </p:txBody>
      </p:sp>
      <p:sp>
        <p:nvSpPr>
          <p:cNvPr id="29" name="TextBox 28">
            <a:extLst>
              <a:ext uri="{FF2B5EF4-FFF2-40B4-BE49-F238E27FC236}">
                <a16:creationId xmlns:a16="http://schemas.microsoft.com/office/drawing/2014/main" id="{8F437B85-F911-4C8D-9468-5AF6FC49DE17}"/>
              </a:ext>
            </a:extLst>
          </p:cNvPr>
          <p:cNvSpPr txBox="1"/>
          <p:nvPr userDrawn="1"/>
        </p:nvSpPr>
        <p:spPr>
          <a:xfrm>
            <a:off x="11430000" y="648079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rPr>
              <a:t>‹#›</a:t>
            </a:fld>
            <a:endParaRPr lang="en-US" noProof="0" dirty="0">
              <a:solidFill>
                <a:schemeClr val="tx1">
                  <a:alpha val="75000"/>
                </a:schemeClr>
              </a:solidFill>
            </a:endParaRPr>
          </a:p>
        </p:txBody>
      </p:sp>
      <p:pic>
        <p:nvPicPr>
          <p:cNvPr id="33" name="Picture 32">
            <a:extLst>
              <a:ext uri="{FF2B5EF4-FFF2-40B4-BE49-F238E27FC236}">
                <a16:creationId xmlns:a16="http://schemas.microsoft.com/office/drawing/2014/main" id="{A9E94FE1-7A96-4985-B027-96607E090452}"/>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381468" y="6482516"/>
            <a:ext cx="191086" cy="202327"/>
          </a:xfrm>
          <a:prstGeom prst="rect">
            <a:avLst/>
          </a:prstGeom>
        </p:spPr>
      </p:pic>
    </p:spTree>
    <p:extLst>
      <p:ext uri="{BB962C8B-B14F-4D97-AF65-F5344CB8AC3E}">
        <p14:creationId xmlns:p14="http://schemas.microsoft.com/office/powerpoint/2010/main" val="29522177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am 4 - Box Shadow">
    <p:spTree>
      <p:nvGrpSpPr>
        <p:cNvPr id="1" name=""/>
        <p:cNvGrpSpPr/>
        <p:nvPr/>
      </p:nvGrpSpPr>
      <p:grpSpPr>
        <a:xfrm>
          <a:off x="0" y="0"/>
          <a:ext cx="0" cy="0"/>
          <a:chOff x="0" y="0"/>
          <a:chExt cx="0" cy="0"/>
        </a:xfrm>
      </p:grpSpPr>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1154655"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Font typeface="Arial" panose="020B0604020202020204" pitchFamily="34" charset="0"/>
              <a:buNone/>
              <a:defRPr lang="en-US" sz="1800" b="0" dirty="0"/>
            </a:lvl1pPr>
          </a:lstStyle>
          <a:p>
            <a:pPr lvl="0"/>
            <a:r>
              <a:rPr lang="en-GB" dirty="0"/>
              <a:t>Add profile photo</a:t>
            </a:r>
            <a:endParaRPr lang="en-US" dirty="0"/>
          </a:p>
        </p:txBody>
      </p:sp>
      <p:sp>
        <p:nvSpPr>
          <p:cNvPr id="46" name="Picture Placeholder 13">
            <a:extLst>
              <a:ext uri="{FF2B5EF4-FFF2-40B4-BE49-F238E27FC236}">
                <a16:creationId xmlns:a16="http://schemas.microsoft.com/office/drawing/2014/main" id="{25DB0B2A-9775-46B0-9A40-F75EBFA4B45C}"/>
              </a:ext>
            </a:extLst>
          </p:cNvPr>
          <p:cNvSpPr>
            <a:spLocks noGrp="1"/>
          </p:cNvSpPr>
          <p:nvPr>
            <p:ph type="pic" sz="quarter" idx="27" hasCustomPrompt="1"/>
          </p:nvPr>
        </p:nvSpPr>
        <p:spPr>
          <a:xfrm>
            <a:off x="3817351"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None/>
              <a:defRPr lang="en-US" sz="1800" dirty="0"/>
            </a:lvl1pPr>
          </a:lstStyle>
          <a:p>
            <a:pPr marL="228600" lvl="0" indent="-228600"/>
            <a:r>
              <a:rPr lang="en-GB" dirty="0"/>
              <a:t>Add profile photo</a:t>
            </a:r>
            <a:endParaRPr lang="en-US" dirty="0"/>
          </a:p>
        </p:txBody>
      </p:sp>
      <p:sp>
        <p:nvSpPr>
          <p:cNvPr id="47" name="Picture Placeholder 13">
            <a:extLst>
              <a:ext uri="{FF2B5EF4-FFF2-40B4-BE49-F238E27FC236}">
                <a16:creationId xmlns:a16="http://schemas.microsoft.com/office/drawing/2014/main" id="{F83F6B5F-EAE7-44DA-BD77-6D66865CEB92}"/>
              </a:ext>
            </a:extLst>
          </p:cNvPr>
          <p:cNvSpPr>
            <a:spLocks noGrp="1"/>
          </p:cNvSpPr>
          <p:nvPr>
            <p:ph type="pic" sz="quarter" idx="28" hasCustomPrompt="1"/>
          </p:nvPr>
        </p:nvSpPr>
        <p:spPr>
          <a:xfrm>
            <a:off x="6480047"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None/>
              <a:defRPr lang="en-US" sz="1800" dirty="0"/>
            </a:lvl1pPr>
          </a:lstStyle>
          <a:p>
            <a:pPr marL="228600" lvl="0" indent="-228600"/>
            <a:r>
              <a:rPr lang="en-GB" dirty="0"/>
              <a:t>Add profile photo</a:t>
            </a:r>
            <a:endParaRPr lang="en-US" dirty="0"/>
          </a:p>
        </p:txBody>
      </p:sp>
      <p:sp>
        <p:nvSpPr>
          <p:cNvPr id="48" name="Picture Placeholder 13">
            <a:extLst>
              <a:ext uri="{FF2B5EF4-FFF2-40B4-BE49-F238E27FC236}">
                <a16:creationId xmlns:a16="http://schemas.microsoft.com/office/drawing/2014/main" id="{AD8EF41C-E978-4139-80A4-73605C41EA35}"/>
              </a:ext>
            </a:extLst>
          </p:cNvPr>
          <p:cNvSpPr>
            <a:spLocks noGrp="1"/>
          </p:cNvSpPr>
          <p:nvPr>
            <p:ph type="pic" sz="quarter" idx="29" hasCustomPrompt="1"/>
          </p:nvPr>
        </p:nvSpPr>
        <p:spPr>
          <a:xfrm>
            <a:off x="9142743"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None/>
              <a:defRPr lang="en-US" sz="1800" dirty="0"/>
            </a:lvl1pPr>
          </a:lstStyle>
          <a:p>
            <a:pPr marL="228600" lvl="0" indent="-228600"/>
            <a:r>
              <a:rPr lang="en-GB" dirty="0"/>
              <a:t>Add profile photo</a:t>
            </a:r>
            <a:endParaRPr lang="en-US" dirty="0"/>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dirty="0"/>
              <a:t>Place headline here (36pt, min 30pt)</a:t>
            </a:r>
            <a:endParaRPr lang="en-US" dirty="0"/>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1154653" y="3914042"/>
            <a:ext cx="2047984" cy="2172433"/>
          </a:xfrm>
        </p:spPr>
        <p:txBody>
          <a:bodyPr/>
          <a:lstStyle>
            <a:lvl1pPr marL="0" indent="0">
              <a:lnSpc>
                <a:spcPct val="80000"/>
              </a:lnSpc>
              <a:spcAft>
                <a:spcPts val="600"/>
              </a:spcAft>
              <a:buFont typeface="Arial" panose="020B0604020202020204" pitchFamily="34" charset="0"/>
              <a:buNone/>
              <a:defRPr sz="2400" b="0" i="0">
                <a:solidFill>
                  <a:schemeClr val="accent2"/>
                </a:solidFill>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Full Name</a:t>
            </a:r>
          </a:p>
          <a:p>
            <a:pPr lvl="1"/>
            <a:r>
              <a:rPr lang="en-US" dirty="0"/>
              <a:t>Role</a:t>
            </a:r>
          </a:p>
          <a:p>
            <a:pPr lvl="2"/>
            <a:r>
              <a:rPr lang="en-US" dirty="0"/>
              <a:t>Short bio</a:t>
            </a:r>
          </a:p>
          <a:p>
            <a:pPr lvl="3"/>
            <a:r>
              <a:rPr lang="en-US" dirty="0"/>
              <a:t>Bullet point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3817350" y="3914042"/>
            <a:ext cx="2047984" cy="2172433"/>
          </a:xfrm>
        </p:spPr>
        <p:txBody>
          <a:bodyPr/>
          <a:lstStyle>
            <a:lvl1pPr marL="0" indent="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dirty="0"/>
              <a:t>Full Name</a:t>
            </a:r>
          </a:p>
          <a:p>
            <a:pPr lvl="1"/>
            <a:r>
              <a:rPr lang="en-US" dirty="0"/>
              <a:t>Role</a:t>
            </a:r>
          </a:p>
          <a:p>
            <a:pPr lvl="2"/>
            <a:r>
              <a:rPr lang="en-US" dirty="0"/>
              <a:t>Short bio</a:t>
            </a:r>
          </a:p>
          <a:p>
            <a:pPr lvl="3"/>
            <a:r>
              <a:rPr lang="en-US" dirty="0"/>
              <a:t>Bullet point</a:t>
            </a:r>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6480047" y="3914042"/>
            <a:ext cx="2047984" cy="2172433"/>
          </a:xfrm>
        </p:spPr>
        <p:txBody>
          <a:bodyPr/>
          <a:lstStyle>
            <a:lvl1pPr marL="0" indent="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dirty="0"/>
              <a:t>Full Name</a:t>
            </a:r>
          </a:p>
          <a:p>
            <a:pPr lvl="1"/>
            <a:r>
              <a:rPr lang="en-US" dirty="0"/>
              <a:t>Role</a:t>
            </a:r>
          </a:p>
          <a:p>
            <a:pPr lvl="2"/>
            <a:r>
              <a:rPr lang="en-US" dirty="0"/>
              <a:t>Short bio</a:t>
            </a:r>
          </a:p>
          <a:p>
            <a:pPr lvl="3"/>
            <a:r>
              <a:rPr lang="en-US" dirty="0"/>
              <a:t>Bullet point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9142742" y="3914042"/>
            <a:ext cx="2047984" cy="2172433"/>
          </a:xfrm>
        </p:spPr>
        <p:txBody>
          <a:bodyPr/>
          <a:lstStyle>
            <a:lvl1pPr marL="0" indent="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dirty="0"/>
              <a:t>Full Name</a:t>
            </a:r>
          </a:p>
          <a:p>
            <a:pPr lvl="1"/>
            <a:r>
              <a:rPr lang="en-US" dirty="0"/>
              <a:t>Role</a:t>
            </a:r>
          </a:p>
          <a:p>
            <a:pPr lvl="2"/>
            <a:r>
              <a:rPr lang="en-US" dirty="0"/>
              <a:t>Short bio</a:t>
            </a:r>
          </a:p>
          <a:p>
            <a:pPr lvl="3"/>
            <a:r>
              <a:rPr lang="en-US" dirty="0"/>
              <a:t>Bullet point</a:t>
            </a:r>
          </a:p>
        </p:txBody>
      </p:sp>
    </p:spTree>
    <p:extLst>
      <p:ext uri="{BB962C8B-B14F-4D97-AF65-F5344CB8AC3E}">
        <p14:creationId xmlns:p14="http://schemas.microsoft.com/office/powerpoint/2010/main" val="859494718"/>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and Image 2">
    <p:bg>
      <p:bgPr>
        <a:solidFill>
          <a:schemeClr val="accent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Lst>
          </p:cNvPr>
          <p:cNvSpPr/>
          <p:nvPr userDrawn="1"/>
        </p:nvSpPr>
        <p:spPr>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p:spPr>
        <p:txBody>
          <a:bodyPr anchor="b"/>
          <a:lstStyle>
            <a:lvl1pPr>
              <a:defRPr sz="3600"/>
            </a:lvl1pPr>
          </a:lstStyle>
          <a:p>
            <a:r>
              <a:rPr lang="en-GB" dirty="0"/>
              <a:t>Place headline here (36pt, min 30pt)</a:t>
            </a:r>
            <a:endParaRPr lang="en-US" dirty="0"/>
          </a:p>
        </p:txBody>
      </p:sp>
      <p:pic>
        <p:nvPicPr>
          <p:cNvPr id="2" name="Picture 1">
            <a:extLst>
              <a:ext uri="{FF2B5EF4-FFF2-40B4-BE49-F238E27FC236}">
                <a16:creationId xmlns:a16="http://schemas.microsoft.com/office/drawing/2014/main" id="{A9656D06-A8CE-4A1F-9876-6AFBEE60C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13" name="TextBox 12">
            <a:extLst>
              <a:ext uri="{FF2B5EF4-FFF2-40B4-BE49-F238E27FC236}">
                <a16:creationId xmlns:a16="http://schemas.microsoft.com/office/drawing/2014/main" id="{C5A17E02-A31F-4B3C-922A-197462C89A0D}"/>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4" name="TextBox 13">
            <a:extLst>
              <a:ext uri="{FF2B5EF4-FFF2-40B4-BE49-F238E27FC236}">
                <a16:creationId xmlns:a16="http://schemas.microsoft.com/office/drawing/2014/main" id="{A10195CB-D424-4B71-9300-2867217A049D}"/>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2" name="Text Placeholder 14">
            <a:extLst>
              <a:ext uri="{FF2B5EF4-FFF2-40B4-BE49-F238E27FC236}">
                <a16:creationId xmlns:a16="http://schemas.microsoft.com/office/drawing/2014/main" id="{6EB7BC02-64C6-5A42-A5C4-F0D83DB51123}"/>
              </a:ext>
            </a:extLst>
          </p:cNvPr>
          <p:cNvSpPr>
            <a:spLocks noGrp="1"/>
          </p:cNvSpPr>
          <p:nvPr>
            <p:ph type="body" sz="quarter" idx="17" hasCustomPrompt="1"/>
          </p:nvPr>
        </p:nvSpPr>
        <p:spPr>
          <a:xfrm>
            <a:off x="6476999" y="3267635"/>
            <a:ext cx="5334000" cy="2667000"/>
          </a:xfrm>
        </p:spPr>
        <p:txBody>
          <a:bodyPr/>
          <a:lstStyle>
            <a:lvl1pPr marL="0" indent="0">
              <a:buNone/>
              <a:defRPr sz="2400">
                <a:solidFill>
                  <a:schemeClr val="tx1"/>
                </a:solidFill>
                <a:latin typeface="+mn-lt"/>
              </a:defRPr>
            </a:lvl1pPr>
            <a:lvl2pPr marL="0" indent="0">
              <a:buNone/>
              <a:defRPr sz="1800">
                <a:solidFill>
                  <a:schemeClr val="tx1"/>
                </a:solidFill>
                <a:latin typeface="+mn-lt"/>
              </a:defRPr>
            </a:lvl2pPr>
            <a:lvl3pPr marL="228600">
              <a:buFont typeface="Arial" panose="020B0604020202020204" pitchFamily="34" charset="0"/>
              <a:buChar char="•"/>
              <a:defRPr sz="1800">
                <a:solidFill>
                  <a:schemeClr val="tx1"/>
                </a:solidFill>
                <a:latin typeface="+mn-lt"/>
              </a:defRPr>
            </a:lvl3pPr>
            <a:lvl4pPr marL="457200">
              <a:buFont typeface="System Font"/>
              <a:buChar char="–"/>
              <a:defRPr sz="1600">
                <a:solidFill>
                  <a:schemeClr val="tx1"/>
                </a:solidFill>
                <a:latin typeface="+mn-lt"/>
              </a:defRPr>
            </a:lvl4pPr>
            <a:lvl5pPr marL="685800">
              <a:buFont typeface="Arial" panose="020B0604020202020204" pitchFamily="34" charset="0"/>
              <a:buChar char="•"/>
              <a:defRPr sz="1600">
                <a:solidFill>
                  <a:schemeClr val="tx1"/>
                </a:solidFill>
                <a:latin typeface="+mn-lt"/>
              </a:defRPr>
            </a:lvl5pPr>
          </a:lstStyle>
          <a:p>
            <a:pPr lvl="0"/>
            <a:r>
              <a:rPr lang="en-US" dirty="0"/>
              <a:t>Place sub-headline here in </a:t>
            </a:r>
            <a:r>
              <a:rPr lang="en-US" dirty="0" err="1"/>
              <a:t>Graphik</a:t>
            </a:r>
            <a:r>
              <a:rPr lang="en-US" dirty="0"/>
              <a:t>, indent for other levels</a:t>
            </a:r>
          </a:p>
          <a:p>
            <a:pPr lvl="1"/>
            <a:r>
              <a:rPr lang="en-US" dirty="0"/>
              <a:t>Second level (text 18pt)</a:t>
            </a:r>
          </a:p>
          <a:p>
            <a:pPr lvl="2"/>
            <a:r>
              <a:rPr lang="en-US" dirty="0"/>
              <a:t>Third level bullet (bullet 18pt)</a:t>
            </a:r>
          </a:p>
          <a:p>
            <a:pPr lvl="3"/>
            <a:r>
              <a:rPr lang="en-US" dirty="0"/>
              <a:t>Fourth level bullet (bullet 16pt)</a:t>
            </a:r>
          </a:p>
          <a:p>
            <a:pPr lvl="4"/>
            <a:r>
              <a:rPr lang="en-US" dirty="0"/>
              <a:t>Fifth level bullet (bullet 16pt)</a:t>
            </a:r>
          </a:p>
        </p:txBody>
      </p:sp>
    </p:spTree>
    <p:extLst>
      <p:ext uri="{BB962C8B-B14F-4D97-AF65-F5344CB8AC3E}">
        <p14:creationId xmlns:p14="http://schemas.microsoft.com/office/powerpoint/2010/main" val="35469019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20">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47B586-CFEE-4C32-8227-001B5A89C37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dirty="0"/>
              <a:t>Place key message here</a:t>
            </a:r>
          </a:p>
        </p:txBody>
      </p:sp>
      <p:pic>
        <p:nvPicPr>
          <p:cNvPr id="3" name="Picture 2">
            <a:extLst>
              <a:ext uri="{FF2B5EF4-FFF2-40B4-BE49-F238E27FC236}">
                <a16:creationId xmlns:a16="http://schemas.microsoft.com/office/drawing/2014/main" id="{0141FE43-9ADC-4313-8D22-F47ABC16F445}"/>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EA97BC18-949B-4A9A-B05F-CA4F3F80FEC9}"/>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5" name="TextBox 14">
            <a:extLst>
              <a:ext uri="{FF2B5EF4-FFF2-40B4-BE49-F238E27FC236}">
                <a16:creationId xmlns:a16="http://schemas.microsoft.com/office/drawing/2014/main" id="{CF34DCA4-9B3F-424E-8478-0FB3BCA6E006}"/>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cxnSp>
        <p:nvCxnSpPr>
          <p:cNvPr id="8" name="Straight Connector 41">
            <a:extLst>
              <a:ext uri="{FF2B5EF4-FFF2-40B4-BE49-F238E27FC236}">
                <a16:creationId xmlns:a16="http://schemas.microsoft.com/office/drawing/2014/main" id="{078C07C1-551F-4AAE-8B41-271FD6C44491}"/>
              </a:ext>
            </a:extLst>
          </p:cNvPr>
          <p:cNvCxnSpPr/>
          <p:nvPr userDrawn="1"/>
        </p:nvCxnSpPr>
        <p:spPr>
          <a:xfrm>
            <a:off x="-252640" y="1380044"/>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9" name="Straight Connector 50">
            <a:extLst>
              <a:ext uri="{FF2B5EF4-FFF2-40B4-BE49-F238E27FC236}">
                <a16:creationId xmlns:a16="http://schemas.microsoft.com/office/drawing/2014/main" id="{792C5396-7EA2-417E-9F8C-17F606EE0E62}"/>
              </a:ext>
            </a:extLst>
          </p:cNvPr>
          <p:cNvCxnSpPr/>
          <p:nvPr userDrawn="1"/>
        </p:nvCxnSpPr>
        <p:spPr>
          <a:xfrm>
            <a:off x="-252640" y="1662728"/>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10" name="TextBox 51">
            <a:extLst>
              <a:ext uri="{FF2B5EF4-FFF2-40B4-BE49-F238E27FC236}">
                <a16:creationId xmlns:a16="http://schemas.microsoft.com/office/drawing/2014/main" id="{61041389-1F9C-4DC9-B7E8-6A1767596B18}"/>
              </a:ext>
            </a:extLst>
          </p:cNvPr>
          <p:cNvSpPr txBox="1"/>
          <p:nvPr userDrawn="1"/>
        </p:nvSpPr>
        <p:spPr>
          <a:xfrm>
            <a:off x="-2102745" y="1549691"/>
            <a:ext cx="1778865" cy="222546"/>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Upper Guide Content</a:t>
            </a:r>
          </a:p>
        </p:txBody>
      </p:sp>
      <p:sp>
        <p:nvSpPr>
          <p:cNvPr id="11" name="TextBox 52">
            <a:extLst>
              <a:ext uri="{FF2B5EF4-FFF2-40B4-BE49-F238E27FC236}">
                <a16:creationId xmlns:a16="http://schemas.microsoft.com/office/drawing/2014/main" id="{63E93547-D28A-4ED7-8435-98F986CAD2A6}"/>
              </a:ext>
            </a:extLst>
          </p:cNvPr>
          <p:cNvSpPr txBox="1"/>
          <p:nvPr userDrawn="1"/>
        </p:nvSpPr>
        <p:spPr>
          <a:xfrm>
            <a:off x="-2099880" y="308408"/>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Tagline</a:t>
            </a:r>
          </a:p>
        </p:txBody>
      </p:sp>
      <p:cxnSp>
        <p:nvCxnSpPr>
          <p:cNvPr id="12" name="Straight Connector 53">
            <a:extLst>
              <a:ext uri="{FF2B5EF4-FFF2-40B4-BE49-F238E27FC236}">
                <a16:creationId xmlns:a16="http://schemas.microsoft.com/office/drawing/2014/main" id="{A81079E3-37A3-4C31-AFE8-A8385B82713C}"/>
              </a:ext>
            </a:extLst>
          </p:cNvPr>
          <p:cNvCxnSpPr>
            <a:cxnSpLocks/>
          </p:cNvCxnSpPr>
          <p:nvPr userDrawn="1"/>
        </p:nvCxnSpPr>
        <p:spPr>
          <a:xfrm flipV="1">
            <a:off x="-252640" y="383287"/>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13" name="TextBox 54">
            <a:extLst>
              <a:ext uri="{FF2B5EF4-FFF2-40B4-BE49-F238E27FC236}">
                <a16:creationId xmlns:a16="http://schemas.microsoft.com/office/drawing/2014/main" id="{0ED34561-138A-4716-A216-1A7CF7BA6703}"/>
              </a:ext>
            </a:extLst>
          </p:cNvPr>
          <p:cNvSpPr txBox="1">
            <a:spLocks/>
          </p:cNvSpPr>
          <p:nvPr userDrawn="1"/>
        </p:nvSpPr>
        <p:spPr>
          <a:xfrm>
            <a:off x="-1859880" y="310259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3</a:t>
            </a:r>
          </a:p>
        </p:txBody>
      </p:sp>
      <p:sp>
        <p:nvSpPr>
          <p:cNvPr id="14" name="Rectangle 55">
            <a:extLst>
              <a:ext uri="{FF2B5EF4-FFF2-40B4-BE49-F238E27FC236}">
                <a16:creationId xmlns:a16="http://schemas.microsoft.com/office/drawing/2014/main" id="{B5F0178F-B62F-4B38-A604-97479AEA9C2D}"/>
              </a:ext>
            </a:extLst>
          </p:cNvPr>
          <p:cNvSpPr/>
          <p:nvPr userDrawn="1"/>
        </p:nvSpPr>
        <p:spPr bwMode="gray">
          <a:xfrm>
            <a:off x="-324720" y="3102598"/>
            <a:ext cx="180000" cy="180000"/>
          </a:xfrm>
          <a:prstGeom prst="rect">
            <a:avLst/>
          </a:prstGeom>
          <a:solidFill>
            <a:schemeClr val="accent3"/>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6" name="TextBox 56">
            <a:extLst>
              <a:ext uri="{FF2B5EF4-FFF2-40B4-BE49-F238E27FC236}">
                <a16:creationId xmlns:a16="http://schemas.microsoft.com/office/drawing/2014/main" id="{4C645998-651D-4BA5-BA7D-C488B2F3CD06}"/>
              </a:ext>
            </a:extLst>
          </p:cNvPr>
          <p:cNvSpPr txBox="1">
            <a:spLocks/>
          </p:cNvSpPr>
          <p:nvPr userDrawn="1"/>
        </p:nvSpPr>
        <p:spPr>
          <a:xfrm>
            <a:off x="-1859880" y="2673934"/>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1</a:t>
            </a:r>
          </a:p>
        </p:txBody>
      </p:sp>
      <p:sp>
        <p:nvSpPr>
          <p:cNvPr id="17" name="Rectangle 57">
            <a:extLst>
              <a:ext uri="{FF2B5EF4-FFF2-40B4-BE49-F238E27FC236}">
                <a16:creationId xmlns:a16="http://schemas.microsoft.com/office/drawing/2014/main" id="{D29EE68C-AF9C-4A4C-AC73-51BC8B2B4C65}"/>
              </a:ext>
            </a:extLst>
          </p:cNvPr>
          <p:cNvSpPr/>
          <p:nvPr userDrawn="1"/>
        </p:nvSpPr>
        <p:spPr bwMode="gray">
          <a:xfrm>
            <a:off x="-324720" y="2673934"/>
            <a:ext cx="180000" cy="180000"/>
          </a:xfrm>
          <a:prstGeom prst="rect">
            <a:avLst/>
          </a:prstGeom>
          <a:solidFill>
            <a:schemeClr val="accent1"/>
          </a:solidFill>
          <a:ln w="6350" cap="flat" cmpd="sng" algn="ctr">
            <a:solidFill>
              <a:schemeClr val="tx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srgbClr val="BEBEBE">
                  <a:lumMod val="100000"/>
                </a:srgbClr>
              </a:solidFill>
              <a:effectLst/>
              <a:uLnTx/>
              <a:uFillTx/>
              <a:latin typeface="Graphik"/>
              <a:ea typeface="+mn-ea"/>
              <a:cs typeface="+mn-cs"/>
            </a:endParaRPr>
          </a:p>
        </p:txBody>
      </p:sp>
      <p:sp>
        <p:nvSpPr>
          <p:cNvPr id="18" name="Rectangle 58">
            <a:extLst>
              <a:ext uri="{FF2B5EF4-FFF2-40B4-BE49-F238E27FC236}">
                <a16:creationId xmlns:a16="http://schemas.microsoft.com/office/drawing/2014/main" id="{6DF04AC0-8C20-4DD3-A9DD-7C81B8444EEE}"/>
              </a:ext>
            </a:extLst>
          </p:cNvPr>
          <p:cNvSpPr/>
          <p:nvPr userDrawn="1"/>
        </p:nvSpPr>
        <p:spPr bwMode="gray">
          <a:xfrm>
            <a:off x="-324720" y="2888266"/>
            <a:ext cx="180000" cy="180000"/>
          </a:xfrm>
          <a:prstGeom prst="rect">
            <a:avLst/>
          </a:prstGeom>
          <a:solidFill>
            <a:schemeClr val="accent2"/>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9" name="TextBox 59">
            <a:extLst>
              <a:ext uri="{FF2B5EF4-FFF2-40B4-BE49-F238E27FC236}">
                <a16:creationId xmlns:a16="http://schemas.microsoft.com/office/drawing/2014/main" id="{DAD2B414-9DE2-428B-8F3C-D6E279535288}"/>
              </a:ext>
            </a:extLst>
          </p:cNvPr>
          <p:cNvSpPr txBox="1">
            <a:spLocks/>
          </p:cNvSpPr>
          <p:nvPr userDrawn="1"/>
        </p:nvSpPr>
        <p:spPr>
          <a:xfrm>
            <a:off x="-1859880" y="288826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2</a:t>
            </a:r>
          </a:p>
        </p:txBody>
      </p:sp>
      <p:sp>
        <p:nvSpPr>
          <p:cNvPr id="20" name="TextBox 65">
            <a:extLst>
              <a:ext uri="{FF2B5EF4-FFF2-40B4-BE49-F238E27FC236}">
                <a16:creationId xmlns:a16="http://schemas.microsoft.com/office/drawing/2014/main" id="{EB7954A0-BB5F-449F-83EB-18DEF908575A}"/>
              </a:ext>
            </a:extLst>
          </p:cNvPr>
          <p:cNvSpPr txBox="1"/>
          <p:nvPr userDrawn="1"/>
        </p:nvSpPr>
        <p:spPr>
          <a:xfrm>
            <a:off x="-1859880" y="5819900"/>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White</a:t>
            </a:r>
          </a:p>
        </p:txBody>
      </p:sp>
      <p:sp>
        <p:nvSpPr>
          <p:cNvPr id="21" name="Rectangle 67">
            <a:extLst>
              <a:ext uri="{FF2B5EF4-FFF2-40B4-BE49-F238E27FC236}">
                <a16:creationId xmlns:a16="http://schemas.microsoft.com/office/drawing/2014/main" id="{4B68D771-17B4-44F4-A9D2-734672BB4056}"/>
              </a:ext>
            </a:extLst>
          </p:cNvPr>
          <p:cNvSpPr/>
          <p:nvPr userDrawn="1"/>
        </p:nvSpPr>
        <p:spPr bwMode="gray">
          <a:xfrm>
            <a:off x="-324720" y="5819903"/>
            <a:ext cx="180000" cy="180000"/>
          </a:xfrm>
          <a:prstGeom prst="rect">
            <a:avLst/>
          </a:prstGeom>
          <a:solidFill>
            <a:schemeClr val="bg1"/>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2" name="Rectangle 68">
            <a:extLst>
              <a:ext uri="{FF2B5EF4-FFF2-40B4-BE49-F238E27FC236}">
                <a16:creationId xmlns:a16="http://schemas.microsoft.com/office/drawing/2014/main" id="{906E4161-7178-4BDD-9ABB-6991A6C28237}"/>
              </a:ext>
            </a:extLst>
          </p:cNvPr>
          <p:cNvSpPr>
            <a:spLocks/>
          </p:cNvSpPr>
          <p:nvPr userDrawn="1"/>
        </p:nvSpPr>
        <p:spPr bwMode="gray">
          <a:xfrm>
            <a:off x="-324884" y="4962578"/>
            <a:ext cx="180000" cy="180000"/>
          </a:xfrm>
          <a:prstGeom prst="rect">
            <a:avLst/>
          </a:prstGeom>
          <a:solidFill>
            <a:schemeClr val="tx1"/>
          </a:solidFill>
          <a:ln w="6350" cap="flat" cmpd="sng" algn="ctr">
            <a:solidFill>
              <a:schemeClr val="tx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3" name="TextBox 69">
            <a:extLst>
              <a:ext uri="{FF2B5EF4-FFF2-40B4-BE49-F238E27FC236}">
                <a16:creationId xmlns:a16="http://schemas.microsoft.com/office/drawing/2014/main" id="{D944F459-8C34-49FC-86D8-7BF8841AF5D7}"/>
              </a:ext>
            </a:extLst>
          </p:cNvPr>
          <p:cNvSpPr txBox="1">
            <a:spLocks/>
          </p:cNvSpPr>
          <p:nvPr userDrawn="1"/>
        </p:nvSpPr>
        <p:spPr>
          <a:xfrm>
            <a:off x="-1859880" y="4962575"/>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Black (Text)</a:t>
            </a:r>
          </a:p>
        </p:txBody>
      </p:sp>
      <p:sp>
        <p:nvSpPr>
          <p:cNvPr id="24" name="TextBox 70">
            <a:extLst>
              <a:ext uri="{FF2B5EF4-FFF2-40B4-BE49-F238E27FC236}">
                <a16:creationId xmlns:a16="http://schemas.microsoft.com/office/drawing/2014/main" id="{3EA1FA29-D2E5-4E87-BFA2-3A3234DFC1DF}"/>
              </a:ext>
            </a:extLst>
          </p:cNvPr>
          <p:cNvSpPr txBox="1"/>
          <p:nvPr userDrawn="1"/>
        </p:nvSpPr>
        <p:spPr>
          <a:xfrm>
            <a:off x="-2099880" y="1302877"/>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Sub-Headline Line</a:t>
            </a:r>
          </a:p>
        </p:txBody>
      </p:sp>
      <p:cxnSp>
        <p:nvCxnSpPr>
          <p:cNvPr id="25" name="Straight Connector 71">
            <a:extLst>
              <a:ext uri="{FF2B5EF4-FFF2-40B4-BE49-F238E27FC236}">
                <a16:creationId xmlns:a16="http://schemas.microsoft.com/office/drawing/2014/main" id="{7DAF8E0F-69A8-46C0-A553-8F7AEB8DE9F8}"/>
              </a:ext>
            </a:extLst>
          </p:cNvPr>
          <p:cNvCxnSpPr/>
          <p:nvPr userDrawn="1"/>
        </p:nvCxnSpPr>
        <p:spPr>
          <a:xfrm>
            <a:off x="-272960" y="6275072"/>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26" name="TextBox 54">
            <a:extLst>
              <a:ext uri="{FF2B5EF4-FFF2-40B4-BE49-F238E27FC236}">
                <a16:creationId xmlns:a16="http://schemas.microsoft.com/office/drawing/2014/main" id="{C3BF8CAB-2B52-4268-A0F8-7C3911F1884E}"/>
              </a:ext>
            </a:extLst>
          </p:cNvPr>
          <p:cNvSpPr txBox="1">
            <a:spLocks/>
          </p:cNvSpPr>
          <p:nvPr userDrawn="1"/>
        </p:nvSpPr>
        <p:spPr>
          <a:xfrm>
            <a:off x="-1259880" y="397262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3</a:t>
            </a:r>
          </a:p>
        </p:txBody>
      </p:sp>
      <p:sp>
        <p:nvSpPr>
          <p:cNvPr id="27" name="Rectangle 55">
            <a:extLst>
              <a:ext uri="{FF2B5EF4-FFF2-40B4-BE49-F238E27FC236}">
                <a16:creationId xmlns:a16="http://schemas.microsoft.com/office/drawing/2014/main" id="{9C8ABB66-0F3D-452F-9D5C-84728B06FEA9}"/>
              </a:ext>
            </a:extLst>
          </p:cNvPr>
          <p:cNvSpPr/>
          <p:nvPr userDrawn="1"/>
        </p:nvSpPr>
        <p:spPr bwMode="gray">
          <a:xfrm>
            <a:off x="-324884" y="3972625"/>
            <a:ext cx="180000" cy="180000"/>
          </a:xfrm>
          <a:prstGeom prst="rect">
            <a:avLst/>
          </a:prstGeom>
          <a:solidFill>
            <a:srgbClr val="BE82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8" name="TextBox 56">
            <a:extLst>
              <a:ext uri="{FF2B5EF4-FFF2-40B4-BE49-F238E27FC236}">
                <a16:creationId xmlns:a16="http://schemas.microsoft.com/office/drawing/2014/main" id="{CECA7EC2-36A2-484A-B6D2-098E572F54CC}"/>
              </a:ext>
            </a:extLst>
          </p:cNvPr>
          <p:cNvSpPr txBox="1">
            <a:spLocks/>
          </p:cNvSpPr>
          <p:nvPr userDrawn="1"/>
        </p:nvSpPr>
        <p:spPr>
          <a:xfrm>
            <a:off x="-1259880" y="353580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1</a:t>
            </a:r>
          </a:p>
        </p:txBody>
      </p:sp>
      <p:sp>
        <p:nvSpPr>
          <p:cNvPr id="29" name="Rectangle 57">
            <a:extLst>
              <a:ext uri="{FF2B5EF4-FFF2-40B4-BE49-F238E27FC236}">
                <a16:creationId xmlns:a16="http://schemas.microsoft.com/office/drawing/2014/main" id="{BF1416A3-67B1-4A11-9530-7D420FB4B25E}"/>
              </a:ext>
            </a:extLst>
          </p:cNvPr>
          <p:cNvSpPr/>
          <p:nvPr userDrawn="1"/>
        </p:nvSpPr>
        <p:spPr bwMode="gray">
          <a:xfrm>
            <a:off x="-324884" y="3535805"/>
            <a:ext cx="180000" cy="180000"/>
          </a:xfrm>
          <a:prstGeom prst="rect">
            <a:avLst/>
          </a:prstGeom>
          <a:solidFill>
            <a:schemeClr val="accent4"/>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30" name="Rectangle 58">
            <a:extLst>
              <a:ext uri="{FF2B5EF4-FFF2-40B4-BE49-F238E27FC236}">
                <a16:creationId xmlns:a16="http://schemas.microsoft.com/office/drawing/2014/main" id="{ED469E8A-F7B6-4C6C-9002-9F30A16BB313}"/>
              </a:ext>
            </a:extLst>
          </p:cNvPr>
          <p:cNvSpPr/>
          <p:nvPr userDrawn="1"/>
        </p:nvSpPr>
        <p:spPr bwMode="gray">
          <a:xfrm>
            <a:off x="-324884" y="3754215"/>
            <a:ext cx="180000" cy="180000"/>
          </a:xfrm>
          <a:prstGeom prst="rect">
            <a:avLst/>
          </a:prstGeom>
          <a:solidFill>
            <a:srgbClr val="A055F5"/>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31" name="TextBox 59">
            <a:extLst>
              <a:ext uri="{FF2B5EF4-FFF2-40B4-BE49-F238E27FC236}">
                <a16:creationId xmlns:a16="http://schemas.microsoft.com/office/drawing/2014/main" id="{30754393-B662-466F-90E3-E5C3A2116B1E}"/>
              </a:ext>
            </a:extLst>
          </p:cNvPr>
          <p:cNvSpPr txBox="1">
            <a:spLocks/>
          </p:cNvSpPr>
          <p:nvPr userDrawn="1"/>
        </p:nvSpPr>
        <p:spPr>
          <a:xfrm>
            <a:off x="-1259880" y="375421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2</a:t>
            </a:r>
          </a:p>
        </p:txBody>
      </p:sp>
      <p:sp>
        <p:nvSpPr>
          <p:cNvPr id="32" name="Rectangle 66">
            <a:extLst>
              <a:ext uri="{FF2B5EF4-FFF2-40B4-BE49-F238E27FC236}">
                <a16:creationId xmlns:a16="http://schemas.microsoft.com/office/drawing/2014/main" id="{C3AB98F8-963F-4AA1-8E85-631653F5C3A9}"/>
              </a:ext>
            </a:extLst>
          </p:cNvPr>
          <p:cNvSpPr/>
          <p:nvPr userDrawn="1"/>
        </p:nvSpPr>
        <p:spPr bwMode="gray">
          <a:xfrm>
            <a:off x="-324720" y="5608521"/>
            <a:ext cx="180000" cy="180000"/>
          </a:xfrm>
          <a:prstGeom prst="rect">
            <a:avLst/>
          </a:prstGeom>
          <a:solidFill>
            <a:schemeClr val="tx1">
              <a:lumMod val="65000"/>
              <a:lumOff val="35000"/>
            </a:schemeClr>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3" name="TextBox 54">
            <a:extLst>
              <a:ext uri="{FF2B5EF4-FFF2-40B4-BE49-F238E27FC236}">
                <a16:creationId xmlns:a16="http://schemas.microsoft.com/office/drawing/2014/main" id="{66E416EE-BFA8-4699-98D6-4BB87BEDB994}"/>
              </a:ext>
            </a:extLst>
          </p:cNvPr>
          <p:cNvSpPr txBox="1"/>
          <p:nvPr userDrawn="1"/>
        </p:nvSpPr>
        <p:spPr>
          <a:xfrm>
            <a:off x="-863880" y="5608521"/>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3</a:t>
            </a:r>
          </a:p>
        </p:txBody>
      </p:sp>
      <p:sp>
        <p:nvSpPr>
          <p:cNvPr id="34" name="Rectangle 60">
            <a:extLst>
              <a:ext uri="{FF2B5EF4-FFF2-40B4-BE49-F238E27FC236}">
                <a16:creationId xmlns:a16="http://schemas.microsoft.com/office/drawing/2014/main" id="{6CD9662E-4002-4CEE-B538-DADB2F958DB6}"/>
              </a:ext>
            </a:extLst>
          </p:cNvPr>
          <p:cNvSpPr/>
          <p:nvPr userDrawn="1"/>
        </p:nvSpPr>
        <p:spPr bwMode="gray">
          <a:xfrm>
            <a:off x="-324720" y="5183545"/>
            <a:ext cx="180000" cy="180000"/>
          </a:xfrm>
          <a:prstGeom prst="rect">
            <a:avLst/>
          </a:prstGeom>
          <a:solidFill>
            <a:srgbClr val="96968C"/>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5" name="TextBox 56">
            <a:extLst>
              <a:ext uri="{FF2B5EF4-FFF2-40B4-BE49-F238E27FC236}">
                <a16:creationId xmlns:a16="http://schemas.microsoft.com/office/drawing/2014/main" id="{ABAE4B02-322B-4630-AA3D-3C24BC62B292}"/>
              </a:ext>
            </a:extLst>
          </p:cNvPr>
          <p:cNvSpPr txBox="1"/>
          <p:nvPr userDrawn="1"/>
        </p:nvSpPr>
        <p:spPr>
          <a:xfrm>
            <a:off x="-863880" y="5183545"/>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1</a:t>
            </a:r>
          </a:p>
        </p:txBody>
      </p:sp>
      <p:sp>
        <p:nvSpPr>
          <p:cNvPr id="36" name="Rectangle 61">
            <a:extLst>
              <a:ext uri="{FF2B5EF4-FFF2-40B4-BE49-F238E27FC236}">
                <a16:creationId xmlns:a16="http://schemas.microsoft.com/office/drawing/2014/main" id="{2B4069F8-6CF5-4D6B-9CAB-FC596587F35D}"/>
              </a:ext>
            </a:extLst>
          </p:cNvPr>
          <p:cNvSpPr/>
          <p:nvPr userDrawn="1"/>
        </p:nvSpPr>
        <p:spPr bwMode="gray">
          <a:xfrm>
            <a:off x="-324884" y="5396033"/>
            <a:ext cx="180000" cy="180000"/>
          </a:xfrm>
          <a:prstGeom prst="rect">
            <a:avLst/>
          </a:prstGeom>
          <a:solidFill>
            <a:srgbClr val="E6E6DC"/>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7" name="TextBox 59">
            <a:extLst>
              <a:ext uri="{FF2B5EF4-FFF2-40B4-BE49-F238E27FC236}">
                <a16:creationId xmlns:a16="http://schemas.microsoft.com/office/drawing/2014/main" id="{BEA551D9-B919-4578-8384-C858F5A7D73E}"/>
              </a:ext>
            </a:extLst>
          </p:cNvPr>
          <p:cNvSpPr txBox="1"/>
          <p:nvPr userDrawn="1"/>
        </p:nvSpPr>
        <p:spPr>
          <a:xfrm>
            <a:off x="-863880" y="5396033"/>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2</a:t>
            </a:r>
          </a:p>
        </p:txBody>
      </p:sp>
      <p:sp>
        <p:nvSpPr>
          <p:cNvPr id="38" name="TextBox 73">
            <a:extLst>
              <a:ext uri="{FF2B5EF4-FFF2-40B4-BE49-F238E27FC236}">
                <a16:creationId xmlns:a16="http://schemas.microsoft.com/office/drawing/2014/main" id="{F70C6268-9316-402C-9F74-B5C242CA1B99}"/>
              </a:ext>
            </a:extLst>
          </p:cNvPr>
          <p:cNvSpPr txBox="1"/>
          <p:nvPr userDrawn="1"/>
        </p:nvSpPr>
        <p:spPr>
          <a:xfrm>
            <a:off x="420713" y="-233053"/>
            <a:ext cx="1871812" cy="127639"/>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Begin Content Area</a:t>
            </a:r>
          </a:p>
        </p:txBody>
      </p:sp>
      <p:sp>
        <p:nvSpPr>
          <p:cNvPr id="39" name="TextBox 74">
            <a:extLst>
              <a:ext uri="{FF2B5EF4-FFF2-40B4-BE49-F238E27FC236}">
                <a16:creationId xmlns:a16="http://schemas.microsoft.com/office/drawing/2014/main" id="{3B2681FE-B05A-4DC6-A6CE-2D6D53AE237B}"/>
              </a:ext>
            </a:extLst>
          </p:cNvPr>
          <p:cNvSpPr txBox="1"/>
          <p:nvPr userDrawn="1"/>
        </p:nvSpPr>
        <p:spPr>
          <a:xfrm>
            <a:off x="10028974" y="-222232"/>
            <a:ext cx="1827269" cy="144000"/>
          </a:xfrm>
          <a:prstGeom prst="rect">
            <a:avLst/>
          </a:prstGeom>
          <a:noFill/>
        </p:spPr>
        <p:txBody>
          <a:bodyPr wrap="square" lIns="0" tIns="0" rIns="88615"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End Content Area</a:t>
            </a:r>
          </a:p>
        </p:txBody>
      </p:sp>
      <p:sp>
        <p:nvSpPr>
          <p:cNvPr id="40" name="TextBox 75">
            <a:extLst>
              <a:ext uri="{FF2B5EF4-FFF2-40B4-BE49-F238E27FC236}">
                <a16:creationId xmlns:a16="http://schemas.microsoft.com/office/drawing/2014/main" id="{F5660B5B-CEA6-478B-B0A8-E04317E25060}"/>
              </a:ext>
            </a:extLst>
          </p:cNvPr>
          <p:cNvSpPr txBox="1"/>
          <p:nvPr userDrawn="1"/>
        </p:nvSpPr>
        <p:spPr>
          <a:xfrm>
            <a:off x="6107205" y="-222232"/>
            <a:ext cx="1827269" cy="144000"/>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Center Type Area</a:t>
            </a:r>
          </a:p>
        </p:txBody>
      </p:sp>
      <p:cxnSp>
        <p:nvCxnSpPr>
          <p:cNvPr id="41" name="Straight Connector 77">
            <a:extLst>
              <a:ext uri="{FF2B5EF4-FFF2-40B4-BE49-F238E27FC236}">
                <a16:creationId xmlns:a16="http://schemas.microsoft.com/office/drawing/2014/main" id="{7B6333BB-4C76-49CC-8398-2E47EBF0E6D5}"/>
              </a:ext>
            </a:extLst>
          </p:cNvPr>
          <p:cNvCxnSpPr>
            <a:cxnSpLocks/>
          </p:cNvCxnSpPr>
          <p:nvPr userDrawn="1"/>
        </p:nvCxnSpPr>
        <p:spPr>
          <a:xfrm flipV="1">
            <a:off x="6096000"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42" name="Straight Connector 76">
            <a:extLst>
              <a:ext uri="{FF2B5EF4-FFF2-40B4-BE49-F238E27FC236}">
                <a16:creationId xmlns:a16="http://schemas.microsoft.com/office/drawing/2014/main" id="{DFA9F1EC-3869-4908-B543-F6E8BB7954F5}"/>
              </a:ext>
            </a:extLst>
          </p:cNvPr>
          <p:cNvCxnSpPr>
            <a:cxnSpLocks/>
          </p:cNvCxnSpPr>
          <p:nvPr userDrawn="1"/>
        </p:nvCxnSpPr>
        <p:spPr>
          <a:xfrm flipV="1">
            <a:off x="381000"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43" name="TextBox 70">
            <a:extLst>
              <a:ext uri="{FF2B5EF4-FFF2-40B4-BE49-F238E27FC236}">
                <a16:creationId xmlns:a16="http://schemas.microsoft.com/office/drawing/2014/main" id="{8DDD5E7A-53D8-4C19-930F-0C240C39DB7E}"/>
              </a:ext>
            </a:extLst>
          </p:cNvPr>
          <p:cNvSpPr txBox="1"/>
          <p:nvPr userDrawn="1"/>
        </p:nvSpPr>
        <p:spPr>
          <a:xfrm>
            <a:off x="-2099880" y="1018146"/>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Headline Line</a:t>
            </a:r>
          </a:p>
        </p:txBody>
      </p:sp>
      <p:cxnSp>
        <p:nvCxnSpPr>
          <p:cNvPr id="44" name="Straight Connector 71">
            <a:extLst>
              <a:ext uri="{FF2B5EF4-FFF2-40B4-BE49-F238E27FC236}">
                <a16:creationId xmlns:a16="http://schemas.microsoft.com/office/drawing/2014/main" id="{EE860C1A-0543-4B1D-8368-6897A7EC6D8B}"/>
              </a:ext>
            </a:extLst>
          </p:cNvPr>
          <p:cNvCxnSpPr/>
          <p:nvPr userDrawn="1"/>
        </p:nvCxnSpPr>
        <p:spPr>
          <a:xfrm>
            <a:off x="-272960" y="6453190"/>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45" name="Straight Connector 41">
            <a:extLst>
              <a:ext uri="{FF2B5EF4-FFF2-40B4-BE49-F238E27FC236}">
                <a16:creationId xmlns:a16="http://schemas.microsoft.com/office/drawing/2014/main" id="{EB996C1E-D37F-44CE-BC75-F006793749F0}"/>
              </a:ext>
            </a:extLst>
          </p:cNvPr>
          <p:cNvCxnSpPr/>
          <p:nvPr userDrawn="1"/>
        </p:nvCxnSpPr>
        <p:spPr>
          <a:xfrm>
            <a:off x="-252640" y="1087627"/>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46" name="TextBox 54">
            <a:extLst>
              <a:ext uri="{FF2B5EF4-FFF2-40B4-BE49-F238E27FC236}">
                <a16:creationId xmlns:a16="http://schemas.microsoft.com/office/drawing/2014/main" id="{723C54E6-F15E-40E9-BA40-3E6B79647CED}"/>
              </a:ext>
            </a:extLst>
          </p:cNvPr>
          <p:cNvSpPr txBox="1">
            <a:spLocks/>
          </p:cNvSpPr>
          <p:nvPr userDrawn="1"/>
        </p:nvSpPr>
        <p:spPr>
          <a:xfrm>
            <a:off x="-1259880" y="4409443"/>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5</a:t>
            </a:r>
          </a:p>
        </p:txBody>
      </p:sp>
      <p:sp>
        <p:nvSpPr>
          <p:cNvPr id="47" name="Rectangle 55">
            <a:extLst>
              <a:ext uri="{FF2B5EF4-FFF2-40B4-BE49-F238E27FC236}">
                <a16:creationId xmlns:a16="http://schemas.microsoft.com/office/drawing/2014/main" id="{DDFDD0E5-1D4A-41C9-A3AF-778B3C57EA43}"/>
              </a:ext>
            </a:extLst>
          </p:cNvPr>
          <p:cNvSpPr/>
          <p:nvPr userDrawn="1"/>
        </p:nvSpPr>
        <p:spPr bwMode="gray">
          <a:xfrm>
            <a:off x="-324884" y="4409445"/>
            <a:ext cx="180000" cy="180000"/>
          </a:xfrm>
          <a:prstGeom prst="rect">
            <a:avLst/>
          </a:prstGeom>
          <a:solidFill>
            <a:srgbClr val="E6DC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48" name="Rectangle 58">
            <a:extLst>
              <a:ext uri="{FF2B5EF4-FFF2-40B4-BE49-F238E27FC236}">
                <a16:creationId xmlns:a16="http://schemas.microsoft.com/office/drawing/2014/main" id="{2CB8800B-B132-40C4-B9C1-534E3E39922A}"/>
              </a:ext>
            </a:extLst>
          </p:cNvPr>
          <p:cNvSpPr/>
          <p:nvPr userDrawn="1"/>
        </p:nvSpPr>
        <p:spPr bwMode="gray">
          <a:xfrm>
            <a:off x="-324884" y="4191035"/>
            <a:ext cx="180000" cy="180000"/>
          </a:xfrm>
          <a:prstGeom prst="rect">
            <a:avLst/>
          </a:prstGeom>
          <a:solidFill>
            <a:srgbClr val="DCAF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49" name="TextBox 59">
            <a:extLst>
              <a:ext uri="{FF2B5EF4-FFF2-40B4-BE49-F238E27FC236}">
                <a16:creationId xmlns:a16="http://schemas.microsoft.com/office/drawing/2014/main" id="{6ED75C68-0418-4675-8D74-D913F119451F}"/>
              </a:ext>
            </a:extLst>
          </p:cNvPr>
          <p:cNvSpPr txBox="1">
            <a:spLocks/>
          </p:cNvSpPr>
          <p:nvPr userDrawn="1"/>
        </p:nvSpPr>
        <p:spPr>
          <a:xfrm>
            <a:off x="-1259880" y="4191034"/>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4</a:t>
            </a:r>
          </a:p>
        </p:txBody>
      </p:sp>
      <p:cxnSp>
        <p:nvCxnSpPr>
          <p:cNvPr id="50" name="Straight Connector 77">
            <a:extLst>
              <a:ext uri="{FF2B5EF4-FFF2-40B4-BE49-F238E27FC236}">
                <a16:creationId xmlns:a16="http://schemas.microsoft.com/office/drawing/2014/main" id="{5A7C8021-455A-455B-B9DB-C12CAAED8A4C}"/>
              </a:ext>
            </a:extLst>
          </p:cNvPr>
          <p:cNvCxnSpPr>
            <a:cxnSpLocks/>
          </p:cNvCxnSpPr>
          <p:nvPr userDrawn="1"/>
        </p:nvCxnSpPr>
        <p:spPr>
          <a:xfrm flipV="1">
            <a:off x="11807951"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51" name="TextBox 72">
            <a:extLst>
              <a:ext uri="{FF2B5EF4-FFF2-40B4-BE49-F238E27FC236}">
                <a16:creationId xmlns:a16="http://schemas.microsoft.com/office/drawing/2014/main" id="{309029D0-FBD1-4081-8F3F-1E9D71335AED}"/>
              </a:ext>
            </a:extLst>
          </p:cNvPr>
          <p:cNvSpPr txBox="1"/>
          <p:nvPr userDrawn="1"/>
        </p:nvSpPr>
        <p:spPr>
          <a:xfrm>
            <a:off x="-2099880" y="6204621"/>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Footer</a:t>
            </a:r>
          </a:p>
        </p:txBody>
      </p:sp>
    </p:spTree>
    <p:extLst>
      <p:ext uri="{BB962C8B-B14F-4D97-AF65-F5344CB8AC3E}">
        <p14:creationId xmlns:p14="http://schemas.microsoft.com/office/powerpoint/2010/main" val="3962495643"/>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Full Bleed Image">
    <p:bg>
      <p:bgPr>
        <a:solidFill>
          <a:schemeClr val="accent3"/>
        </a:solidFill>
        <a:effectLst/>
      </p:bgPr>
    </p:bg>
    <p:spTree>
      <p:nvGrpSpPr>
        <p:cNvPr id="1" name=""/>
        <p:cNvGrpSpPr/>
        <p:nvPr/>
      </p:nvGrpSpPr>
      <p:grpSpPr>
        <a:xfrm>
          <a:off x="0" y="0"/>
          <a:ext cx="0" cy="0"/>
          <a:chOff x="0" y="0"/>
          <a:chExt cx="0" cy="0"/>
        </a:xfrm>
      </p:grpSpPr>
      <p:sp>
        <p:nvSpPr>
          <p:cNvPr id="11" name="Picture Placeholder 18">
            <a:extLst>
              <a:ext uri="{FF2B5EF4-FFF2-40B4-BE49-F238E27FC236}">
                <a16:creationId xmlns:a16="http://schemas.microsoft.com/office/drawing/2014/main" id="{0302C3C0-FF67-42ED-97D5-60E1344FC3C3}"/>
              </a:ext>
            </a:extLst>
          </p:cNvPr>
          <p:cNvSpPr>
            <a:spLocks noGrp="1"/>
          </p:cNvSpPr>
          <p:nvPr>
            <p:ph type="pic" sz="quarter" idx="13" hasCustomPrompt="1"/>
          </p:nvPr>
        </p:nvSpPr>
        <p:spPr>
          <a:xfrm>
            <a:off x="0" y="0"/>
            <a:ext cx="12192000" cy="6858000"/>
          </a:xfrm>
          <a:noFill/>
        </p:spPr>
        <p:txBody>
          <a:bodyPr tIns="274320" bIns="274320" anchor="t"/>
          <a:lstStyle>
            <a:lvl1pPr marL="0" indent="0" algn="ctr">
              <a:buNone/>
              <a:defRPr sz="1400" b="0">
                <a:solidFill>
                  <a:schemeClr val="tx2"/>
                </a:solidFill>
              </a:defRPr>
            </a:lvl1pPr>
          </a:lstStyle>
          <a:p>
            <a:r>
              <a:rPr lang="en-GB" dirty="0"/>
              <a:t>Add image, then ‘Send to Back’</a:t>
            </a:r>
            <a:endParaRPr lang="en-US" dirty="0"/>
          </a:p>
        </p:txBody>
      </p:sp>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39" y="2015925"/>
            <a:ext cx="8656320" cy="2826150"/>
          </a:xfrm>
        </p:spPr>
        <p:txBody>
          <a:bodyPr anchor="ctr"/>
          <a:lstStyle>
            <a:lvl1pPr algn="ctr">
              <a:defRPr sz="5400">
                <a:solidFill>
                  <a:schemeClr val="tx1"/>
                </a:solidFill>
              </a:defRPr>
            </a:lvl1pPr>
          </a:lstStyle>
          <a:p>
            <a:r>
              <a:rPr lang="en-US" dirty="0"/>
              <a:t>Place headline here</a:t>
            </a:r>
          </a:p>
        </p:txBody>
      </p:sp>
      <p:pic>
        <p:nvPicPr>
          <p:cNvPr id="3" name="Picture 2">
            <a:extLst>
              <a:ext uri="{FF2B5EF4-FFF2-40B4-BE49-F238E27FC236}">
                <a16:creationId xmlns:a16="http://schemas.microsoft.com/office/drawing/2014/main" id="{BD6F1257-AA6C-44C6-86DE-CAD089D089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8" name="Slide Number Placeholder 6">
            <a:extLst>
              <a:ext uri="{FF2B5EF4-FFF2-40B4-BE49-F238E27FC236}">
                <a16:creationId xmlns:a16="http://schemas.microsoft.com/office/drawing/2014/main" id="{28ACB7EA-E7A1-452B-89CA-4FA566F73421}"/>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lvl1pPr algn="r">
              <a:defRPr lang="en-US" sz="800" smtClean="0">
                <a:solidFill>
                  <a:schemeClr val="tx1">
                    <a:alpha val="75000"/>
                  </a:schemeClr>
                </a:solidFill>
              </a:defRPr>
            </a:lvl1pPr>
          </a:lstStyle>
          <a:p>
            <a:pPr algn="r" defTabSz="228600">
              <a:spcAft>
                <a:spcPts val="1200"/>
              </a:spcAft>
            </a:pPr>
            <a:fld id="{CC9E6EB9-168E-4914-8CC7-2E853AFB4F1B}" type="slidenum">
              <a:rPr lang="en-GB" smtClean="0"/>
              <a:pPr algn="r" defTabSz="228600">
                <a:spcAft>
                  <a:spcPts val="1200"/>
                </a:spcAft>
              </a:pPr>
              <a:t>‹#›</a:t>
            </a:fld>
            <a:endParaRPr lang="en-GB"/>
          </a:p>
        </p:txBody>
      </p:sp>
      <p:sp>
        <p:nvSpPr>
          <p:cNvPr id="7" name="TextBox 6">
            <a:extLst>
              <a:ext uri="{FF2B5EF4-FFF2-40B4-BE49-F238E27FC236}">
                <a16:creationId xmlns:a16="http://schemas.microsoft.com/office/drawing/2014/main" id="{9DE018DE-8A90-C842-A7BE-D441C9648D56}"/>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alpha val="75000"/>
                  </a:schemeClr>
                </a:solidFill>
              </a:rPr>
              <a:t>Copyright © Accenture. All rights reserved.</a:t>
            </a:r>
            <a:endParaRPr lang="en-US" noProof="0" dirty="0">
              <a:solidFill>
                <a:schemeClr val="tx1">
                  <a:alpha val="75000"/>
                </a:schemeClr>
              </a:solidFill>
            </a:endParaRPr>
          </a:p>
        </p:txBody>
      </p:sp>
      <p:cxnSp>
        <p:nvCxnSpPr>
          <p:cNvPr id="9" name="Straight Connector 41">
            <a:extLst>
              <a:ext uri="{FF2B5EF4-FFF2-40B4-BE49-F238E27FC236}">
                <a16:creationId xmlns:a16="http://schemas.microsoft.com/office/drawing/2014/main" id="{E32624C2-502F-4571-9721-F68903AB6308}"/>
              </a:ext>
            </a:extLst>
          </p:cNvPr>
          <p:cNvCxnSpPr/>
          <p:nvPr userDrawn="1"/>
        </p:nvCxnSpPr>
        <p:spPr>
          <a:xfrm>
            <a:off x="-252640" y="1380044"/>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10" name="Straight Connector 50">
            <a:extLst>
              <a:ext uri="{FF2B5EF4-FFF2-40B4-BE49-F238E27FC236}">
                <a16:creationId xmlns:a16="http://schemas.microsoft.com/office/drawing/2014/main" id="{F0FAEB87-98E6-4E4A-A02E-028701B7A237}"/>
              </a:ext>
            </a:extLst>
          </p:cNvPr>
          <p:cNvCxnSpPr/>
          <p:nvPr userDrawn="1"/>
        </p:nvCxnSpPr>
        <p:spPr>
          <a:xfrm>
            <a:off x="-252640" y="1662728"/>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12" name="TextBox 51">
            <a:extLst>
              <a:ext uri="{FF2B5EF4-FFF2-40B4-BE49-F238E27FC236}">
                <a16:creationId xmlns:a16="http://schemas.microsoft.com/office/drawing/2014/main" id="{C16CC4D1-8076-4EF5-B629-690D43A9B1A0}"/>
              </a:ext>
            </a:extLst>
          </p:cNvPr>
          <p:cNvSpPr txBox="1"/>
          <p:nvPr userDrawn="1"/>
        </p:nvSpPr>
        <p:spPr>
          <a:xfrm>
            <a:off x="-2102745" y="1549691"/>
            <a:ext cx="1778865" cy="222546"/>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Upper Guide Content</a:t>
            </a:r>
          </a:p>
        </p:txBody>
      </p:sp>
      <p:sp>
        <p:nvSpPr>
          <p:cNvPr id="13" name="TextBox 52">
            <a:extLst>
              <a:ext uri="{FF2B5EF4-FFF2-40B4-BE49-F238E27FC236}">
                <a16:creationId xmlns:a16="http://schemas.microsoft.com/office/drawing/2014/main" id="{EA0B1E89-F547-47DB-B104-2AA17957875B}"/>
              </a:ext>
            </a:extLst>
          </p:cNvPr>
          <p:cNvSpPr txBox="1"/>
          <p:nvPr userDrawn="1"/>
        </p:nvSpPr>
        <p:spPr>
          <a:xfrm>
            <a:off x="-2099880" y="308408"/>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Tagline</a:t>
            </a:r>
          </a:p>
        </p:txBody>
      </p:sp>
      <p:cxnSp>
        <p:nvCxnSpPr>
          <p:cNvPr id="14" name="Straight Connector 53">
            <a:extLst>
              <a:ext uri="{FF2B5EF4-FFF2-40B4-BE49-F238E27FC236}">
                <a16:creationId xmlns:a16="http://schemas.microsoft.com/office/drawing/2014/main" id="{3BECA3E4-BA7F-4447-AA32-8F97E7A83664}"/>
              </a:ext>
            </a:extLst>
          </p:cNvPr>
          <p:cNvCxnSpPr>
            <a:cxnSpLocks/>
          </p:cNvCxnSpPr>
          <p:nvPr userDrawn="1"/>
        </p:nvCxnSpPr>
        <p:spPr>
          <a:xfrm flipV="1">
            <a:off x="-252640" y="383287"/>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15" name="TextBox 54">
            <a:extLst>
              <a:ext uri="{FF2B5EF4-FFF2-40B4-BE49-F238E27FC236}">
                <a16:creationId xmlns:a16="http://schemas.microsoft.com/office/drawing/2014/main" id="{A74D5A04-BC3A-4331-ADD6-1E3494D5128A}"/>
              </a:ext>
            </a:extLst>
          </p:cNvPr>
          <p:cNvSpPr txBox="1">
            <a:spLocks/>
          </p:cNvSpPr>
          <p:nvPr userDrawn="1"/>
        </p:nvSpPr>
        <p:spPr>
          <a:xfrm>
            <a:off x="-1859880" y="310259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3</a:t>
            </a:r>
          </a:p>
        </p:txBody>
      </p:sp>
      <p:sp>
        <p:nvSpPr>
          <p:cNvPr id="16" name="Rectangle 55">
            <a:extLst>
              <a:ext uri="{FF2B5EF4-FFF2-40B4-BE49-F238E27FC236}">
                <a16:creationId xmlns:a16="http://schemas.microsoft.com/office/drawing/2014/main" id="{7B438817-132D-469F-B16F-7DE01E689986}"/>
              </a:ext>
            </a:extLst>
          </p:cNvPr>
          <p:cNvSpPr/>
          <p:nvPr userDrawn="1"/>
        </p:nvSpPr>
        <p:spPr bwMode="gray">
          <a:xfrm>
            <a:off x="-324720" y="3102598"/>
            <a:ext cx="180000" cy="180000"/>
          </a:xfrm>
          <a:prstGeom prst="rect">
            <a:avLst/>
          </a:prstGeom>
          <a:solidFill>
            <a:schemeClr val="accent3"/>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7" name="TextBox 56">
            <a:extLst>
              <a:ext uri="{FF2B5EF4-FFF2-40B4-BE49-F238E27FC236}">
                <a16:creationId xmlns:a16="http://schemas.microsoft.com/office/drawing/2014/main" id="{C01D1B98-AF7A-4A78-920E-0C0144C742DD}"/>
              </a:ext>
            </a:extLst>
          </p:cNvPr>
          <p:cNvSpPr txBox="1">
            <a:spLocks/>
          </p:cNvSpPr>
          <p:nvPr userDrawn="1"/>
        </p:nvSpPr>
        <p:spPr>
          <a:xfrm>
            <a:off x="-1859880" y="2673934"/>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1</a:t>
            </a:r>
          </a:p>
        </p:txBody>
      </p:sp>
      <p:sp>
        <p:nvSpPr>
          <p:cNvPr id="18" name="Rectangle 57">
            <a:extLst>
              <a:ext uri="{FF2B5EF4-FFF2-40B4-BE49-F238E27FC236}">
                <a16:creationId xmlns:a16="http://schemas.microsoft.com/office/drawing/2014/main" id="{BD265B16-7C7C-4A0B-A2F7-C1D10EA8754B}"/>
              </a:ext>
            </a:extLst>
          </p:cNvPr>
          <p:cNvSpPr/>
          <p:nvPr userDrawn="1"/>
        </p:nvSpPr>
        <p:spPr bwMode="gray">
          <a:xfrm>
            <a:off x="-324720" y="2673934"/>
            <a:ext cx="180000" cy="180000"/>
          </a:xfrm>
          <a:prstGeom prst="rect">
            <a:avLst/>
          </a:prstGeom>
          <a:solidFill>
            <a:schemeClr val="accent1"/>
          </a:solidFill>
          <a:ln w="6350" cap="flat" cmpd="sng" algn="ctr">
            <a:solidFill>
              <a:schemeClr val="tx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srgbClr val="BEBEBE">
                  <a:lumMod val="100000"/>
                </a:srgbClr>
              </a:solidFill>
              <a:effectLst/>
              <a:uLnTx/>
              <a:uFillTx/>
              <a:latin typeface="Graphik"/>
              <a:ea typeface="+mn-ea"/>
              <a:cs typeface="+mn-cs"/>
            </a:endParaRPr>
          </a:p>
        </p:txBody>
      </p:sp>
      <p:sp>
        <p:nvSpPr>
          <p:cNvPr id="19" name="Rectangle 58">
            <a:extLst>
              <a:ext uri="{FF2B5EF4-FFF2-40B4-BE49-F238E27FC236}">
                <a16:creationId xmlns:a16="http://schemas.microsoft.com/office/drawing/2014/main" id="{C36589F5-A3A7-4837-B281-F4B91559B858}"/>
              </a:ext>
            </a:extLst>
          </p:cNvPr>
          <p:cNvSpPr/>
          <p:nvPr userDrawn="1"/>
        </p:nvSpPr>
        <p:spPr bwMode="gray">
          <a:xfrm>
            <a:off x="-324720" y="2888266"/>
            <a:ext cx="180000" cy="180000"/>
          </a:xfrm>
          <a:prstGeom prst="rect">
            <a:avLst/>
          </a:prstGeom>
          <a:solidFill>
            <a:schemeClr val="accent2"/>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0" name="TextBox 59">
            <a:extLst>
              <a:ext uri="{FF2B5EF4-FFF2-40B4-BE49-F238E27FC236}">
                <a16:creationId xmlns:a16="http://schemas.microsoft.com/office/drawing/2014/main" id="{63F08FB3-8BC9-4B6B-A503-A5A9B6AAE293}"/>
              </a:ext>
            </a:extLst>
          </p:cNvPr>
          <p:cNvSpPr txBox="1">
            <a:spLocks/>
          </p:cNvSpPr>
          <p:nvPr userDrawn="1"/>
        </p:nvSpPr>
        <p:spPr>
          <a:xfrm>
            <a:off x="-1859880" y="288826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2</a:t>
            </a:r>
          </a:p>
        </p:txBody>
      </p:sp>
      <p:sp>
        <p:nvSpPr>
          <p:cNvPr id="21" name="TextBox 65">
            <a:extLst>
              <a:ext uri="{FF2B5EF4-FFF2-40B4-BE49-F238E27FC236}">
                <a16:creationId xmlns:a16="http://schemas.microsoft.com/office/drawing/2014/main" id="{B9B76539-AADE-4131-8D69-C72D1B47181E}"/>
              </a:ext>
            </a:extLst>
          </p:cNvPr>
          <p:cNvSpPr txBox="1"/>
          <p:nvPr userDrawn="1"/>
        </p:nvSpPr>
        <p:spPr>
          <a:xfrm>
            <a:off x="-1859880" y="5819900"/>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White</a:t>
            </a:r>
          </a:p>
        </p:txBody>
      </p:sp>
      <p:sp>
        <p:nvSpPr>
          <p:cNvPr id="22" name="Rectangle 67">
            <a:extLst>
              <a:ext uri="{FF2B5EF4-FFF2-40B4-BE49-F238E27FC236}">
                <a16:creationId xmlns:a16="http://schemas.microsoft.com/office/drawing/2014/main" id="{43C94743-BD9F-4826-974C-BBE7CA5026E8}"/>
              </a:ext>
            </a:extLst>
          </p:cNvPr>
          <p:cNvSpPr/>
          <p:nvPr userDrawn="1"/>
        </p:nvSpPr>
        <p:spPr bwMode="gray">
          <a:xfrm>
            <a:off x="-324720" y="5819903"/>
            <a:ext cx="180000" cy="180000"/>
          </a:xfrm>
          <a:prstGeom prst="rect">
            <a:avLst/>
          </a:prstGeom>
          <a:solidFill>
            <a:schemeClr val="bg1"/>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3" name="Rectangle 68">
            <a:extLst>
              <a:ext uri="{FF2B5EF4-FFF2-40B4-BE49-F238E27FC236}">
                <a16:creationId xmlns:a16="http://schemas.microsoft.com/office/drawing/2014/main" id="{16837CDF-5EB7-4984-9DD3-C0079F84BD03}"/>
              </a:ext>
            </a:extLst>
          </p:cNvPr>
          <p:cNvSpPr>
            <a:spLocks/>
          </p:cNvSpPr>
          <p:nvPr userDrawn="1"/>
        </p:nvSpPr>
        <p:spPr bwMode="gray">
          <a:xfrm>
            <a:off x="-324884" y="4962578"/>
            <a:ext cx="180000" cy="180000"/>
          </a:xfrm>
          <a:prstGeom prst="rect">
            <a:avLst/>
          </a:prstGeom>
          <a:solidFill>
            <a:schemeClr val="tx1"/>
          </a:solidFill>
          <a:ln w="6350" cap="flat" cmpd="sng" algn="ctr">
            <a:solidFill>
              <a:schemeClr val="tx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4" name="TextBox 69">
            <a:extLst>
              <a:ext uri="{FF2B5EF4-FFF2-40B4-BE49-F238E27FC236}">
                <a16:creationId xmlns:a16="http://schemas.microsoft.com/office/drawing/2014/main" id="{066CE304-A3C4-49E8-8598-2922203DBA82}"/>
              </a:ext>
            </a:extLst>
          </p:cNvPr>
          <p:cNvSpPr txBox="1">
            <a:spLocks/>
          </p:cNvSpPr>
          <p:nvPr userDrawn="1"/>
        </p:nvSpPr>
        <p:spPr>
          <a:xfrm>
            <a:off x="-1859880" y="4962575"/>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Black (Text)</a:t>
            </a:r>
          </a:p>
        </p:txBody>
      </p:sp>
      <p:sp>
        <p:nvSpPr>
          <p:cNvPr id="25" name="TextBox 70">
            <a:extLst>
              <a:ext uri="{FF2B5EF4-FFF2-40B4-BE49-F238E27FC236}">
                <a16:creationId xmlns:a16="http://schemas.microsoft.com/office/drawing/2014/main" id="{5B9213CA-D874-4D21-85A7-AF7F7E97D631}"/>
              </a:ext>
            </a:extLst>
          </p:cNvPr>
          <p:cNvSpPr txBox="1"/>
          <p:nvPr userDrawn="1"/>
        </p:nvSpPr>
        <p:spPr>
          <a:xfrm>
            <a:off x="-2099880" y="1302877"/>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Sub-Headline Line</a:t>
            </a:r>
          </a:p>
        </p:txBody>
      </p:sp>
      <p:cxnSp>
        <p:nvCxnSpPr>
          <p:cNvPr id="26" name="Straight Connector 71">
            <a:extLst>
              <a:ext uri="{FF2B5EF4-FFF2-40B4-BE49-F238E27FC236}">
                <a16:creationId xmlns:a16="http://schemas.microsoft.com/office/drawing/2014/main" id="{7C4E77BD-AA1A-49A2-8A61-1EB7BA4ACCDF}"/>
              </a:ext>
            </a:extLst>
          </p:cNvPr>
          <p:cNvCxnSpPr/>
          <p:nvPr userDrawn="1"/>
        </p:nvCxnSpPr>
        <p:spPr>
          <a:xfrm>
            <a:off x="-272960" y="6275072"/>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27" name="TextBox 54">
            <a:extLst>
              <a:ext uri="{FF2B5EF4-FFF2-40B4-BE49-F238E27FC236}">
                <a16:creationId xmlns:a16="http://schemas.microsoft.com/office/drawing/2014/main" id="{708EF2CA-FD87-4697-9894-1767CF71108B}"/>
              </a:ext>
            </a:extLst>
          </p:cNvPr>
          <p:cNvSpPr txBox="1">
            <a:spLocks/>
          </p:cNvSpPr>
          <p:nvPr userDrawn="1"/>
        </p:nvSpPr>
        <p:spPr>
          <a:xfrm>
            <a:off x="-1259880" y="397262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3</a:t>
            </a:r>
          </a:p>
        </p:txBody>
      </p:sp>
      <p:sp>
        <p:nvSpPr>
          <p:cNvPr id="28" name="Rectangle 55">
            <a:extLst>
              <a:ext uri="{FF2B5EF4-FFF2-40B4-BE49-F238E27FC236}">
                <a16:creationId xmlns:a16="http://schemas.microsoft.com/office/drawing/2014/main" id="{EBC282DA-7621-4843-B3B0-9F4FD92686FF}"/>
              </a:ext>
            </a:extLst>
          </p:cNvPr>
          <p:cNvSpPr/>
          <p:nvPr userDrawn="1"/>
        </p:nvSpPr>
        <p:spPr bwMode="gray">
          <a:xfrm>
            <a:off x="-324884" y="3972625"/>
            <a:ext cx="180000" cy="180000"/>
          </a:xfrm>
          <a:prstGeom prst="rect">
            <a:avLst/>
          </a:prstGeom>
          <a:solidFill>
            <a:srgbClr val="BE82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9" name="TextBox 56">
            <a:extLst>
              <a:ext uri="{FF2B5EF4-FFF2-40B4-BE49-F238E27FC236}">
                <a16:creationId xmlns:a16="http://schemas.microsoft.com/office/drawing/2014/main" id="{3E259599-1FB8-474F-8FB0-286DF193003D}"/>
              </a:ext>
            </a:extLst>
          </p:cNvPr>
          <p:cNvSpPr txBox="1">
            <a:spLocks/>
          </p:cNvSpPr>
          <p:nvPr userDrawn="1"/>
        </p:nvSpPr>
        <p:spPr>
          <a:xfrm>
            <a:off x="-1259880" y="353580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1</a:t>
            </a:r>
          </a:p>
        </p:txBody>
      </p:sp>
      <p:sp>
        <p:nvSpPr>
          <p:cNvPr id="30" name="Rectangle 57">
            <a:extLst>
              <a:ext uri="{FF2B5EF4-FFF2-40B4-BE49-F238E27FC236}">
                <a16:creationId xmlns:a16="http://schemas.microsoft.com/office/drawing/2014/main" id="{EF72B74E-C29E-416E-BCDC-8FF346A02730}"/>
              </a:ext>
            </a:extLst>
          </p:cNvPr>
          <p:cNvSpPr/>
          <p:nvPr userDrawn="1"/>
        </p:nvSpPr>
        <p:spPr bwMode="gray">
          <a:xfrm>
            <a:off x="-324884" y="3535805"/>
            <a:ext cx="180000" cy="180000"/>
          </a:xfrm>
          <a:prstGeom prst="rect">
            <a:avLst/>
          </a:prstGeom>
          <a:solidFill>
            <a:schemeClr val="accent4"/>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31" name="Rectangle 58">
            <a:extLst>
              <a:ext uri="{FF2B5EF4-FFF2-40B4-BE49-F238E27FC236}">
                <a16:creationId xmlns:a16="http://schemas.microsoft.com/office/drawing/2014/main" id="{6AC0A857-D837-40C8-98D8-032BFAA3A672}"/>
              </a:ext>
            </a:extLst>
          </p:cNvPr>
          <p:cNvSpPr/>
          <p:nvPr userDrawn="1"/>
        </p:nvSpPr>
        <p:spPr bwMode="gray">
          <a:xfrm>
            <a:off x="-324884" y="3754215"/>
            <a:ext cx="180000" cy="180000"/>
          </a:xfrm>
          <a:prstGeom prst="rect">
            <a:avLst/>
          </a:prstGeom>
          <a:solidFill>
            <a:srgbClr val="A055F5"/>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32" name="TextBox 59">
            <a:extLst>
              <a:ext uri="{FF2B5EF4-FFF2-40B4-BE49-F238E27FC236}">
                <a16:creationId xmlns:a16="http://schemas.microsoft.com/office/drawing/2014/main" id="{636CE5C3-5083-4ADA-817F-6A57728C7E71}"/>
              </a:ext>
            </a:extLst>
          </p:cNvPr>
          <p:cNvSpPr txBox="1">
            <a:spLocks/>
          </p:cNvSpPr>
          <p:nvPr userDrawn="1"/>
        </p:nvSpPr>
        <p:spPr>
          <a:xfrm>
            <a:off x="-1259880" y="375421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2</a:t>
            </a:r>
          </a:p>
        </p:txBody>
      </p:sp>
      <p:sp>
        <p:nvSpPr>
          <p:cNvPr id="33" name="Rectangle 66">
            <a:extLst>
              <a:ext uri="{FF2B5EF4-FFF2-40B4-BE49-F238E27FC236}">
                <a16:creationId xmlns:a16="http://schemas.microsoft.com/office/drawing/2014/main" id="{BA780F61-2B2E-4A44-BACC-907C4E3CCCAE}"/>
              </a:ext>
            </a:extLst>
          </p:cNvPr>
          <p:cNvSpPr/>
          <p:nvPr userDrawn="1"/>
        </p:nvSpPr>
        <p:spPr bwMode="gray">
          <a:xfrm>
            <a:off x="-324720" y="5608521"/>
            <a:ext cx="180000" cy="180000"/>
          </a:xfrm>
          <a:prstGeom prst="rect">
            <a:avLst/>
          </a:prstGeom>
          <a:solidFill>
            <a:schemeClr val="tx1">
              <a:lumMod val="65000"/>
              <a:lumOff val="35000"/>
            </a:schemeClr>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4" name="TextBox 54">
            <a:extLst>
              <a:ext uri="{FF2B5EF4-FFF2-40B4-BE49-F238E27FC236}">
                <a16:creationId xmlns:a16="http://schemas.microsoft.com/office/drawing/2014/main" id="{B987A636-9E40-4DF6-9602-5687A48832EA}"/>
              </a:ext>
            </a:extLst>
          </p:cNvPr>
          <p:cNvSpPr txBox="1"/>
          <p:nvPr userDrawn="1"/>
        </p:nvSpPr>
        <p:spPr>
          <a:xfrm>
            <a:off x="-863880" y="5608521"/>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3</a:t>
            </a:r>
          </a:p>
        </p:txBody>
      </p:sp>
      <p:sp>
        <p:nvSpPr>
          <p:cNvPr id="35" name="Rectangle 60">
            <a:extLst>
              <a:ext uri="{FF2B5EF4-FFF2-40B4-BE49-F238E27FC236}">
                <a16:creationId xmlns:a16="http://schemas.microsoft.com/office/drawing/2014/main" id="{ACF87B46-91B7-4019-A4F8-8E66ADE7CE0A}"/>
              </a:ext>
            </a:extLst>
          </p:cNvPr>
          <p:cNvSpPr/>
          <p:nvPr userDrawn="1"/>
        </p:nvSpPr>
        <p:spPr bwMode="gray">
          <a:xfrm>
            <a:off x="-324720" y="5183545"/>
            <a:ext cx="180000" cy="180000"/>
          </a:xfrm>
          <a:prstGeom prst="rect">
            <a:avLst/>
          </a:prstGeom>
          <a:solidFill>
            <a:srgbClr val="96968C"/>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6" name="TextBox 56">
            <a:extLst>
              <a:ext uri="{FF2B5EF4-FFF2-40B4-BE49-F238E27FC236}">
                <a16:creationId xmlns:a16="http://schemas.microsoft.com/office/drawing/2014/main" id="{E22CD146-8E87-4E52-BCC9-6B1CBAA9207E}"/>
              </a:ext>
            </a:extLst>
          </p:cNvPr>
          <p:cNvSpPr txBox="1"/>
          <p:nvPr userDrawn="1"/>
        </p:nvSpPr>
        <p:spPr>
          <a:xfrm>
            <a:off x="-863880" y="5183545"/>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1</a:t>
            </a:r>
          </a:p>
        </p:txBody>
      </p:sp>
      <p:sp>
        <p:nvSpPr>
          <p:cNvPr id="37" name="Rectangle 61">
            <a:extLst>
              <a:ext uri="{FF2B5EF4-FFF2-40B4-BE49-F238E27FC236}">
                <a16:creationId xmlns:a16="http://schemas.microsoft.com/office/drawing/2014/main" id="{FCF6B87B-CFBA-4D8E-B7B8-039E7020EDEE}"/>
              </a:ext>
            </a:extLst>
          </p:cNvPr>
          <p:cNvSpPr/>
          <p:nvPr userDrawn="1"/>
        </p:nvSpPr>
        <p:spPr bwMode="gray">
          <a:xfrm>
            <a:off x="-324884" y="5396033"/>
            <a:ext cx="180000" cy="180000"/>
          </a:xfrm>
          <a:prstGeom prst="rect">
            <a:avLst/>
          </a:prstGeom>
          <a:solidFill>
            <a:srgbClr val="E6E6DC"/>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8" name="TextBox 59">
            <a:extLst>
              <a:ext uri="{FF2B5EF4-FFF2-40B4-BE49-F238E27FC236}">
                <a16:creationId xmlns:a16="http://schemas.microsoft.com/office/drawing/2014/main" id="{B09054CF-0410-433C-BCC7-3A2FDF30CF11}"/>
              </a:ext>
            </a:extLst>
          </p:cNvPr>
          <p:cNvSpPr txBox="1"/>
          <p:nvPr userDrawn="1"/>
        </p:nvSpPr>
        <p:spPr>
          <a:xfrm>
            <a:off x="-863880" y="5396033"/>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2</a:t>
            </a:r>
          </a:p>
        </p:txBody>
      </p:sp>
      <p:sp>
        <p:nvSpPr>
          <p:cNvPr id="39" name="TextBox 73">
            <a:extLst>
              <a:ext uri="{FF2B5EF4-FFF2-40B4-BE49-F238E27FC236}">
                <a16:creationId xmlns:a16="http://schemas.microsoft.com/office/drawing/2014/main" id="{910B654E-8CB8-4A98-A064-D4B4E44203C5}"/>
              </a:ext>
            </a:extLst>
          </p:cNvPr>
          <p:cNvSpPr txBox="1"/>
          <p:nvPr userDrawn="1"/>
        </p:nvSpPr>
        <p:spPr>
          <a:xfrm>
            <a:off x="420713" y="-233053"/>
            <a:ext cx="1871812" cy="127639"/>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Begin Content Area</a:t>
            </a:r>
          </a:p>
        </p:txBody>
      </p:sp>
      <p:sp>
        <p:nvSpPr>
          <p:cNvPr id="40" name="TextBox 74">
            <a:extLst>
              <a:ext uri="{FF2B5EF4-FFF2-40B4-BE49-F238E27FC236}">
                <a16:creationId xmlns:a16="http://schemas.microsoft.com/office/drawing/2014/main" id="{5F9B4A54-5782-4E0F-958C-824A9B4527B1}"/>
              </a:ext>
            </a:extLst>
          </p:cNvPr>
          <p:cNvSpPr txBox="1"/>
          <p:nvPr userDrawn="1"/>
        </p:nvSpPr>
        <p:spPr>
          <a:xfrm>
            <a:off x="10028974" y="-222232"/>
            <a:ext cx="1827269" cy="144000"/>
          </a:xfrm>
          <a:prstGeom prst="rect">
            <a:avLst/>
          </a:prstGeom>
          <a:noFill/>
        </p:spPr>
        <p:txBody>
          <a:bodyPr wrap="square" lIns="0" tIns="0" rIns="88615"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End Content Area</a:t>
            </a:r>
          </a:p>
        </p:txBody>
      </p:sp>
      <p:sp>
        <p:nvSpPr>
          <p:cNvPr id="41" name="TextBox 75">
            <a:extLst>
              <a:ext uri="{FF2B5EF4-FFF2-40B4-BE49-F238E27FC236}">
                <a16:creationId xmlns:a16="http://schemas.microsoft.com/office/drawing/2014/main" id="{E6D205CD-7EA4-4BDA-A0F9-8AD21EA0E145}"/>
              </a:ext>
            </a:extLst>
          </p:cNvPr>
          <p:cNvSpPr txBox="1"/>
          <p:nvPr userDrawn="1"/>
        </p:nvSpPr>
        <p:spPr>
          <a:xfrm>
            <a:off x="6107205" y="-222232"/>
            <a:ext cx="1827269" cy="144000"/>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Center Type Area</a:t>
            </a:r>
          </a:p>
        </p:txBody>
      </p:sp>
      <p:cxnSp>
        <p:nvCxnSpPr>
          <p:cNvPr id="42" name="Straight Connector 77">
            <a:extLst>
              <a:ext uri="{FF2B5EF4-FFF2-40B4-BE49-F238E27FC236}">
                <a16:creationId xmlns:a16="http://schemas.microsoft.com/office/drawing/2014/main" id="{99778A48-A485-40FC-8738-E6FAA68F0229}"/>
              </a:ext>
            </a:extLst>
          </p:cNvPr>
          <p:cNvCxnSpPr>
            <a:cxnSpLocks/>
          </p:cNvCxnSpPr>
          <p:nvPr userDrawn="1"/>
        </p:nvCxnSpPr>
        <p:spPr>
          <a:xfrm flipV="1">
            <a:off x="6096000"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43" name="Straight Connector 76">
            <a:extLst>
              <a:ext uri="{FF2B5EF4-FFF2-40B4-BE49-F238E27FC236}">
                <a16:creationId xmlns:a16="http://schemas.microsoft.com/office/drawing/2014/main" id="{B98B15A1-9207-4D68-8A3A-B2A4CD409370}"/>
              </a:ext>
            </a:extLst>
          </p:cNvPr>
          <p:cNvCxnSpPr>
            <a:cxnSpLocks/>
          </p:cNvCxnSpPr>
          <p:nvPr userDrawn="1"/>
        </p:nvCxnSpPr>
        <p:spPr>
          <a:xfrm flipV="1">
            <a:off x="381000"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44" name="TextBox 70">
            <a:extLst>
              <a:ext uri="{FF2B5EF4-FFF2-40B4-BE49-F238E27FC236}">
                <a16:creationId xmlns:a16="http://schemas.microsoft.com/office/drawing/2014/main" id="{8F2DD297-E2D6-4F95-A389-41FB58A4D18B}"/>
              </a:ext>
            </a:extLst>
          </p:cNvPr>
          <p:cNvSpPr txBox="1"/>
          <p:nvPr userDrawn="1"/>
        </p:nvSpPr>
        <p:spPr>
          <a:xfrm>
            <a:off x="-2099880" y="1018146"/>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Headline Line</a:t>
            </a:r>
          </a:p>
        </p:txBody>
      </p:sp>
      <p:cxnSp>
        <p:nvCxnSpPr>
          <p:cNvPr id="45" name="Straight Connector 71">
            <a:extLst>
              <a:ext uri="{FF2B5EF4-FFF2-40B4-BE49-F238E27FC236}">
                <a16:creationId xmlns:a16="http://schemas.microsoft.com/office/drawing/2014/main" id="{55A43332-FD95-4EB0-9E8A-322DCA70D45B}"/>
              </a:ext>
            </a:extLst>
          </p:cNvPr>
          <p:cNvCxnSpPr/>
          <p:nvPr userDrawn="1"/>
        </p:nvCxnSpPr>
        <p:spPr>
          <a:xfrm>
            <a:off x="-272960" y="6453190"/>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46" name="Straight Connector 41">
            <a:extLst>
              <a:ext uri="{FF2B5EF4-FFF2-40B4-BE49-F238E27FC236}">
                <a16:creationId xmlns:a16="http://schemas.microsoft.com/office/drawing/2014/main" id="{B6822119-A2A7-411F-8D05-3055F1B607A0}"/>
              </a:ext>
            </a:extLst>
          </p:cNvPr>
          <p:cNvCxnSpPr/>
          <p:nvPr userDrawn="1"/>
        </p:nvCxnSpPr>
        <p:spPr>
          <a:xfrm>
            <a:off x="-252640" y="1087627"/>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47" name="TextBox 54">
            <a:extLst>
              <a:ext uri="{FF2B5EF4-FFF2-40B4-BE49-F238E27FC236}">
                <a16:creationId xmlns:a16="http://schemas.microsoft.com/office/drawing/2014/main" id="{4B9EF318-F738-48EA-83C3-F7B719FE4EEC}"/>
              </a:ext>
            </a:extLst>
          </p:cNvPr>
          <p:cNvSpPr txBox="1">
            <a:spLocks/>
          </p:cNvSpPr>
          <p:nvPr userDrawn="1"/>
        </p:nvSpPr>
        <p:spPr>
          <a:xfrm>
            <a:off x="-1259880" y="4409443"/>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5</a:t>
            </a:r>
          </a:p>
        </p:txBody>
      </p:sp>
      <p:sp>
        <p:nvSpPr>
          <p:cNvPr id="48" name="Rectangle 55">
            <a:extLst>
              <a:ext uri="{FF2B5EF4-FFF2-40B4-BE49-F238E27FC236}">
                <a16:creationId xmlns:a16="http://schemas.microsoft.com/office/drawing/2014/main" id="{27243005-25E0-43C5-8588-652A3711E622}"/>
              </a:ext>
            </a:extLst>
          </p:cNvPr>
          <p:cNvSpPr/>
          <p:nvPr userDrawn="1"/>
        </p:nvSpPr>
        <p:spPr bwMode="gray">
          <a:xfrm>
            <a:off x="-324884" y="4409445"/>
            <a:ext cx="180000" cy="180000"/>
          </a:xfrm>
          <a:prstGeom prst="rect">
            <a:avLst/>
          </a:prstGeom>
          <a:solidFill>
            <a:srgbClr val="E6DC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49" name="Rectangle 58">
            <a:extLst>
              <a:ext uri="{FF2B5EF4-FFF2-40B4-BE49-F238E27FC236}">
                <a16:creationId xmlns:a16="http://schemas.microsoft.com/office/drawing/2014/main" id="{DB598ED2-BA1B-4289-AC13-72E7028C0827}"/>
              </a:ext>
            </a:extLst>
          </p:cNvPr>
          <p:cNvSpPr/>
          <p:nvPr userDrawn="1"/>
        </p:nvSpPr>
        <p:spPr bwMode="gray">
          <a:xfrm>
            <a:off x="-324884" y="4191035"/>
            <a:ext cx="180000" cy="180000"/>
          </a:xfrm>
          <a:prstGeom prst="rect">
            <a:avLst/>
          </a:prstGeom>
          <a:solidFill>
            <a:srgbClr val="DCAF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50" name="TextBox 59">
            <a:extLst>
              <a:ext uri="{FF2B5EF4-FFF2-40B4-BE49-F238E27FC236}">
                <a16:creationId xmlns:a16="http://schemas.microsoft.com/office/drawing/2014/main" id="{F2B71FE7-115F-4BBD-AF44-304691AC949E}"/>
              </a:ext>
            </a:extLst>
          </p:cNvPr>
          <p:cNvSpPr txBox="1">
            <a:spLocks/>
          </p:cNvSpPr>
          <p:nvPr userDrawn="1"/>
        </p:nvSpPr>
        <p:spPr>
          <a:xfrm>
            <a:off x="-1259880" y="4191034"/>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4</a:t>
            </a:r>
          </a:p>
        </p:txBody>
      </p:sp>
      <p:cxnSp>
        <p:nvCxnSpPr>
          <p:cNvPr id="51" name="Straight Connector 77">
            <a:extLst>
              <a:ext uri="{FF2B5EF4-FFF2-40B4-BE49-F238E27FC236}">
                <a16:creationId xmlns:a16="http://schemas.microsoft.com/office/drawing/2014/main" id="{62527BB5-ED0F-4F50-9F96-6D0B5863CF94}"/>
              </a:ext>
            </a:extLst>
          </p:cNvPr>
          <p:cNvCxnSpPr>
            <a:cxnSpLocks/>
          </p:cNvCxnSpPr>
          <p:nvPr userDrawn="1"/>
        </p:nvCxnSpPr>
        <p:spPr>
          <a:xfrm flipV="1">
            <a:off x="11807951"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52" name="TextBox 72">
            <a:extLst>
              <a:ext uri="{FF2B5EF4-FFF2-40B4-BE49-F238E27FC236}">
                <a16:creationId xmlns:a16="http://schemas.microsoft.com/office/drawing/2014/main" id="{FCDCE674-CF8E-41C2-B775-BAE2BCC93229}"/>
              </a:ext>
            </a:extLst>
          </p:cNvPr>
          <p:cNvSpPr txBox="1"/>
          <p:nvPr userDrawn="1"/>
        </p:nvSpPr>
        <p:spPr>
          <a:xfrm>
            <a:off x="-2099880" y="6204621"/>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Footer</a:t>
            </a:r>
          </a:p>
        </p:txBody>
      </p:sp>
    </p:spTree>
    <p:extLst>
      <p:ext uri="{BB962C8B-B14F-4D97-AF65-F5344CB8AC3E}">
        <p14:creationId xmlns:p14="http://schemas.microsoft.com/office/powerpoint/2010/main" val="1525906759"/>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Greetings + Greater Than 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dirty="0"/>
              <a:t>Thank you</a:t>
            </a:r>
            <a:endParaRPr lang="en-US" dirty="0"/>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dirty="0"/>
          </a:p>
        </p:txBody>
      </p:sp>
      <p:cxnSp>
        <p:nvCxnSpPr>
          <p:cNvPr id="6" name="Straight Connector 41">
            <a:extLst>
              <a:ext uri="{FF2B5EF4-FFF2-40B4-BE49-F238E27FC236}">
                <a16:creationId xmlns:a16="http://schemas.microsoft.com/office/drawing/2014/main" id="{A27C3B66-0731-4161-95A4-61EC1DC1F31D}"/>
              </a:ext>
            </a:extLst>
          </p:cNvPr>
          <p:cNvCxnSpPr/>
          <p:nvPr userDrawn="1"/>
        </p:nvCxnSpPr>
        <p:spPr>
          <a:xfrm>
            <a:off x="-252640" y="1380044"/>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8" name="Straight Connector 50">
            <a:extLst>
              <a:ext uri="{FF2B5EF4-FFF2-40B4-BE49-F238E27FC236}">
                <a16:creationId xmlns:a16="http://schemas.microsoft.com/office/drawing/2014/main" id="{E1097699-B815-4932-A5E4-A289254E7F24}"/>
              </a:ext>
            </a:extLst>
          </p:cNvPr>
          <p:cNvCxnSpPr/>
          <p:nvPr userDrawn="1"/>
        </p:nvCxnSpPr>
        <p:spPr>
          <a:xfrm>
            <a:off x="-252640" y="1662728"/>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9" name="TextBox 51">
            <a:extLst>
              <a:ext uri="{FF2B5EF4-FFF2-40B4-BE49-F238E27FC236}">
                <a16:creationId xmlns:a16="http://schemas.microsoft.com/office/drawing/2014/main" id="{5D755AE4-32CE-4010-9881-BED7BC1C9D3E}"/>
              </a:ext>
            </a:extLst>
          </p:cNvPr>
          <p:cNvSpPr txBox="1"/>
          <p:nvPr userDrawn="1"/>
        </p:nvSpPr>
        <p:spPr>
          <a:xfrm>
            <a:off x="-2102745" y="1549691"/>
            <a:ext cx="1778865" cy="222546"/>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Upper Guide Content</a:t>
            </a:r>
          </a:p>
        </p:txBody>
      </p:sp>
      <p:sp>
        <p:nvSpPr>
          <p:cNvPr id="10" name="TextBox 52">
            <a:extLst>
              <a:ext uri="{FF2B5EF4-FFF2-40B4-BE49-F238E27FC236}">
                <a16:creationId xmlns:a16="http://schemas.microsoft.com/office/drawing/2014/main" id="{A89472BF-68B2-4731-9EFE-BC3D143D8FA7}"/>
              </a:ext>
            </a:extLst>
          </p:cNvPr>
          <p:cNvSpPr txBox="1"/>
          <p:nvPr userDrawn="1"/>
        </p:nvSpPr>
        <p:spPr>
          <a:xfrm>
            <a:off x="-2099880" y="308408"/>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Tagline</a:t>
            </a:r>
          </a:p>
        </p:txBody>
      </p:sp>
      <p:cxnSp>
        <p:nvCxnSpPr>
          <p:cNvPr id="11" name="Straight Connector 53">
            <a:extLst>
              <a:ext uri="{FF2B5EF4-FFF2-40B4-BE49-F238E27FC236}">
                <a16:creationId xmlns:a16="http://schemas.microsoft.com/office/drawing/2014/main" id="{ADA37468-C94B-42B6-AD4C-6A25F52AF174}"/>
              </a:ext>
            </a:extLst>
          </p:cNvPr>
          <p:cNvCxnSpPr>
            <a:cxnSpLocks/>
          </p:cNvCxnSpPr>
          <p:nvPr userDrawn="1"/>
        </p:nvCxnSpPr>
        <p:spPr>
          <a:xfrm flipV="1">
            <a:off x="-252640" y="383287"/>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12" name="TextBox 54">
            <a:extLst>
              <a:ext uri="{FF2B5EF4-FFF2-40B4-BE49-F238E27FC236}">
                <a16:creationId xmlns:a16="http://schemas.microsoft.com/office/drawing/2014/main" id="{C1E61D33-A08F-4E9F-AE83-9FE349D7D060}"/>
              </a:ext>
            </a:extLst>
          </p:cNvPr>
          <p:cNvSpPr txBox="1">
            <a:spLocks/>
          </p:cNvSpPr>
          <p:nvPr userDrawn="1"/>
        </p:nvSpPr>
        <p:spPr>
          <a:xfrm>
            <a:off x="-1859880" y="310259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3</a:t>
            </a:r>
          </a:p>
        </p:txBody>
      </p:sp>
      <p:sp>
        <p:nvSpPr>
          <p:cNvPr id="13" name="Rectangle 55">
            <a:extLst>
              <a:ext uri="{FF2B5EF4-FFF2-40B4-BE49-F238E27FC236}">
                <a16:creationId xmlns:a16="http://schemas.microsoft.com/office/drawing/2014/main" id="{41E98D59-F847-469C-B8D1-28561BF623F7}"/>
              </a:ext>
            </a:extLst>
          </p:cNvPr>
          <p:cNvSpPr/>
          <p:nvPr userDrawn="1"/>
        </p:nvSpPr>
        <p:spPr bwMode="gray">
          <a:xfrm>
            <a:off x="-324720" y="3102598"/>
            <a:ext cx="180000" cy="180000"/>
          </a:xfrm>
          <a:prstGeom prst="rect">
            <a:avLst/>
          </a:prstGeom>
          <a:solidFill>
            <a:schemeClr val="accent3"/>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4" name="TextBox 56">
            <a:extLst>
              <a:ext uri="{FF2B5EF4-FFF2-40B4-BE49-F238E27FC236}">
                <a16:creationId xmlns:a16="http://schemas.microsoft.com/office/drawing/2014/main" id="{D2BC0C6C-A68A-4B91-8EE9-25162CD93FCC}"/>
              </a:ext>
            </a:extLst>
          </p:cNvPr>
          <p:cNvSpPr txBox="1">
            <a:spLocks/>
          </p:cNvSpPr>
          <p:nvPr userDrawn="1"/>
        </p:nvSpPr>
        <p:spPr>
          <a:xfrm>
            <a:off x="-1859880" y="2673934"/>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1</a:t>
            </a:r>
          </a:p>
        </p:txBody>
      </p:sp>
      <p:sp>
        <p:nvSpPr>
          <p:cNvPr id="15" name="Rectangle 57">
            <a:extLst>
              <a:ext uri="{FF2B5EF4-FFF2-40B4-BE49-F238E27FC236}">
                <a16:creationId xmlns:a16="http://schemas.microsoft.com/office/drawing/2014/main" id="{A207B84C-E35D-45C1-A3DE-8390016AC312}"/>
              </a:ext>
            </a:extLst>
          </p:cNvPr>
          <p:cNvSpPr/>
          <p:nvPr userDrawn="1"/>
        </p:nvSpPr>
        <p:spPr bwMode="gray">
          <a:xfrm>
            <a:off x="-324720" y="2673934"/>
            <a:ext cx="180000" cy="180000"/>
          </a:xfrm>
          <a:prstGeom prst="rect">
            <a:avLst/>
          </a:prstGeom>
          <a:solidFill>
            <a:schemeClr val="accent1"/>
          </a:solidFill>
          <a:ln w="6350" cap="flat" cmpd="sng" algn="ctr">
            <a:solidFill>
              <a:schemeClr val="tx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srgbClr val="BEBEBE">
                  <a:lumMod val="100000"/>
                </a:srgbClr>
              </a:solidFill>
              <a:effectLst/>
              <a:uLnTx/>
              <a:uFillTx/>
              <a:latin typeface="Graphik"/>
              <a:ea typeface="+mn-ea"/>
              <a:cs typeface="+mn-cs"/>
            </a:endParaRPr>
          </a:p>
        </p:txBody>
      </p:sp>
      <p:sp>
        <p:nvSpPr>
          <p:cNvPr id="16" name="Rectangle 58">
            <a:extLst>
              <a:ext uri="{FF2B5EF4-FFF2-40B4-BE49-F238E27FC236}">
                <a16:creationId xmlns:a16="http://schemas.microsoft.com/office/drawing/2014/main" id="{CC672C61-2EBC-459F-A94C-B04D1CD45A71}"/>
              </a:ext>
            </a:extLst>
          </p:cNvPr>
          <p:cNvSpPr/>
          <p:nvPr userDrawn="1"/>
        </p:nvSpPr>
        <p:spPr bwMode="gray">
          <a:xfrm>
            <a:off x="-324720" y="2888266"/>
            <a:ext cx="180000" cy="180000"/>
          </a:xfrm>
          <a:prstGeom prst="rect">
            <a:avLst/>
          </a:prstGeom>
          <a:solidFill>
            <a:schemeClr val="accent2"/>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7" name="TextBox 59">
            <a:extLst>
              <a:ext uri="{FF2B5EF4-FFF2-40B4-BE49-F238E27FC236}">
                <a16:creationId xmlns:a16="http://schemas.microsoft.com/office/drawing/2014/main" id="{BEE69FC9-7065-4492-AC4C-FE257E7FF64F}"/>
              </a:ext>
            </a:extLst>
          </p:cNvPr>
          <p:cNvSpPr txBox="1">
            <a:spLocks/>
          </p:cNvSpPr>
          <p:nvPr userDrawn="1"/>
        </p:nvSpPr>
        <p:spPr>
          <a:xfrm>
            <a:off x="-1859880" y="288826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2</a:t>
            </a:r>
          </a:p>
        </p:txBody>
      </p:sp>
      <p:sp>
        <p:nvSpPr>
          <p:cNvPr id="18" name="TextBox 65">
            <a:extLst>
              <a:ext uri="{FF2B5EF4-FFF2-40B4-BE49-F238E27FC236}">
                <a16:creationId xmlns:a16="http://schemas.microsoft.com/office/drawing/2014/main" id="{CDB836D3-B86C-4358-B27E-130B5EC02A25}"/>
              </a:ext>
            </a:extLst>
          </p:cNvPr>
          <p:cNvSpPr txBox="1"/>
          <p:nvPr userDrawn="1"/>
        </p:nvSpPr>
        <p:spPr>
          <a:xfrm>
            <a:off x="-1859880" y="5819900"/>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White</a:t>
            </a:r>
          </a:p>
        </p:txBody>
      </p:sp>
      <p:sp>
        <p:nvSpPr>
          <p:cNvPr id="19" name="Rectangle 67">
            <a:extLst>
              <a:ext uri="{FF2B5EF4-FFF2-40B4-BE49-F238E27FC236}">
                <a16:creationId xmlns:a16="http://schemas.microsoft.com/office/drawing/2014/main" id="{DDD0527A-16BB-4A70-BB5A-10EC0D78D625}"/>
              </a:ext>
            </a:extLst>
          </p:cNvPr>
          <p:cNvSpPr/>
          <p:nvPr userDrawn="1"/>
        </p:nvSpPr>
        <p:spPr bwMode="gray">
          <a:xfrm>
            <a:off x="-324720" y="5819903"/>
            <a:ext cx="180000" cy="180000"/>
          </a:xfrm>
          <a:prstGeom prst="rect">
            <a:avLst/>
          </a:prstGeom>
          <a:solidFill>
            <a:schemeClr val="bg1"/>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0" name="Rectangle 68">
            <a:extLst>
              <a:ext uri="{FF2B5EF4-FFF2-40B4-BE49-F238E27FC236}">
                <a16:creationId xmlns:a16="http://schemas.microsoft.com/office/drawing/2014/main" id="{B5A99054-8AB4-469A-891D-28A8643A6A25}"/>
              </a:ext>
            </a:extLst>
          </p:cNvPr>
          <p:cNvSpPr>
            <a:spLocks/>
          </p:cNvSpPr>
          <p:nvPr userDrawn="1"/>
        </p:nvSpPr>
        <p:spPr bwMode="gray">
          <a:xfrm>
            <a:off x="-324884" y="4962578"/>
            <a:ext cx="180000" cy="180000"/>
          </a:xfrm>
          <a:prstGeom prst="rect">
            <a:avLst/>
          </a:prstGeom>
          <a:solidFill>
            <a:schemeClr val="tx1"/>
          </a:solidFill>
          <a:ln w="6350" cap="flat" cmpd="sng" algn="ctr">
            <a:solidFill>
              <a:schemeClr val="tx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1" name="TextBox 69">
            <a:extLst>
              <a:ext uri="{FF2B5EF4-FFF2-40B4-BE49-F238E27FC236}">
                <a16:creationId xmlns:a16="http://schemas.microsoft.com/office/drawing/2014/main" id="{D718EC78-0D29-408B-8BAA-CE5062D05C9A}"/>
              </a:ext>
            </a:extLst>
          </p:cNvPr>
          <p:cNvSpPr txBox="1">
            <a:spLocks/>
          </p:cNvSpPr>
          <p:nvPr userDrawn="1"/>
        </p:nvSpPr>
        <p:spPr>
          <a:xfrm>
            <a:off x="-1859880" y="4962575"/>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Black (Text)</a:t>
            </a:r>
          </a:p>
        </p:txBody>
      </p:sp>
      <p:sp>
        <p:nvSpPr>
          <p:cNvPr id="22" name="TextBox 70">
            <a:extLst>
              <a:ext uri="{FF2B5EF4-FFF2-40B4-BE49-F238E27FC236}">
                <a16:creationId xmlns:a16="http://schemas.microsoft.com/office/drawing/2014/main" id="{02450FDF-DD7C-42BE-B08B-5B27C3B79193}"/>
              </a:ext>
            </a:extLst>
          </p:cNvPr>
          <p:cNvSpPr txBox="1"/>
          <p:nvPr userDrawn="1"/>
        </p:nvSpPr>
        <p:spPr>
          <a:xfrm>
            <a:off x="-2099880" y="1302877"/>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Sub-Headline Line</a:t>
            </a:r>
          </a:p>
        </p:txBody>
      </p:sp>
      <p:cxnSp>
        <p:nvCxnSpPr>
          <p:cNvPr id="23" name="Straight Connector 71">
            <a:extLst>
              <a:ext uri="{FF2B5EF4-FFF2-40B4-BE49-F238E27FC236}">
                <a16:creationId xmlns:a16="http://schemas.microsoft.com/office/drawing/2014/main" id="{51AB054B-DB2C-49BF-9091-5EDF9BFD3955}"/>
              </a:ext>
            </a:extLst>
          </p:cNvPr>
          <p:cNvCxnSpPr/>
          <p:nvPr userDrawn="1"/>
        </p:nvCxnSpPr>
        <p:spPr>
          <a:xfrm>
            <a:off x="-272960" y="6275072"/>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24" name="TextBox 54">
            <a:extLst>
              <a:ext uri="{FF2B5EF4-FFF2-40B4-BE49-F238E27FC236}">
                <a16:creationId xmlns:a16="http://schemas.microsoft.com/office/drawing/2014/main" id="{6E424CB0-799E-4455-8903-5541B7C66A50}"/>
              </a:ext>
            </a:extLst>
          </p:cNvPr>
          <p:cNvSpPr txBox="1">
            <a:spLocks/>
          </p:cNvSpPr>
          <p:nvPr userDrawn="1"/>
        </p:nvSpPr>
        <p:spPr>
          <a:xfrm>
            <a:off x="-1259880" y="397262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3</a:t>
            </a:r>
          </a:p>
        </p:txBody>
      </p:sp>
      <p:sp>
        <p:nvSpPr>
          <p:cNvPr id="25" name="Rectangle 55">
            <a:extLst>
              <a:ext uri="{FF2B5EF4-FFF2-40B4-BE49-F238E27FC236}">
                <a16:creationId xmlns:a16="http://schemas.microsoft.com/office/drawing/2014/main" id="{DC5602D0-176B-4FE7-9D75-6A21AFA9A5CE}"/>
              </a:ext>
            </a:extLst>
          </p:cNvPr>
          <p:cNvSpPr/>
          <p:nvPr userDrawn="1"/>
        </p:nvSpPr>
        <p:spPr bwMode="gray">
          <a:xfrm>
            <a:off x="-324884" y="3972625"/>
            <a:ext cx="180000" cy="180000"/>
          </a:xfrm>
          <a:prstGeom prst="rect">
            <a:avLst/>
          </a:prstGeom>
          <a:solidFill>
            <a:srgbClr val="BE82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6" name="TextBox 56">
            <a:extLst>
              <a:ext uri="{FF2B5EF4-FFF2-40B4-BE49-F238E27FC236}">
                <a16:creationId xmlns:a16="http://schemas.microsoft.com/office/drawing/2014/main" id="{13B94141-CFA1-4D34-A82C-0F99874C0FB8}"/>
              </a:ext>
            </a:extLst>
          </p:cNvPr>
          <p:cNvSpPr txBox="1">
            <a:spLocks/>
          </p:cNvSpPr>
          <p:nvPr userDrawn="1"/>
        </p:nvSpPr>
        <p:spPr>
          <a:xfrm>
            <a:off x="-1259880" y="353580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1</a:t>
            </a:r>
          </a:p>
        </p:txBody>
      </p:sp>
      <p:sp>
        <p:nvSpPr>
          <p:cNvPr id="27" name="Rectangle 57">
            <a:extLst>
              <a:ext uri="{FF2B5EF4-FFF2-40B4-BE49-F238E27FC236}">
                <a16:creationId xmlns:a16="http://schemas.microsoft.com/office/drawing/2014/main" id="{327DBD43-45A2-43FA-900A-A376EFE447A5}"/>
              </a:ext>
            </a:extLst>
          </p:cNvPr>
          <p:cNvSpPr/>
          <p:nvPr userDrawn="1"/>
        </p:nvSpPr>
        <p:spPr bwMode="gray">
          <a:xfrm>
            <a:off x="-324884" y="3535805"/>
            <a:ext cx="180000" cy="180000"/>
          </a:xfrm>
          <a:prstGeom prst="rect">
            <a:avLst/>
          </a:prstGeom>
          <a:solidFill>
            <a:schemeClr val="accent4"/>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8" name="Rectangle 58">
            <a:extLst>
              <a:ext uri="{FF2B5EF4-FFF2-40B4-BE49-F238E27FC236}">
                <a16:creationId xmlns:a16="http://schemas.microsoft.com/office/drawing/2014/main" id="{41E8F0A4-3B29-4C12-936A-A8C8BE1A6203}"/>
              </a:ext>
            </a:extLst>
          </p:cNvPr>
          <p:cNvSpPr/>
          <p:nvPr userDrawn="1"/>
        </p:nvSpPr>
        <p:spPr bwMode="gray">
          <a:xfrm>
            <a:off x="-324884" y="3754215"/>
            <a:ext cx="180000" cy="180000"/>
          </a:xfrm>
          <a:prstGeom prst="rect">
            <a:avLst/>
          </a:prstGeom>
          <a:solidFill>
            <a:srgbClr val="A055F5"/>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29" name="TextBox 59">
            <a:extLst>
              <a:ext uri="{FF2B5EF4-FFF2-40B4-BE49-F238E27FC236}">
                <a16:creationId xmlns:a16="http://schemas.microsoft.com/office/drawing/2014/main" id="{640A2491-9D5D-4DE6-9492-25D252316570}"/>
              </a:ext>
            </a:extLst>
          </p:cNvPr>
          <p:cNvSpPr txBox="1">
            <a:spLocks/>
          </p:cNvSpPr>
          <p:nvPr userDrawn="1"/>
        </p:nvSpPr>
        <p:spPr>
          <a:xfrm>
            <a:off x="-1259880" y="375421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2</a:t>
            </a:r>
          </a:p>
        </p:txBody>
      </p:sp>
      <p:sp>
        <p:nvSpPr>
          <p:cNvPr id="30" name="Rectangle 66">
            <a:extLst>
              <a:ext uri="{FF2B5EF4-FFF2-40B4-BE49-F238E27FC236}">
                <a16:creationId xmlns:a16="http://schemas.microsoft.com/office/drawing/2014/main" id="{709919AC-A103-4E6C-80E2-4A7BE80E8BCF}"/>
              </a:ext>
            </a:extLst>
          </p:cNvPr>
          <p:cNvSpPr/>
          <p:nvPr userDrawn="1"/>
        </p:nvSpPr>
        <p:spPr bwMode="gray">
          <a:xfrm>
            <a:off x="-324720" y="5608521"/>
            <a:ext cx="180000" cy="180000"/>
          </a:xfrm>
          <a:prstGeom prst="rect">
            <a:avLst/>
          </a:prstGeom>
          <a:solidFill>
            <a:schemeClr val="tx1">
              <a:lumMod val="65000"/>
              <a:lumOff val="35000"/>
            </a:schemeClr>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1" name="TextBox 54">
            <a:extLst>
              <a:ext uri="{FF2B5EF4-FFF2-40B4-BE49-F238E27FC236}">
                <a16:creationId xmlns:a16="http://schemas.microsoft.com/office/drawing/2014/main" id="{D27BD87D-F7AF-41AB-BC3C-3290AB37C84A}"/>
              </a:ext>
            </a:extLst>
          </p:cNvPr>
          <p:cNvSpPr txBox="1"/>
          <p:nvPr userDrawn="1"/>
        </p:nvSpPr>
        <p:spPr>
          <a:xfrm>
            <a:off x="-863880" y="5608521"/>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3</a:t>
            </a:r>
          </a:p>
        </p:txBody>
      </p:sp>
      <p:sp>
        <p:nvSpPr>
          <p:cNvPr id="32" name="Rectangle 60">
            <a:extLst>
              <a:ext uri="{FF2B5EF4-FFF2-40B4-BE49-F238E27FC236}">
                <a16:creationId xmlns:a16="http://schemas.microsoft.com/office/drawing/2014/main" id="{9266AD0F-B4AD-4F8C-B99D-DD60D1F1006D}"/>
              </a:ext>
            </a:extLst>
          </p:cNvPr>
          <p:cNvSpPr/>
          <p:nvPr userDrawn="1"/>
        </p:nvSpPr>
        <p:spPr bwMode="gray">
          <a:xfrm>
            <a:off x="-324720" y="5183545"/>
            <a:ext cx="180000" cy="180000"/>
          </a:xfrm>
          <a:prstGeom prst="rect">
            <a:avLst/>
          </a:prstGeom>
          <a:solidFill>
            <a:srgbClr val="96968C"/>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3" name="TextBox 56">
            <a:extLst>
              <a:ext uri="{FF2B5EF4-FFF2-40B4-BE49-F238E27FC236}">
                <a16:creationId xmlns:a16="http://schemas.microsoft.com/office/drawing/2014/main" id="{F90CEE73-4E9C-4F7F-AFC3-4C61E0CE78D5}"/>
              </a:ext>
            </a:extLst>
          </p:cNvPr>
          <p:cNvSpPr txBox="1"/>
          <p:nvPr userDrawn="1"/>
        </p:nvSpPr>
        <p:spPr>
          <a:xfrm>
            <a:off x="-863880" y="5183545"/>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1</a:t>
            </a:r>
          </a:p>
        </p:txBody>
      </p:sp>
      <p:sp>
        <p:nvSpPr>
          <p:cNvPr id="34" name="Rectangle 61">
            <a:extLst>
              <a:ext uri="{FF2B5EF4-FFF2-40B4-BE49-F238E27FC236}">
                <a16:creationId xmlns:a16="http://schemas.microsoft.com/office/drawing/2014/main" id="{3EA47EA9-2084-4638-B6F9-E1C6A7A36BC5}"/>
              </a:ext>
            </a:extLst>
          </p:cNvPr>
          <p:cNvSpPr/>
          <p:nvPr userDrawn="1"/>
        </p:nvSpPr>
        <p:spPr bwMode="gray">
          <a:xfrm>
            <a:off x="-324884" y="5396033"/>
            <a:ext cx="180000" cy="180000"/>
          </a:xfrm>
          <a:prstGeom prst="rect">
            <a:avLst/>
          </a:prstGeom>
          <a:solidFill>
            <a:srgbClr val="E6E6DC"/>
          </a:solidFill>
          <a:ln w="6350">
            <a:solidFill>
              <a:schemeClr val="tx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35" name="TextBox 59">
            <a:extLst>
              <a:ext uri="{FF2B5EF4-FFF2-40B4-BE49-F238E27FC236}">
                <a16:creationId xmlns:a16="http://schemas.microsoft.com/office/drawing/2014/main" id="{6E62D4B7-87AB-4F71-B51B-024563BCDDB0}"/>
              </a:ext>
            </a:extLst>
          </p:cNvPr>
          <p:cNvSpPr txBox="1"/>
          <p:nvPr userDrawn="1"/>
        </p:nvSpPr>
        <p:spPr>
          <a:xfrm>
            <a:off x="-863880" y="5396033"/>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2</a:t>
            </a:r>
          </a:p>
        </p:txBody>
      </p:sp>
      <p:sp>
        <p:nvSpPr>
          <p:cNvPr id="36" name="TextBox 73">
            <a:extLst>
              <a:ext uri="{FF2B5EF4-FFF2-40B4-BE49-F238E27FC236}">
                <a16:creationId xmlns:a16="http://schemas.microsoft.com/office/drawing/2014/main" id="{24AC79EA-B105-43C4-A77D-A3C55838D94B}"/>
              </a:ext>
            </a:extLst>
          </p:cNvPr>
          <p:cNvSpPr txBox="1"/>
          <p:nvPr userDrawn="1"/>
        </p:nvSpPr>
        <p:spPr>
          <a:xfrm>
            <a:off x="420713" y="-233053"/>
            <a:ext cx="1871812" cy="127639"/>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Begin Content Area</a:t>
            </a:r>
          </a:p>
        </p:txBody>
      </p:sp>
      <p:sp>
        <p:nvSpPr>
          <p:cNvPr id="37" name="TextBox 74">
            <a:extLst>
              <a:ext uri="{FF2B5EF4-FFF2-40B4-BE49-F238E27FC236}">
                <a16:creationId xmlns:a16="http://schemas.microsoft.com/office/drawing/2014/main" id="{7D3F665C-9B9C-4A32-8C34-94A1EE4F65BB}"/>
              </a:ext>
            </a:extLst>
          </p:cNvPr>
          <p:cNvSpPr txBox="1"/>
          <p:nvPr userDrawn="1"/>
        </p:nvSpPr>
        <p:spPr>
          <a:xfrm>
            <a:off x="10028974" y="-222232"/>
            <a:ext cx="1827269" cy="144000"/>
          </a:xfrm>
          <a:prstGeom prst="rect">
            <a:avLst/>
          </a:prstGeom>
          <a:noFill/>
        </p:spPr>
        <p:txBody>
          <a:bodyPr wrap="square" lIns="0" tIns="0" rIns="88615"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End Content Area</a:t>
            </a:r>
          </a:p>
        </p:txBody>
      </p:sp>
      <p:sp>
        <p:nvSpPr>
          <p:cNvPr id="38" name="TextBox 75">
            <a:extLst>
              <a:ext uri="{FF2B5EF4-FFF2-40B4-BE49-F238E27FC236}">
                <a16:creationId xmlns:a16="http://schemas.microsoft.com/office/drawing/2014/main" id="{3C052BDA-F91D-4D5A-8989-9F51EF420BBC}"/>
              </a:ext>
            </a:extLst>
          </p:cNvPr>
          <p:cNvSpPr txBox="1"/>
          <p:nvPr userDrawn="1"/>
        </p:nvSpPr>
        <p:spPr>
          <a:xfrm>
            <a:off x="6107205" y="-222232"/>
            <a:ext cx="1827269" cy="144000"/>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Center Type Area</a:t>
            </a:r>
          </a:p>
        </p:txBody>
      </p:sp>
      <p:cxnSp>
        <p:nvCxnSpPr>
          <p:cNvPr id="39" name="Straight Connector 77">
            <a:extLst>
              <a:ext uri="{FF2B5EF4-FFF2-40B4-BE49-F238E27FC236}">
                <a16:creationId xmlns:a16="http://schemas.microsoft.com/office/drawing/2014/main" id="{E306A8D7-61E5-4F05-9A38-120FA640712A}"/>
              </a:ext>
            </a:extLst>
          </p:cNvPr>
          <p:cNvCxnSpPr>
            <a:cxnSpLocks/>
          </p:cNvCxnSpPr>
          <p:nvPr userDrawn="1"/>
        </p:nvCxnSpPr>
        <p:spPr>
          <a:xfrm flipV="1">
            <a:off x="6096000"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40" name="Straight Connector 76">
            <a:extLst>
              <a:ext uri="{FF2B5EF4-FFF2-40B4-BE49-F238E27FC236}">
                <a16:creationId xmlns:a16="http://schemas.microsoft.com/office/drawing/2014/main" id="{333F40C1-7E2C-4183-AE99-86762D17AF33}"/>
              </a:ext>
            </a:extLst>
          </p:cNvPr>
          <p:cNvCxnSpPr>
            <a:cxnSpLocks/>
          </p:cNvCxnSpPr>
          <p:nvPr userDrawn="1"/>
        </p:nvCxnSpPr>
        <p:spPr>
          <a:xfrm flipV="1">
            <a:off x="381000"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41" name="TextBox 70">
            <a:extLst>
              <a:ext uri="{FF2B5EF4-FFF2-40B4-BE49-F238E27FC236}">
                <a16:creationId xmlns:a16="http://schemas.microsoft.com/office/drawing/2014/main" id="{B893EC3A-7AFD-4134-B6BF-E0A9978706F5}"/>
              </a:ext>
            </a:extLst>
          </p:cNvPr>
          <p:cNvSpPr txBox="1"/>
          <p:nvPr userDrawn="1"/>
        </p:nvSpPr>
        <p:spPr>
          <a:xfrm>
            <a:off x="-2099880" y="1018146"/>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Headline Line</a:t>
            </a:r>
          </a:p>
        </p:txBody>
      </p:sp>
      <p:cxnSp>
        <p:nvCxnSpPr>
          <p:cNvPr id="42" name="Straight Connector 71">
            <a:extLst>
              <a:ext uri="{FF2B5EF4-FFF2-40B4-BE49-F238E27FC236}">
                <a16:creationId xmlns:a16="http://schemas.microsoft.com/office/drawing/2014/main" id="{F1092562-8DD9-45B6-BB1D-6D1CDD4E6E4E}"/>
              </a:ext>
            </a:extLst>
          </p:cNvPr>
          <p:cNvCxnSpPr/>
          <p:nvPr userDrawn="1"/>
        </p:nvCxnSpPr>
        <p:spPr>
          <a:xfrm>
            <a:off x="-272960" y="6453190"/>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cxnSp>
        <p:nvCxnSpPr>
          <p:cNvPr id="43" name="Straight Connector 41">
            <a:extLst>
              <a:ext uri="{FF2B5EF4-FFF2-40B4-BE49-F238E27FC236}">
                <a16:creationId xmlns:a16="http://schemas.microsoft.com/office/drawing/2014/main" id="{C02E7F76-49B3-4628-8850-F39BF053FFB6}"/>
              </a:ext>
            </a:extLst>
          </p:cNvPr>
          <p:cNvCxnSpPr/>
          <p:nvPr userDrawn="1"/>
        </p:nvCxnSpPr>
        <p:spPr>
          <a:xfrm>
            <a:off x="-252640" y="1087627"/>
            <a:ext cx="182880" cy="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44" name="TextBox 54">
            <a:extLst>
              <a:ext uri="{FF2B5EF4-FFF2-40B4-BE49-F238E27FC236}">
                <a16:creationId xmlns:a16="http://schemas.microsoft.com/office/drawing/2014/main" id="{5056E6F0-F180-474F-80E1-CFD31A9E2F13}"/>
              </a:ext>
            </a:extLst>
          </p:cNvPr>
          <p:cNvSpPr txBox="1">
            <a:spLocks/>
          </p:cNvSpPr>
          <p:nvPr userDrawn="1"/>
        </p:nvSpPr>
        <p:spPr>
          <a:xfrm>
            <a:off x="-1259880" y="4409443"/>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5</a:t>
            </a:r>
          </a:p>
        </p:txBody>
      </p:sp>
      <p:sp>
        <p:nvSpPr>
          <p:cNvPr id="45" name="Rectangle 55">
            <a:extLst>
              <a:ext uri="{FF2B5EF4-FFF2-40B4-BE49-F238E27FC236}">
                <a16:creationId xmlns:a16="http://schemas.microsoft.com/office/drawing/2014/main" id="{AEF20B61-4B10-4712-B49E-C14916C40D90}"/>
              </a:ext>
            </a:extLst>
          </p:cNvPr>
          <p:cNvSpPr/>
          <p:nvPr userDrawn="1"/>
        </p:nvSpPr>
        <p:spPr bwMode="gray">
          <a:xfrm>
            <a:off x="-324884" y="4409445"/>
            <a:ext cx="180000" cy="180000"/>
          </a:xfrm>
          <a:prstGeom prst="rect">
            <a:avLst/>
          </a:prstGeom>
          <a:solidFill>
            <a:srgbClr val="E6DC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46" name="Rectangle 58">
            <a:extLst>
              <a:ext uri="{FF2B5EF4-FFF2-40B4-BE49-F238E27FC236}">
                <a16:creationId xmlns:a16="http://schemas.microsoft.com/office/drawing/2014/main" id="{01A33374-989C-480F-939F-918B90E75926}"/>
              </a:ext>
            </a:extLst>
          </p:cNvPr>
          <p:cNvSpPr/>
          <p:nvPr userDrawn="1"/>
        </p:nvSpPr>
        <p:spPr bwMode="gray">
          <a:xfrm>
            <a:off x="-324884" y="4191035"/>
            <a:ext cx="180000" cy="180000"/>
          </a:xfrm>
          <a:prstGeom prst="rect">
            <a:avLst/>
          </a:prstGeom>
          <a:solidFill>
            <a:srgbClr val="DCAFFF"/>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47" name="TextBox 59">
            <a:extLst>
              <a:ext uri="{FF2B5EF4-FFF2-40B4-BE49-F238E27FC236}">
                <a16:creationId xmlns:a16="http://schemas.microsoft.com/office/drawing/2014/main" id="{B276FEED-7F0C-4343-BB85-86756100B634}"/>
              </a:ext>
            </a:extLst>
          </p:cNvPr>
          <p:cNvSpPr txBox="1">
            <a:spLocks/>
          </p:cNvSpPr>
          <p:nvPr userDrawn="1"/>
        </p:nvSpPr>
        <p:spPr>
          <a:xfrm>
            <a:off x="-1259880" y="4191034"/>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4</a:t>
            </a:r>
          </a:p>
        </p:txBody>
      </p:sp>
      <p:cxnSp>
        <p:nvCxnSpPr>
          <p:cNvPr id="48" name="Straight Connector 77">
            <a:extLst>
              <a:ext uri="{FF2B5EF4-FFF2-40B4-BE49-F238E27FC236}">
                <a16:creationId xmlns:a16="http://schemas.microsoft.com/office/drawing/2014/main" id="{7CA90819-E991-47BE-B15A-2AE8D42BE760}"/>
              </a:ext>
            </a:extLst>
          </p:cNvPr>
          <p:cNvCxnSpPr>
            <a:cxnSpLocks/>
          </p:cNvCxnSpPr>
          <p:nvPr userDrawn="1"/>
        </p:nvCxnSpPr>
        <p:spPr>
          <a:xfrm flipV="1">
            <a:off x="11807951" y="-195414"/>
            <a:ext cx="0" cy="180000"/>
          </a:xfrm>
          <a:prstGeom prst="line">
            <a:avLst/>
          </a:prstGeom>
          <a:ln w="3175">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49" name="TextBox 72">
            <a:extLst>
              <a:ext uri="{FF2B5EF4-FFF2-40B4-BE49-F238E27FC236}">
                <a16:creationId xmlns:a16="http://schemas.microsoft.com/office/drawing/2014/main" id="{04978E39-A4F7-4BD8-A37D-67BD7CF90F5B}"/>
              </a:ext>
            </a:extLst>
          </p:cNvPr>
          <p:cNvSpPr txBox="1"/>
          <p:nvPr userDrawn="1"/>
        </p:nvSpPr>
        <p:spPr>
          <a:xfrm>
            <a:off x="-2099880" y="6204621"/>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Footer</a:t>
            </a:r>
          </a:p>
        </p:txBody>
      </p:sp>
    </p:spTree>
    <p:extLst>
      <p:ext uri="{BB962C8B-B14F-4D97-AF65-F5344CB8AC3E}">
        <p14:creationId xmlns:p14="http://schemas.microsoft.com/office/powerpoint/2010/main" val="586522552"/>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8_Title&amp;Subtitle_White">
    <p:bg>
      <p:bgPr>
        <a:solidFill>
          <a:schemeClr val="bg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355741" y="554272"/>
            <a:ext cx="11474881" cy="543475"/>
          </a:xfrm>
        </p:spPr>
        <p:txBody>
          <a:bodyPr/>
          <a:lstStyle>
            <a:lvl1pPr algn="ctr">
              <a:defRPr>
                <a:solidFill>
                  <a:schemeClr val="tx1"/>
                </a:solidFill>
              </a:defRPr>
            </a:lvl1pPr>
          </a:lstStyle>
          <a:p>
            <a:r>
              <a:rPr lang="en-US"/>
              <a:t>INSERT MAIN TITLE AT 36PT MIN 30PT</a:t>
            </a:r>
            <a:endParaRPr lang="en-AU"/>
          </a:p>
        </p:txBody>
      </p:sp>
      <p:sp>
        <p:nvSpPr>
          <p:cNvPr id="10" name="Text Placeholder 4"/>
          <p:cNvSpPr>
            <a:spLocks noGrp="1"/>
          </p:cNvSpPr>
          <p:nvPr>
            <p:ph type="body" sz="quarter" idx="12" hasCustomPrompt="1"/>
          </p:nvPr>
        </p:nvSpPr>
        <p:spPr>
          <a:xfrm>
            <a:off x="355741" y="1128768"/>
            <a:ext cx="11474881" cy="407894"/>
          </a:xfrm>
        </p:spPr>
        <p:txBody>
          <a:bodyPr/>
          <a:lstStyle>
            <a:lvl1pPr algn="ctr">
              <a:lnSpc>
                <a:spcPct val="100000"/>
              </a:lnSpc>
              <a:spcBef>
                <a:spcPts val="0"/>
              </a:spcBef>
              <a:defRPr sz="2200">
                <a:solidFill>
                  <a:schemeClr val="accent2"/>
                </a:solidFill>
                <a:latin typeface="Arial Black" panose="020B0A04020102020204" pitchFamily="34" charset="0"/>
              </a:defRPr>
            </a:lvl1pPr>
          </a:lstStyle>
          <a:p>
            <a:r>
              <a:rPr lang="en-US"/>
              <a:t>Insert sub-title here at 22pt, min 18pt</a:t>
            </a:r>
          </a:p>
        </p:txBody>
      </p:sp>
      <p:sp>
        <p:nvSpPr>
          <p:cNvPr id="2" name="Footer Placeholder 1"/>
          <p:cNvSpPr>
            <a:spLocks noGrp="1"/>
          </p:cNvSpPr>
          <p:nvPr>
            <p:ph type="ftr" sz="quarter" idx="34"/>
          </p:nvPr>
        </p:nvSpPr>
        <p:spPr/>
        <p:txBody>
          <a:bodyPr/>
          <a:lstStyle/>
          <a:p>
            <a:r>
              <a:rPr lang="en-AU" dirty="0">
                <a:solidFill>
                  <a:srgbClr val="000000">
                    <a:alpha val="50000"/>
                  </a:srgbClr>
                </a:solidFill>
              </a:rPr>
              <a:t> </a:t>
            </a:r>
          </a:p>
        </p:txBody>
      </p:sp>
      <p:sp>
        <p:nvSpPr>
          <p:cNvPr id="3" name="Slide Number Placeholder 2"/>
          <p:cNvSpPr>
            <a:spLocks noGrp="1"/>
          </p:cNvSpPr>
          <p:nvPr>
            <p:ph type="sldNum" sz="quarter" idx="35"/>
          </p:nvPr>
        </p:nvSpPr>
        <p:spPr/>
        <p:txBody>
          <a:bodyPr/>
          <a:lstStyle/>
          <a:p>
            <a:pPr>
              <a:defRPr/>
            </a:pPr>
            <a:fld id="{90CBDC3A-D49F-4631-A8C7-55D59B33E5FA}" type="slidenum">
              <a:rPr lang="en-US" smtClean="0">
                <a:solidFill>
                  <a:srgbClr val="000000">
                    <a:alpha val="50000"/>
                  </a:srgbClr>
                </a:solidFill>
              </a:rPr>
              <a:pPr>
                <a:defRPr/>
              </a:pPr>
              <a:t>‹#›</a:t>
            </a:fld>
            <a:endParaRPr lang="en-US">
              <a:solidFill>
                <a:srgbClr val="000000">
                  <a:alpha val="50000"/>
                </a:srgbClr>
              </a:solidFill>
            </a:endParaRPr>
          </a:p>
        </p:txBody>
      </p:sp>
    </p:spTree>
    <p:extLst>
      <p:ext uri="{BB962C8B-B14F-4D97-AF65-F5344CB8AC3E}">
        <p14:creationId xmlns:p14="http://schemas.microsoft.com/office/powerpoint/2010/main" val="1965605057"/>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5_Cover">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C3BEAD3-6CB6-4D60-AD9F-5974690CC6AE}"/>
              </a:ext>
            </a:extLst>
          </p:cNvPr>
          <p:cNvGraphicFramePr>
            <a:graphicFrameLocks noChangeAspect="1"/>
          </p:cNvGraphicFramePr>
          <p:nvPr userDrawn="1">
            <p:custDataLst>
              <p:tags r:id="rId1"/>
            </p:custDataLst>
            <p:extLst>
              <p:ext uri="{D42A27DB-BD31-4B8C-83A1-F6EECF244321}">
                <p14:modId xmlns:p14="http://schemas.microsoft.com/office/powerpoint/2010/main" val="21152640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96" imgH="396" progId="TCLayout.ActiveDocument.1">
                  <p:embed/>
                </p:oleObj>
              </mc:Choice>
              <mc:Fallback>
                <p:oleObj name="think-cell Folie" r:id="rId3" imgW="396" imgH="396" progId="TCLayout.ActiveDocument.1">
                  <p:embed/>
                  <p:pic>
                    <p:nvPicPr>
                      <p:cNvPr id="7" name="Object 6" hidden="1">
                        <a:extLst>
                          <a:ext uri="{FF2B5EF4-FFF2-40B4-BE49-F238E27FC236}">
                            <a16:creationId xmlns:a16="http://schemas.microsoft.com/office/drawing/2014/main" id="{AC3BEAD3-6CB6-4D60-AD9F-5974690CC6A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ext Placeholder 3">
            <a:extLst>
              <a:ext uri="{FF2B5EF4-FFF2-40B4-BE49-F238E27FC236}">
                <a16:creationId xmlns:a16="http://schemas.microsoft.com/office/drawing/2014/main" id="{31C31CBD-631D-4D2C-AEA4-24E8DAD7BAB0}"/>
              </a:ext>
            </a:extLst>
          </p:cNvPr>
          <p:cNvSpPr>
            <a:spLocks noGrp="1"/>
          </p:cNvSpPr>
          <p:nvPr>
            <p:ph type="body" sz="quarter" idx="10" hasCustomPrompt="1"/>
          </p:nvPr>
        </p:nvSpPr>
        <p:spPr>
          <a:xfrm>
            <a:off x="380998" y="2467110"/>
            <a:ext cx="6435081" cy="1714500"/>
          </a:xfrm>
          <a:prstGeom prst="rect">
            <a:avLst/>
          </a:prstGeom>
        </p:spPr>
        <p:txBody>
          <a:bodyPr lIns="0" tIns="0" rIns="0" bIns="0">
            <a:noAutofit/>
          </a:bodyPr>
          <a:lstStyle>
            <a:lvl1pPr>
              <a:lnSpc>
                <a:spcPct val="70000"/>
              </a:lnSpc>
              <a:defRPr sz="6000" cap="all" baseline="0">
                <a:latin typeface="+mj-lt"/>
              </a:defRPr>
            </a:lvl1pPr>
          </a:lstStyle>
          <a:p>
            <a:pPr lvl="0"/>
            <a:r>
              <a:rPr lang="en-US"/>
              <a:t>Presentation Title</a:t>
            </a:r>
            <a:endParaRPr lang="en-US" dirty="0"/>
          </a:p>
        </p:txBody>
      </p:sp>
      <p:sp>
        <p:nvSpPr>
          <p:cNvPr id="6" name="Text Placeholder 4">
            <a:extLst>
              <a:ext uri="{FF2B5EF4-FFF2-40B4-BE49-F238E27FC236}">
                <a16:creationId xmlns:a16="http://schemas.microsoft.com/office/drawing/2014/main" id="{81E93F67-3BF5-42D3-ACB4-E4E895D29A5F}"/>
              </a:ext>
            </a:extLst>
          </p:cNvPr>
          <p:cNvSpPr>
            <a:spLocks noGrp="1"/>
          </p:cNvSpPr>
          <p:nvPr>
            <p:ph type="body" sz="quarter" idx="11" hasCustomPrompt="1"/>
          </p:nvPr>
        </p:nvSpPr>
        <p:spPr>
          <a:xfrm>
            <a:off x="380998" y="4209159"/>
            <a:ext cx="6435081" cy="507831"/>
          </a:xfrm>
          <a:prstGeom prst="rect">
            <a:avLst/>
          </a:prstGeom>
        </p:spPr>
        <p:txBody>
          <a:bodyPr lIns="0" tIns="0" rIns="0" bIns="0">
            <a:noAutofit/>
          </a:bodyPr>
          <a:lstStyle>
            <a:lvl1pPr>
              <a:lnSpc>
                <a:spcPct val="70000"/>
              </a:lnSpc>
              <a:defRPr sz="3000" cap="all" baseline="0">
                <a:solidFill>
                  <a:schemeClr val="tx1"/>
                </a:solidFill>
                <a:latin typeface="+mj-lt"/>
              </a:defRPr>
            </a:lvl1pPr>
            <a:lvl2pPr>
              <a:defRPr sz="3000">
                <a:latin typeface="Graphik Black" panose="020B0A03030202060203" pitchFamily="34" charset="0"/>
              </a:defRPr>
            </a:lvl2pPr>
            <a:lvl3pPr>
              <a:defRPr sz="3000">
                <a:latin typeface="Graphik Black" panose="020B0A03030202060203" pitchFamily="34" charset="0"/>
              </a:defRPr>
            </a:lvl3pPr>
            <a:lvl4pPr>
              <a:defRPr sz="3000">
                <a:latin typeface="Graphik Black" panose="020B0A03030202060203" pitchFamily="34" charset="0"/>
              </a:defRPr>
            </a:lvl4pPr>
            <a:lvl5pPr>
              <a:defRPr sz="3000">
                <a:latin typeface="Graphik Black" panose="020B0A03030202060203" pitchFamily="34" charset="0"/>
              </a:defRPr>
            </a:lvl5pPr>
          </a:lstStyle>
          <a:p>
            <a:pPr lvl="0"/>
            <a:r>
              <a:rPr lang="en-US"/>
              <a:t>Subtitle</a:t>
            </a:r>
            <a:endParaRPr lang="en-US" dirty="0"/>
          </a:p>
        </p:txBody>
      </p:sp>
      <p:pic>
        <p:nvPicPr>
          <p:cNvPr id="16" name="Picture 3">
            <a:extLst>
              <a:ext uri="{FF2B5EF4-FFF2-40B4-BE49-F238E27FC236}">
                <a16:creationId xmlns:a16="http://schemas.microsoft.com/office/drawing/2014/main" id="{212EC201-1685-40FD-B03E-3A8F05898942}"/>
              </a:ext>
            </a:extLst>
          </p:cNvPr>
          <p:cNvPicPr>
            <a:picLocks noChangeAspect="1"/>
          </p:cNvPicPr>
          <p:nvPr userDrawn="1"/>
        </p:nvPicPr>
        <p:blipFill>
          <a:blip r:embed="rId5"/>
          <a:srcRect/>
          <a:stretch/>
        </p:blipFill>
        <p:spPr>
          <a:xfrm>
            <a:off x="320712" y="6162747"/>
            <a:ext cx="1560799" cy="583465"/>
          </a:xfrm>
          <a:prstGeom prst="rect">
            <a:avLst/>
          </a:prstGeom>
        </p:spPr>
      </p:pic>
      <p:pic>
        <p:nvPicPr>
          <p:cNvPr id="8" name="Picture 2" descr="A picture containing snow, white, photo, table&#10;&#10;Description automatically generated">
            <a:extLst>
              <a:ext uri="{FF2B5EF4-FFF2-40B4-BE49-F238E27FC236}">
                <a16:creationId xmlns:a16="http://schemas.microsoft.com/office/drawing/2014/main" id="{42DFEA1E-E542-41B4-B4CB-798ED0770068}"/>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l="-2"/>
          <a:stretch/>
        </p:blipFill>
        <p:spPr>
          <a:xfrm>
            <a:off x="0" y="0"/>
            <a:ext cx="12192000" cy="6858000"/>
          </a:xfrm>
          <a:prstGeom prst="rect">
            <a:avLst/>
          </a:prstGeom>
        </p:spPr>
      </p:pic>
      <p:pic>
        <p:nvPicPr>
          <p:cNvPr id="9" name="Picture 3">
            <a:extLst>
              <a:ext uri="{FF2B5EF4-FFF2-40B4-BE49-F238E27FC236}">
                <a16:creationId xmlns:a16="http://schemas.microsoft.com/office/drawing/2014/main" id="{5388776C-87B2-4E2F-9251-6C415E112F16}"/>
              </a:ext>
            </a:extLst>
          </p:cNvPr>
          <p:cNvPicPr>
            <a:picLocks noChangeAspect="1"/>
          </p:cNvPicPr>
          <p:nvPr userDrawn="1"/>
        </p:nvPicPr>
        <p:blipFill rotWithShape="1">
          <a:blip r:embed="rId7"/>
          <a:srcRect l="5514" t="12668" r="21699" b="5752"/>
          <a:stretch/>
        </p:blipFill>
        <p:spPr>
          <a:xfrm>
            <a:off x="360677" y="5729328"/>
            <a:ext cx="2368827" cy="825500"/>
          </a:xfrm>
          <a:prstGeom prst="rect">
            <a:avLst/>
          </a:prstGeom>
        </p:spPr>
      </p:pic>
      <p:grpSp>
        <p:nvGrpSpPr>
          <p:cNvPr id="10" name="Group 101">
            <a:extLst>
              <a:ext uri="{FF2B5EF4-FFF2-40B4-BE49-F238E27FC236}">
                <a16:creationId xmlns:a16="http://schemas.microsoft.com/office/drawing/2014/main" id="{8C0B8345-68BC-4187-8BFC-EBE761133C84}"/>
              </a:ext>
            </a:extLst>
          </p:cNvPr>
          <p:cNvGrpSpPr/>
          <p:nvPr userDrawn="1"/>
        </p:nvGrpSpPr>
        <p:grpSpPr>
          <a:xfrm>
            <a:off x="8176840" y="1124745"/>
            <a:ext cx="3634159" cy="3725012"/>
            <a:chOff x="7824192" y="3447860"/>
            <a:chExt cx="381000" cy="390525"/>
          </a:xfrm>
        </p:grpSpPr>
        <p:pic>
          <p:nvPicPr>
            <p:cNvPr id="11" name="Graphic 102">
              <a:extLst>
                <a:ext uri="{FF2B5EF4-FFF2-40B4-BE49-F238E27FC236}">
                  <a16:creationId xmlns:a16="http://schemas.microsoft.com/office/drawing/2014/main" id="{C9B0AB54-95B6-455F-A0DF-050248821791}"/>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7824192" y="3600260"/>
              <a:ext cx="381000" cy="238125"/>
            </a:xfrm>
            <a:prstGeom prst="rect">
              <a:avLst/>
            </a:prstGeom>
          </p:spPr>
        </p:pic>
        <p:pic>
          <p:nvPicPr>
            <p:cNvPr id="12" name="Graphic 103">
              <a:extLst>
                <a:ext uri="{FF2B5EF4-FFF2-40B4-BE49-F238E27FC236}">
                  <a16:creationId xmlns:a16="http://schemas.microsoft.com/office/drawing/2014/main" id="{F59CD92B-2C03-4CE7-A698-1D44611C3DED}"/>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7824192" y="3447860"/>
              <a:ext cx="381000" cy="238125"/>
            </a:xfrm>
            <a:prstGeom prst="rect">
              <a:avLst/>
            </a:prstGeom>
          </p:spPr>
        </p:pic>
      </p:grpSp>
      <p:grpSp>
        <p:nvGrpSpPr>
          <p:cNvPr id="13" name="Group 9">
            <a:extLst>
              <a:ext uri="{FF2B5EF4-FFF2-40B4-BE49-F238E27FC236}">
                <a16:creationId xmlns:a16="http://schemas.microsoft.com/office/drawing/2014/main" id="{4C64210E-D53A-428E-B213-AEC8498498A5}"/>
              </a:ext>
            </a:extLst>
          </p:cNvPr>
          <p:cNvGrpSpPr>
            <a:grpSpLocks noChangeAspect="1"/>
          </p:cNvGrpSpPr>
          <p:nvPr userDrawn="1"/>
        </p:nvGrpSpPr>
        <p:grpSpPr>
          <a:xfrm>
            <a:off x="9921239" y="6007865"/>
            <a:ext cx="1889761" cy="507235"/>
            <a:chOff x="9563100" y="1673029"/>
            <a:chExt cx="1389888" cy="373063"/>
          </a:xfrm>
        </p:grpSpPr>
        <p:pic>
          <p:nvPicPr>
            <p:cNvPr id="14" name="Accenture Logo">
              <a:extLst>
                <a:ext uri="{FF2B5EF4-FFF2-40B4-BE49-F238E27FC236}">
                  <a16:creationId xmlns:a16="http://schemas.microsoft.com/office/drawing/2014/main" id="{0D7F019F-E112-4859-9B0B-996DABB7327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563100" y="1825994"/>
              <a:ext cx="1389888" cy="220098"/>
            </a:xfrm>
            <a:prstGeom prst="rect">
              <a:avLst/>
            </a:prstGeom>
            <a:noFill/>
            <a:extLst>
              <a:ext uri="{909E8E84-426E-40DD-AFC4-6F175D3DCCD1}">
                <a14:hiddenFill xmlns:a14="http://schemas.microsoft.com/office/drawing/2010/main">
                  <a:solidFill>
                    <a:schemeClr val="bg1">
                      <a:lumMod val="100000"/>
                    </a:schemeClr>
                  </a:solidFill>
                </a14:hiddenFill>
              </a:ext>
            </a:extLst>
          </p:spPr>
        </p:pic>
        <p:sp>
          <p:nvSpPr>
            <p:cNvPr id="15" name="Freeform 5">
              <a:extLst>
                <a:ext uri="{FF2B5EF4-FFF2-40B4-BE49-F238E27FC236}">
                  <a16:creationId xmlns:a16="http://schemas.microsoft.com/office/drawing/2014/main" id="{74BE0979-528E-45A1-8C3C-2B6560A3363C}"/>
                </a:ext>
              </a:extLst>
            </p:cNvPr>
            <p:cNvSpPr>
              <a:spLocks/>
            </p:cNvSpPr>
            <p:nvPr/>
          </p:nvSpPr>
          <p:spPr bwMode="auto">
            <a:xfrm>
              <a:off x="10373551" y="1673029"/>
              <a:ext cx="136525" cy="147638"/>
            </a:xfrm>
            <a:custGeom>
              <a:avLst/>
              <a:gdLst>
                <a:gd name="T0" fmla="*/ 0 w 86"/>
                <a:gd name="T1" fmla="*/ 66 h 93"/>
                <a:gd name="T2" fmla="*/ 50 w 86"/>
                <a:gd name="T3" fmla="*/ 47 h 93"/>
                <a:gd name="T4" fmla="*/ 0 w 86"/>
                <a:gd name="T5" fmla="*/ 27 h 93"/>
                <a:gd name="T6" fmla="*/ 0 w 86"/>
                <a:gd name="T7" fmla="*/ 0 h 93"/>
                <a:gd name="T8" fmla="*/ 86 w 86"/>
                <a:gd name="T9" fmla="*/ 35 h 93"/>
                <a:gd name="T10" fmla="*/ 86 w 86"/>
                <a:gd name="T11" fmla="*/ 57 h 93"/>
                <a:gd name="T12" fmla="*/ 0 w 86"/>
                <a:gd name="T13" fmla="*/ 93 h 93"/>
                <a:gd name="T14" fmla="*/ 0 w 86"/>
                <a:gd name="T15" fmla="*/ 66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93">
                  <a:moveTo>
                    <a:pt x="0" y="66"/>
                  </a:moveTo>
                  <a:lnTo>
                    <a:pt x="50" y="47"/>
                  </a:lnTo>
                  <a:lnTo>
                    <a:pt x="0" y="27"/>
                  </a:lnTo>
                  <a:lnTo>
                    <a:pt x="0" y="0"/>
                  </a:lnTo>
                  <a:lnTo>
                    <a:pt x="86" y="35"/>
                  </a:lnTo>
                  <a:lnTo>
                    <a:pt x="86" y="57"/>
                  </a:lnTo>
                  <a:lnTo>
                    <a:pt x="0" y="93"/>
                  </a:lnTo>
                  <a:lnTo>
                    <a:pt x="0" y="66"/>
                  </a:lnTo>
                  <a:close/>
                </a:path>
              </a:pathLst>
            </a:custGeom>
            <a:solidFill>
              <a:schemeClr val="accent3">
                <a:lumMod val="10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580849692"/>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Short Headline Only">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6B0811AF-411E-438A-B928-099B625F754B}"/>
              </a:ext>
            </a:extLst>
          </p:cNvPr>
          <p:cNvGraphicFramePr>
            <a:graphicFrameLocks noChangeAspect="1"/>
          </p:cNvGraphicFramePr>
          <p:nvPr userDrawn="1">
            <p:custDataLst>
              <p:tags r:id="rId1"/>
            </p:custDataLst>
            <p:extLst>
              <p:ext uri="{D42A27DB-BD31-4B8C-83A1-F6EECF244321}">
                <p14:modId xmlns:p14="http://schemas.microsoft.com/office/powerpoint/2010/main" val="9966814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75" imgH="476" progId="TCLayout.ActiveDocument.1">
                  <p:embed/>
                </p:oleObj>
              </mc:Choice>
              <mc:Fallback>
                <p:oleObj name="think-cell Folie" r:id="rId4" imgW="475" imgH="476" progId="TCLayout.ActiveDocument.1">
                  <p:embed/>
                  <p:pic>
                    <p:nvPicPr>
                      <p:cNvPr id="4" name="Objekt 3" hidden="1">
                        <a:extLst>
                          <a:ext uri="{FF2B5EF4-FFF2-40B4-BE49-F238E27FC236}">
                            <a16:creationId xmlns:a16="http://schemas.microsoft.com/office/drawing/2014/main" id="{6B0811AF-411E-438A-B928-099B625F754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C0C71DE1-85B0-4AD4-9258-420843090320}"/>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3600" b="0" i="0" baseline="0" dirty="0">
              <a:latin typeface="Graphik Black" panose="020B0A03030202060203" pitchFamily="34" charset="0"/>
              <a:ea typeface="+mj-ea"/>
              <a:cs typeface="+mj-cs"/>
              <a:sym typeface="Graphik Black" panose="020B0A03030202060203" pitchFamily="34" charset="0"/>
            </a:endParaRPr>
          </a:p>
        </p:txBody>
      </p:sp>
      <p:sp>
        <p:nvSpPr>
          <p:cNvPr id="11" name="Title 10"/>
          <p:cNvSpPr>
            <a:spLocks noGrp="1"/>
          </p:cNvSpPr>
          <p:nvPr>
            <p:ph type="title"/>
          </p:nvPr>
        </p:nvSpPr>
        <p:spPr>
          <a:xfrm>
            <a:off x="381000" y="380999"/>
            <a:ext cx="11430000" cy="990601"/>
          </a:xfrm>
        </p:spPr>
        <p:txBody>
          <a:bodyPr/>
          <a:lstStyle/>
          <a:p>
            <a:r>
              <a:rPr lang="en-US" dirty="0"/>
              <a:t>Click to edit Master title style</a:t>
            </a:r>
          </a:p>
        </p:txBody>
      </p:sp>
      <p:sp>
        <p:nvSpPr>
          <p:cNvPr id="3" name="Slide Number Placeholder 5">
            <a:extLst>
              <a:ext uri="{FF2B5EF4-FFF2-40B4-BE49-F238E27FC236}">
                <a16:creationId xmlns:a16="http://schemas.microsoft.com/office/drawing/2014/main" id="{FD88A736-D82D-4C57-A244-EA34E82B3D20}"/>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123084898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6_Cover">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AC3BEAD3-6CB6-4D60-AD9F-5974690CC6AE}"/>
              </a:ext>
            </a:extLst>
          </p:cNvPr>
          <p:cNvGraphicFramePr>
            <a:graphicFrameLocks noChangeAspect="1"/>
          </p:cNvGraphicFramePr>
          <p:nvPr userDrawn="1">
            <p:custDataLst>
              <p:tags r:id="rId1"/>
            </p:custDataLst>
            <p:extLst>
              <p:ext uri="{D42A27DB-BD31-4B8C-83A1-F6EECF244321}">
                <p14:modId xmlns:p14="http://schemas.microsoft.com/office/powerpoint/2010/main" val="31890164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96" imgH="396" progId="TCLayout.ActiveDocument.1">
                  <p:embed/>
                </p:oleObj>
              </mc:Choice>
              <mc:Fallback>
                <p:oleObj name="think-cell Folie" r:id="rId4" imgW="396" imgH="396" progId="TCLayout.ActiveDocument.1">
                  <p:embed/>
                  <p:pic>
                    <p:nvPicPr>
                      <p:cNvPr id="7" name="Object 6" hidden="1">
                        <a:extLst>
                          <a:ext uri="{FF2B5EF4-FFF2-40B4-BE49-F238E27FC236}">
                            <a16:creationId xmlns:a16="http://schemas.microsoft.com/office/drawing/2014/main" id="{AC3BEAD3-6CB6-4D60-AD9F-5974690CC6A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87B5D3FF-B3FE-4676-98DF-7478720A5247}"/>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de-DE" sz="3600" b="1" i="0" baseline="0" dirty="0">
              <a:latin typeface="Graphik Black" panose="020B0A03030202060203" pitchFamily="34" charset="0"/>
              <a:ea typeface="+mj-ea"/>
              <a:cs typeface="+mj-cs"/>
              <a:sym typeface="Graphik Black" panose="020B0A03030202060203" pitchFamily="34" charset="0"/>
            </a:endParaRPr>
          </a:p>
        </p:txBody>
      </p:sp>
      <p:sp>
        <p:nvSpPr>
          <p:cNvPr id="5" name="Text Placeholder 3">
            <a:extLst>
              <a:ext uri="{FF2B5EF4-FFF2-40B4-BE49-F238E27FC236}">
                <a16:creationId xmlns:a16="http://schemas.microsoft.com/office/drawing/2014/main" id="{31C31CBD-631D-4D2C-AEA4-24E8DAD7BAB0}"/>
              </a:ext>
            </a:extLst>
          </p:cNvPr>
          <p:cNvSpPr>
            <a:spLocks noGrp="1"/>
          </p:cNvSpPr>
          <p:nvPr>
            <p:ph type="body" sz="quarter" idx="10" hasCustomPrompt="1"/>
          </p:nvPr>
        </p:nvSpPr>
        <p:spPr>
          <a:xfrm>
            <a:off x="380998" y="2467110"/>
            <a:ext cx="6435081" cy="1714500"/>
          </a:xfrm>
          <a:prstGeom prst="rect">
            <a:avLst/>
          </a:prstGeom>
        </p:spPr>
        <p:txBody>
          <a:bodyPr lIns="0" tIns="0" rIns="0" bIns="0">
            <a:noAutofit/>
          </a:bodyPr>
          <a:lstStyle>
            <a:lvl1pPr>
              <a:lnSpc>
                <a:spcPct val="70000"/>
              </a:lnSpc>
              <a:defRPr sz="6000" cap="all" baseline="0">
                <a:latin typeface="+mj-lt"/>
              </a:defRPr>
            </a:lvl1pPr>
          </a:lstStyle>
          <a:p>
            <a:pPr lvl="0"/>
            <a:r>
              <a:rPr lang="de-DE"/>
              <a:t>Presentation Title</a:t>
            </a:r>
            <a:endParaRPr lang="en-GB"/>
          </a:p>
        </p:txBody>
      </p:sp>
      <p:sp>
        <p:nvSpPr>
          <p:cNvPr id="6" name="Text Placeholder 4">
            <a:extLst>
              <a:ext uri="{FF2B5EF4-FFF2-40B4-BE49-F238E27FC236}">
                <a16:creationId xmlns:a16="http://schemas.microsoft.com/office/drawing/2014/main" id="{81E93F67-3BF5-42D3-ACB4-E4E895D29A5F}"/>
              </a:ext>
            </a:extLst>
          </p:cNvPr>
          <p:cNvSpPr>
            <a:spLocks noGrp="1"/>
          </p:cNvSpPr>
          <p:nvPr>
            <p:ph type="body" sz="quarter" idx="11" hasCustomPrompt="1"/>
          </p:nvPr>
        </p:nvSpPr>
        <p:spPr>
          <a:xfrm>
            <a:off x="380998" y="4209159"/>
            <a:ext cx="6435081" cy="507831"/>
          </a:xfrm>
          <a:prstGeom prst="rect">
            <a:avLst/>
          </a:prstGeom>
        </p:spPr>
        <p:txBody>
          <a:bodyPr lIns="0" tIns="0" rIns="0" bIns="0">
            <a:noAutofit/>
          </a:bodyPr>
          <a:lstStyle>
            <a:lvl1pPr>
              <a:lnSpc>
                <a:spcPct val="70000"/>
              </a:lnSpc>
              <a:defRPr sz="3000" cap="all" baseline="0">
                <a:solidFill>
                  <a:schemeClr val="tx1"/>
                </a:solidFill>
                <a:latin typeface="+mj-lt"/>
              </a:defRPr>
            </a:lvl1pPr>
            <a:lvl2pPr>
              <a:defRPr sz="3000">
                <a:latin typeface="Graphik Black" panose="020B0A03030202060203" pitchFamily="34" charset="0"/>
              </a:defRPr>
            </a:lvl2pPr>
            <a:lvl3pPr>
              <a:defRPr sz="3000">
                <a:latin typeface="Graphik Black" panose="020B0A03030202060203" pitchFamily="34" charset="0"/>
              </a:defRPr>
            </a:lvl3pPr>
            <a:lvl4pPr>
              <a:defRPr sz="3000">
                <a:latin typeface="Graphik Black" panose="020B0A03030202060203" pitchFamily="34" charset="0"/>
              </a:defRPr>
            </a:lvl4pPr>
            <a:lvl5pPr>
              <a:defRPr sz="3000">
                <a:latin typeface="Graphik Black" panose="020B0A03030202060203" pitchFamily="34" charset="0"/>
              </a:defRPr>
            </a:lvl5pPr>
          </a:lstStyle>
          <a:p>
            <a:pPr lvl="0"/>
            <a:r>
              <a:rPr lang="en-US"/>
              <a:t>Subtitle</a:t>
            </a:r>
            <a:endParaRPr lang="en-GB"/>
          </a:p>
        </p:txBody>
      </p:sp>
      <p:pic>
        <p:nvPicPr>
          <p:cNvPr id="16" name="Picture 3">
            <a:extLst>
              <a:ext uri="{FF2B5EF4-FFF2-40B4-BE49-F238E27FC236}">
                <a16:creationId xmlns:a16="http://schemas.microsoft.com/office/drawing/2014/main" id="{212EC201-1685-40FD-B03E-3A8F05898942}"/>
              </a:ext>
            </a:extLst>
          </p:cNvPr>
          <p:cNvPicPr>
            <a:picLocks noChangeAspect="1"/>
          </p:cNvPicPr>
          <p:nvPr userDrawn="1"/>
        </p:nvPicPr>
        <p:blipFill>
          <a:blip r:embed="rId6"/>
          <a:srcRect/>
          <a:stretch/>
        </p:blipFill>
        <p:spPr>
          <a:xfrm>
            <a:off x="320712" y="6162747"/>
            <a:ext cx="1560799" cy="583465"/>
          </a:xfrm>
          <a:prstGeom prst="rect">
            <a:avLst/>
          </a:prstGeom>
        </p:spPr>
      </p:pic>
      <p:pic>
        <p:nvPicPr>
          <p:cNvPr id="8" name="Picture 2" descr="A picture containing snow, white, photo, table&#10;&#10;Description automatically generated">
            <a:extLst>
              <a:ext uri="{FF2B5EF4-FFF2-40B4-BE49-F238E27FC236}">
                <a16:creationId xmlns:a16="http://schemas.microsoft.com/office/drawing/2014/main" id="{42DFEA1E-E542-41B4-B4CB-798ED0770068}"/>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l="-2"/>
          <a:stretch/>
        </p:blipFill>
        <p:spPr>
          <a:xfrm>
            <a:off x="0" y="-111788"/>
            <a:ext cx="12192000" cy="6969788"/>
          </a:xfrm>
          <a:prstGeom prst="rect">
            <a:avLst/>
          </a:prstGeom>
        </p:spPr>
      </p:pic>
      <p:sp>
        <p:nvSpPr>
          <p:cNvPr id="11" name="Title Placeholder 1">
            <a:extLst>
              <a:ext uri="{FF2B5EF4-FFF2-40B4-BE49-F238E27FC236}">
                <a16:creationId xmlns:a16="http://schemas.microsoft.com/office/drawing/2014/main" id="{8F2D071D-C991-4A82-BED0-3557F90DF780}"/>
              </a:ext>
            </a:extLst>
          </p:cNvPr>
          <p:cNvSpPr>
            <a:spLocks noGrp="1"/>
          </p:cNvSpPr>
          <p:nvPr>
            <p:ph type="title"/>
          </p:nvPr>
        </p:nvSpPr>
        <p:spPr>
          <a:xfrm>
            <a:off x="381000" y="380999"/>
            <a:ext cx="11430000" cy="990601"/>
          </a:xfrm>
          <a:prstGeom prst="rect">
            <a:avLst/>
          </a:prstGeom>
          <a:effectLst/>
        </p:spPr>
        <p:txBody>
          <a:bodyPr vert="horz" wrap="square" lIns="0" tIns="45720" rIns="0" bIns="0" rtlCol="0" anchor="t" anchorCtr="0">
            <a:normAutofit/>
          </a:bodyPr>
          <a:lstStyle>
            <a:lvl1pPr algn="l">
              <a:defRPr sz="3600" b="1" i="0" u="none" strike="noStrike">
                <a:solidFill>
                  <a:schemeClr val="tx1">
                    <a:lumMod val="100000"/>
                  </a:schemeClr>
                </a:solidFill>
                <a:latin typeface="Graphik Black" panose="020B0A03030202060203" pitchFamily="34" charset="0"/>
              </a:defRPr>
            </a:lvl1pPr>
          </a:lstStyle>
          <a:p>
            <a:r>
              <a:rPr lang="de-DE"/>
              <a:t>Mastertitelformat bearbeiten</a:t>
            </a:r>
            <a:endParaRPr lang="en-US"/>
          </a:p>
        </p:txBody>
      </p:sp>
      <p:pic>
        <p:nvPicPr>
          <p:cNvPr id="12" name="Picture 9" descr="A picture containing object, clock&#10;&#10;Description automatically generated">
            <a:extLst>
              <a:ext uri="{FF2B5EF4-FFF2-40B4-BE49-F238E27FC236}">
                <a16:creationId xmlns:a16="http://schemas.microsoft.com/office/drawing/2014/main" id="{06A9A27C-2B45-421C-A0A5-61B918D903CA}"/>
              </a:ext>
            </a:extLst>
          </p:cNvPr>
          <p:cNvPicPr>
            <a:picLocks noChangeAspect="1"/>
          </p:cNvPicPr>
          <p:nvPr userDrawn="1"/>
        </p:nvPicPr>
        <p:blipFill rotWithShape="1">
          <a:blip r:embed="rId8"/>
          <a:srcRect l="2822"/>
          <a:stretch/>
        </p:blipFill>
        <p:spPr>
          <a:xfrm>
            <a:off x="371554" y="6418326"/>
            <a:ext cx="770415" cy="288000"/>
          </a:xfrm>
          <a:prstGeom prst="rect">
            <a:avLst/>
          </a:prstGeom>
        </p:spPr>
      </p:pic>
      <p:sp>
        <p:nvSpPr>
          <p:cNvPr id="13" name="Slide Number Placeholder 5">
            <a:extLst>
              <a:ext uri="{FF2B5EF4-FFF2-40B4-BE49-F238E27FC236}">
                <a16:creationId xmlns:a16="http://schemas.microsoft.com/office/drawing/2014/main" id="{F3B53B1E-BFA6-4081-A089-835B3B61ADAB}"/>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lumMod val="65000"/>
                </a:srgbClr>
              </a:solidFill>
              <a:effectLst/>
              <a:uLnTx/>
              <a:uFillTx/>
              <a:latin typeface="Graphik"/>
              <a:ea typeface="+mn-ea"/>
              <a:cs typeface="+mn-cs"/>
            </a:endParaRPr>
          </a:p>
        </p:txBody>
      </p:sp>
      <p:sp>
        <p:nvSpPr>
          <p:cNvPr id="14" name="AMC_Footer">
            <a:extLst>
              <a:ext uri="{FF2B5EF4-FFF2-40B4-BE49-F238E27FC236}">
                <a16:creationId xmlns:a16="http://schemas.microsoft.com/office/drawing/2014/main" id="{2A346256-09C3-4BA7-BAA5-39A654AB8AE4}"/>
              </a:ext>
            </a:extLst>
          </p:cNvPr>
          <p:cNvSpPr txBox="1">
            <a:spLocks/>
          </p:cNvSpPr>
          <p:nvPr userDrawn="1"/>
        </p:nvSpPr>
        <p:spPr>
          <a:xfrm>
            <a:off x="1249991"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Accenture. All rights reserved. </a:t>
            </a:r>
          </a:p>
        </p:txBody>
      </p:sp>
    </p:spTree>
    <p:extLst>
      <p:ext uri="{BB962C8B-B14F-4D97-AF65-F5344CB8AC3E}">
        <p14:creationId xmlns:p14="http://schemas.microsoft.com/office/powerpoint/2010/main" val="3005701351"/>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Benutzerdefiniertes Layout">
    <p:spTree>
      <p:nvGrpSpPr>
        <p:cNvPr id="1" name=""/>
        <p:cNvGrpSpPr/>
        <p:nvPr/>
      </p:nvGrpSpPr>
      <p:grpSpPr>
        <a:xfrm>
          <a:off x="0" y="0"/>
          <a:ext cx="0" cy="0"/>
          <a:chOff x="0" y="0"/>
          <a:chExt cx="0" cy="0"/>
        </a:xfrm>
      </p:grpSpPr>
      <p:sp>
        <p:nvSpPr>
          <p:cNvPr id="67" name="Bildplatzhalter 66">
            <a:extLst>
              <a:ext uri="{FF2B5EF4-FFF2-40B4-BE49-F238E27FC236}">
                <a16:creationId xmlns:a16="http://schemas.microsoft.com/office/drawing/2014/main" id="{709B41C8-060A-4C19-AC1F-5252DB23DE0A}"/>
              </a:ext>
            </a:extLst>
          </p:cNvPr>
          <p:cNvSpPr>
            <a:spLocks noGrp="1"/>
          </p:cNvSpPr>
          <p:nvPr>
            <p:ph type="pic" sz="quarter" idx="10"/>
          </p:nvPr>
        </p:nvSpPr>
        <p:spPr>
          <a:xfrm>
            <a:off x="7569281" y="0"/>
            <a:ext cx="4572000" cy="6858000"/>
          </a:xfrm>
          <a:ln>
            <a:noFill/>
          </a:ln>
        </p:spPr>
        <p:txBody>
          <a:bodyPr/>
          <a:lstStyle/>
          <a:p>
            <a:endParaRPr lang="en-US"/>
          </a:p>
        </p:txBody>
      </p:sp>
      <p:graphicFrame>
        <p:nvGraphicFramePr>
          <p:cNvPr id="3" name="Objekt 2" hidden="1">
            <a:extLst>
              <a:ext uri="{FF2B5EF4-FFF2-40B4-BE49-F238E27FC236}">
                <a16:creationId xmlns:a16="http://schemas.microsoft.com/office/drawing/2014/main" id="{7E68B5D4-835E-4633-A696-91C2C22252A2}"/>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73" imgH="473" progId="TCLayout.ActiveDocument.1">
                  <p:embed/>
                </p:oleObj>
              </mc:Choice>
              <mc:Fallback>
                <p:oleObj name="think-cell Folie" r:id="rId3" imgW="473" imgH="473" progId="TCLayout.ActiveDocument.1">
                  <p:embed/>
                  <p:pic>
                    <p:nvPicPr>
                      <p:cNvPr id="3" name="Objekt 2" hidden="1">
                        <a:extLst>
                          <a:ext uri="{FF2B5EF4-FFF2-40B4-BE49-F238E27FC236}">
                            <a16:creationId xmlns:a16="http://schemas.microsoft.com/office/drawing/2014/main" id="{7E68B5D4-835E-4633-A696-91C2C22252A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5" name="Rectangle 7">
            <a:extLst>
              <a:ext uri="{FF2B5EF4-FFF2-40B4-BE49-F238E27FC236}">
                <a16:creationId xmlns:a16="http://schemas.microsoft.com/office/drawing/2014/main" id="{4CC1A377-6F5B-4C91-9535-805DFB8A367E}"/>
              </a:ext>
            </a:extLst>
          </p:cNvPr>
          <p:cNvSpPr/>
          <p:nvPr userDrawn="1"/>
        </p:nvSpPr>
        <p:spPr>
          <a:xfrm>
            <a:off x="0" y="5706737"/>
            <a:ext cx="7557293" cy="1152851"/>
          </a:xfrm>
          <a:prstGeom prst="rect">
            <a:avLst/>
          </a:prstGeom>
          <a:solidFill>
            <a:srgbClr val="7500C0"/>
          </a:solidFill>
          <a:ln w="19050" cap="flat" cmpd="sng" algn="ctr">
            <a:noFill/>
            <a:prstDash val="sysDot"/>
            <a:miter lim="800000"/>
            <a:headEnd type="none" w="med" len="med"/>
            <a:tailEnd type="none" w="med" len="med"/>
          </a:ln>
          <a:effectLst/>
          <a:extLst>
            <a:ext uri="{91240B29-F687-4F45-9708-019B960494DF}">
              <a14:hiddenLine xmlns:a14="http://schemas.microsoft.com/office/drawing/2010/main" w="19050" cap="flat" cmpd="sng" algn="ctr">
                <a:solidFill>
                  <a:srgbClr val="7E00FF"/>
                </a:solidFill>
                <a:prstDash val="sysDot"/>
                <a:miter lim="800000"/>
                <a:headEnd type="none" w="med" len="med"/>
                <a:tailEnd type="none" w="med" len="med"/>
              </a14:hiddenLine>
            </a:ext>
          </a:ex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a typeface="+mn-ea"/>
              <a:cs typeface="+mn-cs"/>
            </a:endParaRPr>
          </a:p>
        </p:txBody>
      </p:sp>
      <p:sp>
        <p:nvSpPr>
          <p:cNvPr id="36" name="Rectangle 6">
            <a:extLst>
              <a:ext uri="{FF2B5EF4-FFF2-40B4-BE49-F238E27FC236}">
                <a16:creationId xmlns:a16="http://schemas.microsoft.com/office/drawing/2014/main" id="{E38F47FF-0475-41D8-95ED-46CD17305356}"/>
              </a:ext>
            </a:extLst>
          </p:cNvPr>
          <p:cNvSpPr/>
          <p:nvPr userDrawn="1"/>
        </p:nvSpPr>
        <p:spPr>
          <a:xfrm>
            <a:off x="0" y="0"/>
            <a:ext cx="7557293" cy="2277547"/>
          </a:xfrm>
          <a:prstGeom prst="rect">
            <a:avLst/>
          </a:prstGeom>
          <a:solidFill>
            <a:srgbClr val="7500C0"/>
          </a:solidFill>
          <a:ln w="19050" cap="flat" cmpd="sng" algn="ctr">
            <a:noFill/>
            <a:prstDash val="sysDot"/>
            <a:miter lim="800000"/>
            <a:headEnd type="none" w="med" len="med"/>
            <a:tailEnd type="none" w="med" len="med"/>
          </a:ln>
          <a:effectLst/>
          <a:extLst>
            <a:ext uri="{91240B29-F687-4F45-9708-019B960494DF}">
              <a14:hiddenLine xmlns:a14="http://schemas.microsoft.com/office/drawing/2010/main" w="19050" cap="flat" cmpd="sng" algn="ctr">
                <a:solidFill>
                  <a:srgbClr val="7E00FF"/>
                </a:solidFill>
                <a:prstDash val="sysDot"/>
                <a:miter lim="800000"/>
                <a:headEnd type="none" w="med" len="med"/>
                <a:tailEnd type="none" w="med" len="med"/>
              </a14:hiddenLine>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a typeface="+mn-ea"/>
              <a:cs typeface="+mn-cs"/>
            </a:endParaRPr>
          </a:p>
        </p:txBody>
      </p:sp>
      <p:sp>
        <p:nvSpPr>
          <p:cNvPr id="41" name="Rectangle 9">
            <a:extLst>
              <a:ext uri="{FF2B5EF4-FFF2-40B4-BE49-F238E27FC236}">
                <a16:creationId xmlns:a16="http://schemas.microsoft.com/office/drawing/2014/main" id="{E5689F8A-8F3F-4B96-A471-611398B21BD8}"/>
              </a:ext>
            </a:extLst>
          </p:cNvPr>
          <p:cNvSpPr/>
          <p:nvPr userDrawn="1"/>
        </p:nvSpPr>
        <p:spPr>
          <a:xfrm>
            <a:off x="4746134" y="1387899"/>
            <a:ext cx="2811159" cy="738664"/>
          </a:xfrm>
          <a:prstGeom prst="rect">
            <a:avLst/>
          </a:prstGeom>
        </p:spPr>
        <p:txBody>
          <a:bodyPr wrap="square" lIns="0" tIns="0" rIns="0" bIns="0">
            <a:spAutoFit/>
          </a:bodyPr>
          <a:lstStyle/>
          <a:p>
            <a:pPr defTabSz="90000"/>
            <a:r>
              <a:rPr lang="en-US" sz="1200" b="1">
                <a:solidFill>
                  <a:prstClr val="white"/>
                </a:solidFill>
                <a:latin typeface="Graphik Black" panose="020B0A03030202060203" pitchFamily="34" charset="0"/>
              </a:rPr>
              <a:t>Heritage 			</a:t>
            </a:r>
            <a:r>
              <a:rPr lang="en-US" sz="1200">
                <a:solidFill>
                  <a:prstClr val="white"/>
                </a:solidFill>
                <a:latin typeface="Graphik" panose="020B0503030202060203" pitchFamily="34" charset="0"/>
              </a:rPr>
              <a:t>Town</a:t>
            </a:r>
          </a:p>
          <a:p>
            <a:pPr defTabSz="90000"/>
            <a:r>
              <a:rPr lang="en-US" sz="1200" b="1">
                <a:solidFill>
                  <a:prstClr val="white"/>
                </a:solidFill>
                <a:latin typeface="Graphik Black" panose="020B0A03030202060203" pitchFamily="34" charset="0"/>
              </a:rPr>
              <a:t>Sings 						</a:t>
            </a:r>
            <a:r>
              <a:rPr lang="en-US" sz="1200">
                <a:solidFill>
                  <a:prstClr val="white"/>
                </a:solidFill>
                <a:latin typeface="Graphik" panose="020B0503030202060203" pitchFamily="34" charset="0"/>
              </a:rPr>
              <a:t>Song</a:t>
            </a:r>
          </a:p>
          <a:p>
            <a:pPr defTabSz="90000"/>
            <a:r>
              <a:rPr lang="en-US" sz="1200" b="1">
                <a:solidFill>
                  <a:prstClr val="white"/>
                </a:solidFill>
                <a:latin typeface="Graphik Black" panose="020B0A03030202060203" pitchFamily="34" charset="0"/>
              </a:rPr>
              <a:t>Reads 					</a:t>
            </a:r>
            <a:r>
              <a:rPr lang="en-US" sz="1200">
                <a:solidFill>
                  <a:prstClr val="white"/>
                </a:solidFill>
                <a:latin typeface="Graphik" panose="020B0503030202060203" pitchFamily="34" charset="0"/>
                <a:cs typeface="Arial" panose="020B0604020202020204" pitchFamily="34" charset="0"/>
              </a:rPr>
              <a:t>Book</a:t>
            </a:r>
          </a:p>
          <a:p>
            <a:pPr defTabSz="90000"/>
            <a:r>
              <a:rPr lang="en-US" sz="1200" b="1">
                <a:solidFill>
                  <a:prstClr val="white"/>
                </a:solidFill>
                <a:latin typeface="Graphik Black" panose="020B0A03030202060203" pitchFamily="34" charset="0"/>
              </a:rPr>
              <a:t>Speaks 				</a:t>
            </a:r>
            <a:r>
              <a:rPr lang="en-US" sz="1200">
                <a:solidFill>
                  <a:prstClr val="white"/>
                </a:solidFill>
                <a:latin typeface="Graphik" panose="020B0503030202060203" pitchFamily="34" charset="0"/>
              </a:rPr>
              <a:t>Languages</a:t>
            </a:r>
          </a:p>
        </p:txBody>
      </p:sp>
      <p:sp>
        <p:nvSpPr>
          <p:cNvPr id="43" name="Rectangle 11">
            <a:extLst>
              <a:ext uri="{FF2B5EF4-FFF2-40B4-BE49-F238E27FC236}">
                <a16:creationId xmlns:a16="http://schemas.microsoft.com/office/drawing/2014/main" id="{85AFFAC6-D42B-4D82-BF7D-4EFFFCAE04FE}"/>
              </a:ext>
            </a:extLst>
          </p:cNvPr>
          <p:cNvSpPr/>
          <p:nvPr userDrawn="1"/>
        </p:nvSpPr>
        <p:spPr>
          <a:xfrm>
            <a:off x="394618" y="1849564"/>
            <a:ext cx="1884958" cy="276999"/>
          </a:xfrm>
          <a:prstGeom prst="rect">
            <a:avLst/>
          </a:prstGeom>
        </p:spPr>
        <p:txBody>
          <a:bodyPr wrap="square" lIns="0" tIns="0" rIns="0" bIns="0">
            <a:spAutoFit/>
          </a:bodyPr>
          <a:lstStyle/>
          <a:p>
            <a:r>
              <a:rPr lang="en-US" b="1">
                <a:solidFill>
                  <a:prstClr val="white"/>
                </a:solidFill>
                <a:latin typeface="Graphik Black" panose="020B0A03030202060203" pitchFamily="34" charset="0"/>
              </a:rPr>
              <a:t>Team Name</a:t>
            </a:r>
          </a:p>
        </p:txBody>
      </p:sp>
      <p:sp>
        <p:nvSpPr>
          <p:cNvPr id="47" name="Rectangle 15">
            <a:extLst>
              <a:ext uri="{FF2B5EF4-FFF2-40B4-BE49-F238E27FC236}">
                <a16:creationId xmlns:a16="http://schemas.microsoft.com/office/drawing/2014/main" id="{591112E1-9529-48A2-BF72-F3A2CD8BF665}"/>
              </a:ext>
            </a:extLst>
          </p:cNvPr>
          <p:cNvSpPr/>
          <p:nvPr userDrawn="1"/>
        </p:nvSpPr>
        <p:spPr>
          <a:xfrm>
            <a:off x="1154941" y="6090891"/>
            <a:ext cx="411972" cy="184666"/>
          </a:xfrm>
          <a:prstGeom prst="rect">
            <a:avLst/>
          </a:prstGeom>
        </p:spPr>
        <p:txBody>
          <a:bodyPr wrap="none" lIns="0" tIns="0" rIns="0" bIns="0">
            <a:spAutoFit/>
          </a:bodyPr>
          <a:lstStyle/>
          <a:p>
            <a:r>
              <a:rPr lang="en-US" sz="1200" b="1">
                <a:solidFill>
                  <a:prstClr val="white"/>
                </a:solidFill>
                <a:latin typeface="Graphik Black" panose="020B0A03030202060203" pitchFamily="34" charset="0"/>
              </a:rPr>
              <a:t>Skills</a:t>
            </a:r>
          </a:p>
        </p:txBody>
      </p:sp>
      <p:sp>
        <p:nvSpPr>
          <p:cNvPr id="48" name="Freeform 29">
            <a:extLst>
              <a:ext uri="{FF2B5EF4-FFF2-40B4-BE49-F238E27FC236}">
                <a16:creationId xmlns:a16="http://schemas.microsoft.com/office/drawing/2014/main" id="{F24E3DA2-8256-468B-A6BB-94E125B539A1}"/>
              </a:ext>
            </a:extLst>
          </p:cNvPr>
          <p:cNvSpPr>
            <a:spLocks noChangeAspect="1" noEditPoints="1"/>
          </p:cNvSpPr>
          <p:nvPr userDrawn="1"/>
        </p:nvSpPr>
        <p:spPr bwMode="auto">
          <a:xfrm>
            <a:off x="1210591" y="5734984"/>
            <a:ext cx="255630" cy="343698"/>
          </a:xfrm>
          <a:custGeom>
            <a:avLst/>
            <a:gdLst>
              <a:gd name="T0" fmla="*/ 211 w 214"/>
              <a:gd name="T1" fmla="*/ 90 h 295"/>
              <a:gd name="T2" fmla="*/ 185 w 214"/>
              <a:gd name="T3" fmla="*/ 73 h 295"/>
              <a:gd name="T4" fmla="*/ 170 w 214"/>
              <a:gd name="T5" fmla="*/ 46 h 295"/>
              <a:gd name="T6" fmla="*/ 129 w 214"/>
              <a:gd name="T7" fmla="*/ 6 h 295"/>
              <a:gd name="T8" fmla="*/ 123 w 214"/>
              <a:gd name="T9" fmla="*/ 0 h 295"/>
              <a:gd name="T10" fmla="*/ 99 w 214"/>
              <a:gd name="T11" fmla="*/ 14 h 295"/>
              <a:gd name="T12" fmla="*/ 81 w 214"/>
              <a:gd name="T13" fmla="*/ 27 h 295"/>
              <a:gd name="T14" fmla="*/ 38 w 214"/>
              <a:gd name="T15" fmla="*/ 67 h 295"/>
              <a:gd name="T16" fmla="*/ 18 w 214"/>
              <a:gd name="T17" fmla="*/ 116 h 295"/>
              <a:gd name="T18" fmla="*/ 16 w 214"/>
              <a:gd name="T19" fmla="*/ 154 h 295"/>
              <a:gd name="T20" fmla="*/ 23 w 214"/>
              <a:gd name="T21" fmla="*/ 206 h 295"/>
              <a:gd name="T22" fmla="*/ 17 w 214"/>
              <a:gd name="T23" fmla="*/ 212 h 295"/>
              <a:gd name="T24" fmla="*/ 0 w 214"/>
              <a:gd name="T25" fmla="*/ 251 h 295"/>
              <a:gd name="T26" fmla="*/ 6 w 214"/>
              <a:gd name="T27" fmla="*/ 295 h 295"/>
              <a:gd name="T28" fmla="*/ 197 w 214"/>
              <a:gd name="T29" fmla="*/ 289 h 295"/>
              <a:gd name="T30" fmla="*/ 182 w 214"/>
              <a:gd name="T31" fmla="*/ 213 h 295"/>
              <a:gd name="T32" fmla="*/ 175 w 214"/>
              <a:gd name="T33" fmla="*/ 206 h 295"/>
              <a:gd name="T34" fmla="*/ 174 w 214"/>
              <a:gd name="T35" fmla="*/ 205 h 295"/>
              <a:gd name="T36" fmla="*/ 167 w 214"/>
              <a:gd name="T37" fmla="*/ 183 h 295"/>
              <a:gd name="T38" fmla="*/ 132 w 214"/>
              <a:gd name="T39" fmla="*/ 116 h 295"/>
              <a:gd name="T40" fmla="*/ 170 w 214"/>
              <a:gd name="T41" fmla="*/ 126 h 295"/>
              <a:gd name="T42" fmla="*/ 193 w 214"/>
              <a:gd name="T43" fmla="*/ 131 h 295"/>
              <a:gd name="T44" fmla="*/ 213 w 214"/>
              <a:gd name="T45" fmla="*/ 97 h 295"/>
              <a:gd name="T46" fmla="*/ 185 w 214"/>
              <a:gd name="T47" fmla="*/ 243 h 295"/>
              <a:gd name="T48" fmla="*/ 186 w 214"/>
              <a:gd name="T49" fmla="*/ 284 h 295"/>
              <a:gd name="T50" fmla="*/ 12 w 214"/>
              <a:gd name="T51" fmla="*/ 251 h 295"/>
              <a:gd name="T52" fmla="*/ 13 w 214"/>
              <a:gd name="T53" fmla="*/ 242 h 295"/>
              <a:gd name="T54" fmla="*/ 104 w 214"/>
              <a:gd name="T55" fmla="*/ 242 h 295"/>
              <a:gd name="T56" fmla="*/ 104 w 214"/>
              <a:gd name="T57" fmla="*/ 242 h 295"/>
              <a:gd name="T58" fmla="*/ 171 w 214"/>
              <a:gd name="T59" fmla="*/ 219 h 295"/>
              <a:gd name="T60" fmla="*/ 173 w 214"/>
              <a:gd name="T61" fmla="*/ 220 h 295"/>
              <a:gd name="T62" fmla="*/ 180 w 214"/>
              <a:gd name="T63" fmla="*/ 231 h 295"/>
              <a:gd name="T64" fmla="*/ 104 w 214"/>
              <a:gd name="T65" fmla="*/ 231 h 295"/>
              <a:gd name="T66" fmla="*/ 104 w 214"/>
              <a:gd name="T67" fmla="*/ 231 h 295"/>
              <a:gd name="T68" fmla="*/ 18 w 214"/>
              <a:gd name="T69" fmla="*/ 231 h 295"/>
              <a:gd name="T70" fmla="*/ 25 w 214"/>
              <a:gd name="T71" fmla="*/ 220 h 295"/>
              <a:gd name="T72" fmla="*/ 26 w 214"/>
              <a:gd name="T73" fmla="*/ 219 h 295"/>
              <a:gd name="T74" fmla="*/ 166 w 214"/>
              <a:gd name="T75" fmla="*/ 214 h 295"/>
              <a:gd name="T76" fmla="*/ 191 w 214"/>
              <a:gd name="T77" fmla="*/ 118 h 295"/>
              <a:gd name="T78" fmla="*/ 180 w 214"/>
              <a:gd name="T79" fmla="*/ 116 h 295"/>
              <a:gd name="T80" fmla="*/ 122 w 214"/>
              <a:gd name="T81" fmla="*/ 100 h 295"/>
              <a:gd name="T82" fmla="*/ 112 w 214"/>
              <a:gd name="T83" fmla="*/ 106 h 295"/>
              <a:gd name="T84" fmla="*/ 162 w 214"/>
              <a:gd name="T85" fmla="*/ 202 h 295"/>
              <a:gd name="T86" fmla="*/ 33 w 214"/>
              <a:gd name="T87" fmla="*/ 202 h 295"/>
              <a:gd name="T88" fmla="*/ 27 w 214"/>
              <a:gd name="T89" fmla="*/ 153 h 295"/>
              <a:gd name="T90" fmla="*/ 31 w 214"/>
              <a:gd name="T91" fmla="*/ 113 h 295"/>
              <a:gd name="T92" fmla="*/ 49 w 214"/>
              <a:gd name="T93" fmla="*/ 72 h 295"/>
              <a:gd name="T94" fmla="*/ 109 w 214"/>
              <a:gd name="T95" fmla="*/ 21 h 295"/>
              <a:gd name="T96" fmla="*/ 117 w 214"/>
              <a:gd name="T97" fmla="*/ 16 h 295"/>
              <a:gd name="T98" fmla="*/ 120 w 214"/>
              <a:gd name="T99" fmla="*/ 40 h 295"/>
              <a:gd name="T100" fmla="*/ 176 w 214"/>
              <a:gd name="T101" fmla="*/ 79 h 295"/>
              <a:gd name="T102" fmla="*/ 200 w 214"/>
              <a:gd name="T103" fmla="*/ 97 h 295"/>
              <a:gd name="T104" fmla="*/ 191 w 214"/>
              <a:gd name="T105" fmla="*/ 11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14" h="295">
                <a:moveTo>
                  <a:pt x="213" y="97"/>
                </a:moveTo>
                <a:cubicBezTo>
                  <a:pt x="214" y="94"/>
                  <a:pt x="213" y="91"/>
                  <a:pt x="211" y="90"/>
                </a:cubicBezTo>
                <a:cubicBezTo>
                  <a:pt x="185" y="73"/>
                  <a:pt x="185" y="73"/>
                  <a:pt x="185" y="73"/>
                </a:cubicBezTo>
                <a:cubicBezTo>
                  <a:pt x="185" y="73"/>
                  <a:pt x="185" y="73"/>
                  <a:pt x="185" y="73"/>
                </a:cubicBezTo>
                <a:cubicBezTo>
                  <a:pt x="174" y="49"/>
                  <a:pt x="174" y="49"/>
                  <a:pt x="174" y="49"/>
                </a:cubicBezTo>
                <a:cubicBezTo>
                  <a:pt x="173" y="47"/>
                  <a:pt x="172" y="46"/>
                  <a:pt x="170" y="46"/>
                </a:cubicBezTo>
                <a:cubicBezTo>
                  <a:pt x="128" y="31"/>
                  <a:pt x="128" y="31"/>
                  <a:pt x="128" y="31"/>
                </a:cubicBezTo>
                <a:cubicBezTo>
                  <a:pt x="129" y="6"/>
                  <a:pt x="129" y="6"/>
                  <a:pt x="129" y="6"/>
                </a:cubicBezTo>
                <a:cubicBezTo>
                  <a:pt x="129" y="4"/>
                  <a:pt x="128" y="2"/>
                  <a:pt x="126" y="1"/>
                </a:cubicBezTo>
                <a:cubicBezTo>
                  <a:pt x="125" y="0"/>
                  <a:pt x="124" y="0"/>
                  <a:pt x="123" y="0"/>
                </a:cubicBezTo>
                <a:cubicBezTo>
                  <a:pt x="122" y="0"/>
                  <a:pt x="121" y="0"/>
                  <a:pt x="120" y="1"/>
                </a:cubicBezTo>
                <a:cubicBezTo>
                  <a:pt x="119" y="2"/>
                  <a:pt x="110" y="7"/>
                  <a:pt x="99" y="14"/>
                </a:cubicBezTo>
                <a:cubicBezTo>
                  <a:pt x="95" y="17"/>
                  <a:pt x="92" y="19"/>
                  <a:pt x="88" y="22"/>
                </a:cubicBezTo>
                <a:cubicBezTo>
                  <a:pt x="86" y="23"/>
                  <a:pt x="84" y="25"/>
                  <a:pt x="81" y="27"/>
                </a:cubicBezTo>
                <a:cubicBezTo>
                  <a:pt x="70" y="35"/>
                  <a:pt x="61" y="42"/>
                  <a:pt x="54" y="49"/>
                </a:cubicBezTo>
                <a:cubicBezTo>
                  <a:pt x="46" y="56"/>
                  <a:pt x="41" y="62"/>
                  <a:pt x="38" y="67"/>
                </a:cubicBezTo>
                <a:cubicBezTo>
                  <a:pt x="37" y="69"/>
                  <a:pt x="36" y="71"/>
                  <a:pt x="35" y="73"/>
                </a:cubicBezTo>
                <a:cubicBezTo>
                  <a:pt x="29" y="86"/>
                  <a:pt x="22" y="99"/>
                  <a:pt x="18" y="116"/>
                </a:cubicBezTo>
                <a:cubicBezTo>
                  <a:pt x="17" y="120"/>
                  <a:pt x="17" y="124"/>
                  <a:pt x="16" y="128"/>
                </a:cubicBezTo>
                <a:cubicBezTo>
                  <a:pt x="15" y="137"/>
                  <a:pt x="15" y="145"/>
                  <a:pt x="16" y="154"/>
                </a:cubicBezTo>
                <a:cubicBezTo>
                  <a:pt x="18" y="182"/>
                  <a:pt x="21" y="199"/>
                  <a:pt x="22" y="206"/>
                </a:cubicBezTo>
                <a:cubicBezTo>
                  <a:pt x="23" y="206"/>
                  <a:pt x="23" y="206"/>
                  <a:pt x="23" y="206"/>
                </a:cubicBezTo>
                <a:cubicBezTo>
                  <a:pt x="22" y="206"/>
                  <a:pt x="22" y="206"/>
                  <a:pt x="22" y="206"/>
                </a:cubicBezTo>
                <a:cubicBezTo>
                  <a:pt x="20" y="208"/>
                  <a:pt x="19" y="210"/>
                  <a:pt x="17" y="212"/>
                </a:cubicBezTo>
                <a:cubicBezTo>
                  <a:pt x="16" y="213"/>
                  <a:pt x="16" y="213"/>
                  <a:pt x="16" y="213"/>
                </a:cubicBezTo>
                <a:cubicBezTo>
                  <a:pt x="9" y="222"/>
                  <a:pt x="0" y="236"/>
                  <a:pt x="0" y="251"/>
                </a:cubicBezTo>
                <a:cubicBezTo>
                  <a:pt x="0" y="289"/>
                  <a:pt x="0" y="289"/>
                  <a:pt x="0" y="289"/>
                </a:cubicBezTo>
                <a:cubicBezTo>
                  <a:pt x="0" y="293"/>
                  <a:pt x="3" y="295"/>
                  <a:pt x="6" y="295"/>
                </a:cubicBezTo>
                <a:cubicBezTo>
                  <a:pt x="192" y="295"/>
                  <a:pt x="192" y="295"/>
                  <a:pt x="192" y="295"/>
                </a:cubicBezTo>
                <a:cubicBezTo>
                  <a:pt x="195" y="295"/>
                  <a:pt x="197" y="293"/>
                  <a:pt x="197" y="289"/>
                </a:cubicBezTo>
                <a:cubicBezTo>
                  <a:pt x="197" y="251"/>
                  <a:pt x="197" y="251"/>
                  <a:pt x="197" y="251"/>
                </a:cubicBezTo>
                <a:cubicBezTo>
                  <a:pt x="197" y="236"/>
                  <a:pt x="189" y="222"/>
                  <a:pt x="182" y="213"/>
                </a:cubicBezTo>
                <a:cubicBezTo>
                  <a:pt x="181" y="213"/>
                  <a:pt x="181" y="213"/>
                  <a:pt x="181" y="212"/>
                </a:cubicBezTo>
                <a:cubicBezTo>
                  <a:pt x="179" y="210"/>
                  <a:pt x="177" y="208"/>
                  <a:pt x="175" y="206"/>
                </a:cubicBezTo>
                <a:cubicBezTo>
                  <a:pt x="175" y="206"/>
                  <a:pt x="175" y="206"/>
                  <a:pt x="174" y="205"/>
                </a:cubicBezTo>
                <a:cubicBezTo>
                  <a:pt x="174" y="205"/>
                  <a:pt x="174" y="205"/>
                  <a:pt x="174" y="205"/>
                </a:cubicBezTo>
                <a:cubicBezTo>
                  <a:pt x="174" y="205"/>
                  <a:pt x="174" y="205"/>
                  <a:pt x="174" y="205"/>
                </a:cubicBezTo>
                <a:cubicBezTo>
                  <a:pt x="173" y="199"/>
                  <a:pt x="171" y="191"/>
                  <a:pt x="167" y="183"/>
                </a:cubicBezTo>
                <a:cubicBezTo>
                  <a:pt x="158" y="160"/>
                  <a:pt x="144" y="135"/>
                  <a:pt x="133" y="117"/>
                </a:cubicBezTo>
                <a:cubicBezTo>
                  <a:pt x="132" y="116"/>
                  <a:pt x="132" y="116"/>
                  <a:pt x="132" y="116"/>
                </a:cubicBezTo>
                <a:cubicBezTo>
                  <a:pt x="134" y="116"/>
                  <a:pt x="134" y="116"/>
                  <a:pt x="134" y="116"/>
                </a:cubicBezTo>
                <a:cubicBezTo>
                  <a:pt x="143" y="119"/>
                  <a:pt x="155" y="122"/>
                  <a:pt x="170" y="126"/>
                </a:cubicBezTo>
                <a:cubicBezTo>
                  <a:pt x="174" y="126"/>
                  <a:pt x="178" y="127"/>
                  <a:pt x="182" y="128"/>
                </a:cubicBezTo>
                <a:cubicBezTo>
                  <a:pt x="186" y="129"/>
                  <a:pt x="190" y="130"/>
                  <a:pt x="193" y="131"/>
                </a:cubicBezTo>
                <a:cubicBezTo>
                  <a:pt x="196" y="131"/>
                  <a:pt x="199" y="130"/>
                  <a:pt x="200" y="127"/>
                </a:cubicBezTo>
                <a:lnTo>
                  <a:pt x="213" y="97"/>
                </a:lnTo>
                <a:close/>
                <a:moveTo>
                  <a:pt x="185" y="242"/>
                </a:moveTo>
                <a:cubicBezTo>
                  <a:pt x="185" y="243"/>
                  <a:pt x="185" y="243"/>
                  <a:pt x="185" y="243"/>
                </a:cubicBezTo>
                <a:cubicBezTo>
                  <a:pt x="186" y="246"/>
                  <a:pt x="186" y="248"/>
                  <a:pt x="186" y="251"/>
                </a:cubicBezTo>
                <a:cubicBezTo>
                  <a:pt x="186" y="284"/>
                  <a:pt x="186" y="284"/>
                  <a:pt x="186" y="284"/>
                </a:cubicBezTo>
                <a:cubicBezTo>
                  <a:pt x="12" y="284"/>
                  <a:pt x="12" y="284"/>
                  <a:pt x="12" y="284"/>
                </a:cubicBezTo>
                <a:cubicBezTo>
                  <a:pt x="12" y="251"/>
                  <a:pt x="12" y="251"/>
                  <a:pt x="12" y="251"/>
                </a:cubicBezTo>
                <a:cubicBezTo>
                  <a:pt x="12" y="248"/>
                  <a:pt x="12" y="246"/>
                  <a:pt x="13" y="243"/>
                </a:cubicBezTo>
                <a:cubicBezTo>
                  <a:pt x="13" y="242"/>
                  <a:pt x="13" y="242"/>
                  <a:pt x="13" y="242"/>
                </a:cubicBezTo>
                <a:cubicBezTo>
                  <a:pt x="104" y="242"/>
                  <a:pt x="104" y="242"/>
                  <a:pt x="104" y="242"/>
                </a:cubicBezTo>
                <a:cubicBezTo>
                  <a:pt x="104" y="242"/>
                  <a:pt x="104" y="242"/>
                  <a:pt x="104" y="242"/>
                </a:cubicBezTo>
                <a:cubicBezTo>
                  <a:pt x="104" y="242"/>
                  <a:pt x="104" y="242"/>
                  <a:pt x="104" y="242"/>
                </a:cubicBezTo>
                <a:cubicBezTo>
                  <a:pt x="104" y="242"/>
                  <a:pt x="104" y="242"/>
                  <a:pt x="104" y="242"/>
                </a:cubicBezTo>
                <a:lnTo>
                  <a:pt x="185" y="242"/>
                </a:lnTo>
                <a:close/>
                <a:moveTo>
                  <a:pt x="171" y="219"/>
                </a:moveTo>
                <a:cubicBezTo>
                  <a:pt x="172" y="220"/>
                  <a:pt x="172" y="220"/>
                  <a:pt x="172" y="220"/>
                </a:cubicBezTo>
                <a:cubicBezTo>
                  <a:pt x="173" y="220"/>
                  <a:pt x="173" y="220"/>
                  <a:pt x="173" y="220"/>
                </a:cubicBezTo>
                <a:cubicBezTo>
                  <a:pt x="175" y="223"/>
                  <a:pt x="177" y="226"/>
                  <a:pt x="179" y="230"/>
                </a:cubicBezTo>
                <a:cubicBezTo>
                  <a:pt x="180" y="231"/>
                  <a:pt x="180" y="231"/>
                  <a:pt x="180" y="231"/>
                </a:cubicBezTo>
                <a:cubicBezTo>
                  <a:pt x="104" y="231"/>
                  <a:pt x="104" y="231"/>
                  <a:pt x="104" y="231"/>
                </a:cubicBezTo>
                <a:cubicBezTo>
                  <a:pt x="104" y="231"/>
                  <a:pt x="104" y="231"/>
                  <a:pt x="104" y="231"/>
                </a:cubicBezTo>
                <a:cubicBezTo>
                  <a:pt x="104" y="231"/>
                  <a:pt x="104" y="231"/>
                  <a:pt x="104" y="231"/>
                </a:cubicBezTo>
                <a:cubicBezTo>
                  <a:pt x="104" y="231"/>
                  <a:pt x="104" y="231"/>
                  <a:pt x="104" y="231"/>
                </a:cubicBezTo>
                <a:cubicBezTo>
                  <a:pt x="104" y="231"/>
                  <a:pt x="104" y="231"/>
                  <a:pt x="104" y="231"/>
                </a:cubicBezTo>
                <a:cubicBezTo>
                  <a:pt x="18" y="231"/>
                  <a:pt x="18" y="231"/>
                  <a:pt x="18" y="231"/>
                </a:cubicBezTo>
                <a:cubicBezTo>
                  <a:pt x="19" y="230"/>
                  <a:pt x="19" y="230"/>
                  <a:pt x="19" y="230"/>
                </a:cubicBezTo>
                <a:cubicBezTo>
                  <a:pt x="20" y="226"/>
                  <a:pt x="23" y="223"/>
                  <a:pt x="25" y="220"/>
                </a:cubicBezTo>
                <a:cubicBezTo>
                  <a:pt x="25" y="220"/>
                  <a:pt x="25" y="220"/>
                  <a:pt x="25" y="220"/>
                </a:cubicBezTo>
                <a:cubicBezTo>
                  <a:pt x="26" y="220"/>
                  <a:pt x="26" y="220"/>
                  <a:pt x="26" y="219"/>
                </a:cubicBezTo>
                <a:cubicBezTo>
                  <a:pt x="31" y="214"/>
                  <a:pt x="31" y="214"/>
                  <a:pt x="31" y="214"/>
                </a:cubicBezTo>
                <a:cubicBezTo>
                  <a:pt x="166" y="214"/>
                  <a:pt x="166" y="214"/>
                  <a:pt x="166" y="214"/>
                </a:cubicBezTo>
                <a:lnTo>
                  <a:pt x="171" y="219"/>
                </a:lnTo>
                <a:close/>
                <a:moveTo>
                  <a:pt x="191" y="118"/>
                </a:moveTo>
                <a:cubicBezTo>
                  <a:pt x="191" y="118"/>
                  <a:pt x="191" y="118"/>
                  <a:pt x="191" y="118"/>
                </a:cubicBezTo>
                <a:cubicBezTo>
                  <a:pt x="187" y="118"/>
                  <a:pt x="183" y="117"/>
                  <a:pt x="180" y="116"/>
                </a:cubicBezTo>
                <a:cubicBezTo>
                  <a:pt x="175" y="115"/>
                  <a:pt x="171" y="114"/>
                  <a:pt x="167" y="113"/>
                </a:cubicBezTo>
                <a:cubicBezTo>
                  <a:pt x="142" y="108"/>
                  <a:pt x="125" y="103"/>
                  <a:pt x="122" y="100"/>
                </a:cubicBezTo>
                <a:cubicBezTo>
                  <a:pt x="120" y="98"/>
                  <a:pt x="116" y="97"/>
                  <a:pt x="114" y="99"/>
                </a:cubicBezTo>
                <a:cubicBezTo>
                  <a:pt x="111" y="100"/>
                  <a:pt x="111" y="104"/>
                  <a:pt x="112" y="106"/>
                </a:cubicBezTo>
                <a:cubicBezTo>
                  <a:pt x="114" y="109"/>
                  <a:pt x="152" y="167"/>
                  <a:pt x="162" y="202"/>
                </a:cubicBezTo>
                <a:cubicBezTo>
                  <a:pt x="162" y="202"/>
                  <a:pt x="162" y="202"/>
                  <a:pt x="162" y="202"/>
                </a:cubicBezTo>
                <a:cubicBezTo>
                  <a:pt x="33" y="202"/>
                  <a:pt x="33" y="202"/>
                  <a:pt x="33" y="202"/>
                </a:cubicBezTo>
                <a:cubicBezTo>
                  <a:pt x="33" y="202"/>
                  <a:pt x="33" y="202"/>
                  <a:pt x="33" y="202"/>
                </a:cubicBezTo>
                <a:cubicBezTo>
                  <a:pt x="32" y="198"/>
                  <a:pt x="31" y="192"/>
                  <a:pt x="30" y="183"/>
                </a:cubicBezTo>
                <a:cubicBezTo>
                  <a:pt x="29" y="174"/>
                  <a:pt x="28" y="164"/>
                  <a:pt x="27" y="153"/>
                </a:cubicBezTo>
                <a:cubicBezTo>
                  <a:pt x="26" y="144"/>
                  <a:pt x="27" y="135"/>
                  <a:pt x="28" y="126"/>
                </a:cubicBezTo>
                <a:cubicBezTo>
                  <a:pt x="29" y="122"/>
                  <a:pt x="30" y="117"/>
                  <a:pt x="31" y="113"/>
                </a:cubicBezTo>
                <a:cubicBezTo>
                  <a:pt x="35" y="100"/>
                  <a:pt x="40" y="89"/>
                  <a:pt x="45" y="79"/>
                </a:cubicBezTo>
                <a:cubicBezTo>
                  <a:pt x="46" y="77"/>
                  <a:pt x="48" y="74"/>
                  <a:pt x="49" y="72"/>
                </a:cubicBezTo>
                <a:cubicBezTo>
                  <a:pt x="54" y="61"/>
                  <a:pt x="79" y="42"/>
                  <a:pt x="99" y="28"/>
                </a:cubicBezTo>
                <a:cubicBezTo>
                  <a:pt x="102" y="26"/>
                  <a:pt x="106" y="24"/>
                  <a:pt x="109" y="21"/>
                </a:cubicBezTo>
                <a:cubicBezTo>
                  <a:pt x="112" y="20"/>
                  <a:pt x="114" y="18"/>
                  <a:pt x="116" y="17"/>
                </a:cubicBezTo>
                <a:cubicBezTo>
                  <a:pt x="117" y="16"/>
                  <a:pt x="117" y="16"/>
                  <a:pt x="117" y="16"/>
                </a:cubicBezTo>
                <a:cubicBezTo>
                  <a:pt x="116" y="35"/>
                  <a:pt x="116" y="35"/>
                  <a:pt x="116" y="35"/>
                </a:cubicBezTo>
                <a:cubicBezTo>
                  <a:pt x="116" y="37"/>
                  <a:pt x="118" y="39"/>
                  <a:pt x="120" y="40"/>
                </a:cubicBezTo>
                <a:cubicBezTo>
                  <a:pt x="164" y="56"/>
                  <a:pt x="164" y="56"/>
                  <a:pt x="164" y="56"/>
                </a:cubicBezTo>
                <a:cubicBezTo>
                  <a:pt x="176" y="79"/>
                  <a:pt x="176" y="79"/>
                  <a:pt x="176" y="79"/>
                </a:cubicBezTo>
                <a:cubicBezTo>
                  <a:pt x="176" y="80"/>
                  <a:pt x="177" y="81"/>
                  <a:pt x="178" y="82"/>
                </a:cubicBezTo>
                <a:cubicBezTo>
                  <a:pt x="200" y="97"/>
                  <a:pt x="200" y="97"/>
                  <a:pt x="200" y="97"/>
                </a:cubicBezTo>
                <a:cubicBezTo>
                  <a:pt x="200" y="97"/>
                  <a:pt x="200" y="97"/>
                  <a:pt x="200" y="97"/>
                </a:cubicBezTo>
                <a:lnTo>
                  <a:pt x="191" y="118"/>
                </a:lnTo>
                <a:close/>
              </a:path>
            </a:pathLst>
          </a:custGeom>
          <a:solidFill>
            <a:sysClr val="window" lastClr="FFFFFF"/>
          </a:solidFill>
          <a:ln>
            <a:noFill/>
          </a:ln>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49" name="Rectangle 17">
            <a:extLst>
              <a:ext uri="{FF2B5EF4-FFF2-40B4-BE49-F238E27FC236}">
                <a16:creationId xmlns:a16="http://schemas.microsoft.com/office/drawing/2014/main" id="{A8B3DC95-9E57-4853-B295-B806989D2971}"/>
              </a:ext>
            </a:extLst>
          </p:cNvPr>
          <p:cNvSpPr/>
          <p:nvPr userDrawn="1"/>
        </p:nvSpPr>
        <p:spPr>
          <a:xfrm>
            <a:off x="3452034" y="6090891"/>
            <a:ext cx="755015" cy="184666"/>
          </a:xfrm>
          <a:prstGeom prst="rect">
            <a:avLst/>
          </a:prstGeom>
        </p:spPr>
        <p:txBody>
          <a:bodyPr wrap="none" lIns="0" tIns="0" rIns="0" bIns="0">
            <a:spAutoFit/>
          </a:bodyPr>
          <a:lstStyle/>
          <a:p>
            <a:r>
              <a:rPr lang="en-US" sz="1200" b="1">
                <a:solidFill>
                  <a:prstClr val="white"/>
                </a:solidFill>
                <a:latin typeface="Graphik Black" panose="020B0A03030202060203" pitchFamily="34" charset="0"/>
              </a:rPr>
              <a:t>Customer</a:t>
            </a:r>
          </a:p>
        </p:txBody>
      </p:sp>
      <p:grpSp>
        <p:nvGrpSpPr>
          <p:cNvPr id="50" name="Group 40">
            <a:extLst>
              <a:ext uri="{FF2B5EF4-FFF2-40B4-BE49-F238E27FC236}">
                <a16:creationId xmlns:a16="http://schemas.microsoft.com/office/drawing/2014/main" id="{90960D5B-702A-4E66-B04E-BB5B4915CCD8}"/>
              </a:ext>
            </a:extLst>
          </p:cNvPr>
          <p:cNvGrpSpPr>
            <a:grpSpLocks noChangeAspect="1"/>
          </p:cNvGrpSpPr>
          <p:nvPr userDrawn="1"/>
        </p:nvGrpSpPr>
        <p:grpSpPr bwMode="auto">
          <a:xfrm>
            <a:off x="3618641" y="5765428"/>
            <a:ext cx="389065" cy="331719"/>
            <a:chOff x="4653" y="690"/>
            <a:chExt cx="441" cy="376"/>
          </a:xfrm>
          <a:solidFill>
            <a:sysClr val="window" lastClr="FFFFFF"/>
          </a:solidFill>
        </p:grpSpPr>
        <p:sp>
          <p:nvSpPr>
            <p:cNvPr id="51" name="Freeform 41">
              <a:extLst>
                <a:ext uri="{FF2B5EF4-FFF2-40B4-BE49-F238E27FC236}">
                  <a16:creationId xmlns:a16="http://schemas.microsoft.com/office/drawing/2014/main" id="{EF1F70A2-528D-413A-8067-5C4E73320DCE}"/>
                </a:ext>
              </a:extLst>
            </p:cNvPr>
            <p:cNvSpPr>
              <a:spLocks noEditPoints="1"/>
            </p:cNvSpPr>
            <p:nvPr/>
          </p:nvSpPr>
          <p:spPr bwMode="auto">
            <a:xfrm>
              <a:off x="4653" y="815"/>
              <a:ext cx="110" cy="180"/>
            </a:xfrm>
            <a:custGeom>
              <a:avLst/>
              <a:gdLst>
                <a:gd name="T0" fmla="*/ 54 w 72"/>
                <a:gd name="T1" fmla="*/ 120 h 120"/>
                <a:gd name="T2" fmla="*/ 18 w 72"/>
                <a:gd name="T3" fmla="*/ 120 h 120"/>
                <a:gd name="T4" fmla="*/ 12 w 72"/>
                <a:gd name="T5" fmla="*/ 114 h 120"/>
                <a:gd name="T6" fmla="*/ 12 w 72"/>
                <a:gd name="T7" fmla="*/ 65 h 120"/>
                <a:gd name="T8" fmla="*/ 0 w 72"/>
                <a:gd name="T9" fmla="*/ 42 h 120"/>
                <a:gd name="T10" fmla="*/ 0 w 72"/>
                <a:gd name="T11" fmla="*/ 6 h 120"/>
                <a:gd name="T12" fmla="*/ 6 w 72"/>
                <a:gd name="T13" fmla="*/ 0 h 120"/>
                <a:gd name="T14" fmla="*/ 66 w 72"/>
                <a:gd name="T15" fmla="*/ 0 h 120"/>
                <a:gd name="T16" fmla="*/ 72 w 72"/>
                <a:gd name="T17" fmla="*/ 6 h 120"/>
                <a:gd name="T18" fmla="*/ 72 w 72"/>
                <a:gd name="T19" fmla="*/ 42 h 120"/>
                <a:gd name="T20" fmla="*/ 60 w 72"/>
                <a:gd name="T21" fmla="*/ 65 h 120"/>
                <a:gd name="T22" fmla="*/ 60 w 72"/>
                <a:gd name="T23" fmla="*/ 114 h 120"/>
                <a:gd name="T24" fmla="*/ 54 w 72"/>
                <a:gd name="T25" fmla="*/ 120 h 120"/>
                <a:gd name="T26" fmla="*/ 24 w 72"/>
                <a:gd name="T27" fmla="*/ 108 h 120"/>
                <a:gd name="T28" fmla="*/ 48 w 72"/>
                <a:gd name="T29" fmla="*/ 108 h 120"/>
                <a:gd name="T30" fmla="*/ 48 w 72"/>
                <a:gd name="T31" fmla="*/ 60 h 120"/>
                <a:gd name="T32" fmla="*/ 54 w 72"/>
                <a:gd name="T33" fmla="*/ 54 h 120"/>
                <a:gd name="T34" fmla="*/ 60 w 72"/>
                <a:gd name="T35" fmla="*/ 42 h 120"/>
                <a:gd name="T36" fmla="*/ 60 w 72"/>
                <a:gd name="T37" fmla="*/ 12 h 120"/>
                <a:gd name="T38" fmla="*/ 12 w 72"/>
                <a:gd name="T39" fmla="*/ 12 h 120"/>
                <a:gd name="T40" fmla="*/ 12 w 72"/>
                <a:gd name="T41" fmla="*/ 42 h 120"/>
                <a:gd name="T42" fmla="*/ 18 w 72"/>
                <a:gd name="T43" fmla="*/ 54 h 120"/>
                <a:gd name="T44" fmla="*/ 24 w 72"/>
                <a:gd name="T45" fmla="*/ 60 h 120"/>
                <a:gd name="T46" fmla="*/ 24 w 72"/>
                <a:gd name="T4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120">
                  <a:moveTo>
                    <a:pt x="54" y="120"/>
                  </a:moveTo>
                  <a:cubicBezTo>
                    <a:pt x="18" y="120"/>
                    <a:pt x="18" y="120"/>
                    <a:pt x="18" y="120"/>
                  </a:cubicBezTo>
                  <a:cubicBezTo>
                    <a:pt x="15" y="120"/>
                    <a:pt x="12" y="117"/>
                    <a:pt x="12" y="114"/>
                  </a:cubicBezTo>
                  <a:cubicBezTo>
                    <a:pt x="12" y="65"/>
                    <a:pt x="12" y="65"/>
                    <a:pt x="12" y="65"/>
                  </a:cubicBezTo>
                  <a:cubicBezTo>
                    <a:pt x="4" y="62"/>
                    <a:pt x="0" y="55"/>
                    <a:pt x="0" y="42"/>
                  </a:cubicBezTo>
                  <a:cubicBezTo>
                    <a:pt x="0" y="6"/>
                    <a:pt x="0" y="6"/>
                    <a:pt x="0" y="6"/>
                  </a:cubicBezTo>
                  <a:cubicBezTo>
                    <a:pt x="0" y="2"/>
                    <a:pt x="3" y="0"/>
                    <a:pt x="6" y="0"/>
                  </a:cubicBezTo>
                  <a:cubicBezTo>
                    <a:pt x="66" y="0"/>
                    <a:pt x="66" y="0"/>
                    <a:pt x="66" y="0"/>
                  </a:cubicBezTo>
                  <a:cubicBezTo>
                    <a:pt x="69" y="0"/>
                    <a:pt x="72" y="2"/>
                    <a:pt x="72" y="6"/>
                  </a:cubicBezTo>
                  <a:cubicBezTo>
                    <a:pt x="72" y="42"/>
                    <a:pt x="72" y="42"/>
                    <a:pt x="72" y="42"/>
                  </a:cubicBezTo>
                  <a:cubicBezTo>
                    <a:pt x="72" y="55"/>
                    <a:pt x="68" y="62"/>
                    <a:pt x="60" y="65"/>
                  </a:cubicBezTo>
                  <a:cubicBezTo>
                    <a:pt x="60" y="114"/>
                    <a:pt x="60" y="114"/>
                    <a:pt x="60" y="114"/>
                  </a:cubicBezTo>
                  <a:cubicBezTo>
                    <a:pt x="60" y="117"/>
                    <a:pt x="57" y="120"/>
                    <a:pt x="54" y="120"/>
                  </a:cubicBezTo>
                  <a:close/>
                  <a:moveTo>
                    <a:pt x="24" y="108"/>
                  </a:moveTo>
                  <a:cubicBezTo>
                    <a:pt x="48" y="108"/>
                    <a:pt x="48" y="108"/>
                    <a:pt x="48" y="108"/>
                  </a:cubicBezTo>
                  <a:cubicBezTo>
                    <a:pt x="48" y="60"/>
                    <a:pt x="48" y="60"/>
                    <a:pt x="48" y="60"/>
                  </a:cubicBezTo>
                  <a:cubicBezTo>
                    <a:pt x="48" y="56"/>
                    <a:pt x="51" y="54"/>
                    <a:pt x="54" y="54"/>
                  </a:cubicBezTo>
                  <a:cubicBezTo>
                    <a:pt x="57" y="54"/>
                    <a:pt x="60" y="54"/>
                    <a:pt x="60" y="42"/>
                  </a:cubicBezTo>
                  <a:cubicBezTo>
                    <a:pt x="60" y="12"/>
                    <a:pt x="60" y="12"/>
                    <a:pt x="60" y="12"/>
                  </a:cubicBezTo>
                  <a:cubicBezTo>
                    <a:pt x="12" y="12"/>
                    <a:pt x="12" y="12"/>
                    <a:pt x="12" y="12"/>
                  </a:cubicBezTo>
                  <a:cubicBezTo>
                    <a:pt x="12" y="42"/>
                    <a:pt x="12" y="42"/>
                    <a:pt x="12" y="42"/>
                  </a:cubicBezTo>
                  <a:cubicBezTo>
                    <a:pt x="12" y="54"/>
                    <a:pt x="15" y="54"/>
                    <a:pt x="18" y="54"/>
                  </a:cubicBezTo>
                  <a:cubicBezTo>
                    <a:pt x="21" y="54"/>
                    <a:pt x="24" y="56"/>
                    <a:pt x="24" y="60"/>
                  </a:cubicBezTo>
                  <a:lnTo>
                    <a:pt x="2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52" name="Freeform 42">
              <a:extLst>
                <a:ext uri="{FF2B5EF4-FFF2-40B4-BE49-F238E27FC236}">
                  <a16:creationId xmlns:a16="http://schemas.microsoft.com/office/drawing/2014/main" id="{6E786CF0-ED6E-419F-A10C-FF96F3F55455}"/>
                </a:ext>
              </a:extLst>
            </p:cNvPr>
            <p:cNvSpPr>
              <a:spLocks noEditPoints="1"/>
            </p:cNvSpPr>
            <p:nvPr/>
          </p:nvSpPr>
          <p:spPr bwMode="auto">
            <a:xfrm>
              <a:off x="4984" y="815"/>
              <a:ext cx="110" cy="180"/>
            </a:xfrm>
            <a:custGeom>
              <a:avLst/>
              <a:gdLst>
                <a:gd name="T0" fmla="*/ 54 w 72"/>
                <a:gd name="T1" fmla="*/ 120 h 120"/>
                <a:gd name="T2" fmla="*/ 18 w 72"/>
                <a:gd name="T3" fmla="*/ 120 h 120"/>
                <a:gd name="T4" fmla="*/ 12 w 72"/>
                <a:gd name="T5" fmla="*/ 114 h 120"/>
                <a:gd name="T6" fmla="*/ 12 w 72"/>
                <a:gd name="T7" fmla="*/ 65 h 120"/>
                <a:gd name="T8" fmla="*/ 0 w 72"/>
                <a:gd name="T9" fmla="*/ 42 h 120"/>
                <a:gd name="T10" fmla="*/ 0 w 72"/>
                <a:gd name="T11" fmla="*/ 6 h 120"/>
                <a:gd name="T12" fmla="*/ 6 w 72"/>
                <a:gd name="T13" fmla="*/ 0 h 120"/>
                <a:gd name="T14" fmla="*/ 66 w 72"/>
                <a:gd name="T15" fmla="*/ 0 h 120"/>
                <a:gd name="T16" fmla="*/ 72 w 72"/>
                <a:gd name="T17" fmla="*/ 6 h 120"/>
                <a:gd name="T18" fmla="*/ 72 w 72"/>
                <a:gd name="T19" fmla="*/ 42 h 120"/>
                <a:gd name="T20" fmla="*/ 60 w 72"/>
                <a:gd name="T21" fmla="*/ 65 h 120"/>
                <a:gd name="T22" fmla="*/ 60 w 72"/>
                <a:gd name="T23" fmla="*/ 114 h 120"/>
                <a:gd name="T24" fmla="*/ 54 w 72"/>
                <a:gd name="T25" fmla="*/ 120 h 120"/>
                <a:gd name="T26" fmla="*/ 24 w 72"/>
                <a:gd name="T27" fmla="*/ 108 h 120"/>
                <a:gd name="T28" fmla="*/ 48 w 72"/>
                <a:gd name="T29" fmla="*/ 108 h 120"/>
                <a:gd name="T30" fmla="*/ 48 w 72"/>
                <a:gd name="T31" fmla="*/ 60 h 120"/>
                <a:gd name="T32" fmla="*/ 54 w 72"/>
                <a:gd name="T33" fmla="*/ 54 h 120"/>
                <a:gd name="T34" fmla="*/ 60 w 72"/>
                <a:gd name="T35" fmla="*/ 42 h 120"/>
                <a:gd name="T36" fmla="*/ 60 w 72"/>
                <a:gd name="T37" fmla="*/ 12 h 120"/>
                <a:gd name="T38" fmla="*/ 12 w 72"/>
                <a:gd name="T39" fmla="*/ 12 h 120"/>
                <a:gd name="T40" fmla="*/ 12 w 72"/>
                <a:gd name="T41" fmla="*/ 42 h 120"/>
                <a:gd name="T42" fmla="*/ 18 w 72"/>
                <a:gd name="T43" fmla="*/ 54 h 120"/>
                <a:gd name="T44" fmla="*/ 24 w 72"/>
                <a:gd name="T45" fmla="*/ 60 h 120"/>
                <a:gd name="T46" fmla="*/ 24 w 72"/>
                <a:gd name="T4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120">
                  <a:moveTo>
                    <a:pt x="54" y="120"/>
                  </a:moveTo>
                  <a:cubicBezTo>
                    <a:pt x="18" y="120"/>
                    <a:pt x="18" y="120"/>
                    <a:pt x="18" y="120"/>
                  </a:cubicBezTo>
                  <a:cubicBezTo>
                    <a:pt x="15" y="120"/>
                    <a:pt x="12" y="117"/>
                    <a:pt x="12" y="114"/>
                  </a:cubicBezTo>
                  <a:cubicBezTo>
                    <a:pt x="12" y="65"/>
                    <a:pt x="12" y="65"/>
                    <a:pt x="12" y="65"/>
                  </a:cubicBezTo>
                  <a:cubicBezTo>
                    <a:pt x="4" y="62"/>
                    <a:pt x="0" y="55"/>
                    <a:pt x="0" y="42"/>
                  </a:cubicBezTo>
                  <a:cubicBezTo>
                    <a:pt x="0" y="6"/>
                    <a:pt x="0" y="6"/>
                    <a:pt x="0" y="6"/>
                  </a:cubicBezTo>
                  <a:cubicBezTo>
                    <a:pt x="0" y="2"/>
                    <a:pt x="3" y="0"/>
                    <a:pt x="6" y="0"/>
                  </a:cubicBezTo>
                  <a:cubicBezTo>
                    <a:pt x="66" y="0"/>
                    <a:pt x="66" y="0"/>
                    <a:pt x="66" y="0"/>
                  </a:cubicBezTo>
                  <a:cubicBezTo>
                    <a:pt x="69" y="0"/>
                    <a:pt x="72" y="2"/>
                    <a:pt x="72" y="6"/>
                  </a:cubicBezTo>
                  <a:cubicBezTo>
                    <a:pt x="72" y="42"/>
                    <a:pt x="72" y="42"/>
                    <a:pt x="72" y="42"/>
                  </a:cubicBezTo>
                  <a:cubicBezTo>
                    <a:pt x="72" y="55"/>
                    <a:pt x="68" y="62"/>
                    <a:pt x="60" y="65"/>
                  </a:cubicBezTo>
                  <a:cubicBezTo>
                    <a:pt x="60" y="114"/>
                    <a:pt x="60" y="114"/>
                    <a:pt x="60" y="114"/>
                  </a:cubicBezTo>
                  <a:cubicBezTo>
                    <a:pt x="60" y="117"/>
                    <a:pt x="57" y="120"/>
                    <a:pt x="54" y="120"/>
                  </a:cubicBezTo>
                  <a:close/>
                  <a:moveTo>
                    <a:pt x="24" y="108"/>
                  </a:moveTo>
                  <a:cubicBezTo>
                    <a:pt x="48" y="108"/>
                    <a:pt x="48" y="108"/>
                    <a:pt x="48" y="108"/>
                  </a:cubicBezTo>
                  <a:cubicBezTo>
                    <a:pt x="48" y="60"/>
                    <a:pt x="48" y="60"/>
                    <a:pt x="48" y="60"/>
                  </a:cubicBezTo>
                  <a:cubicBezTo>
                    <a:pt x="48" y="56"/>
                    <a:pt x="51" y="54"/>
                    <a:pt x="54" y="54"/>
                  </a:cubicBezTo>
                  <a:cubicBezTo>
                    <a:pt x="57" y="54"/>
                    <a:pt x="60" y="54"/>
                    <a:pt x="60" y="42"/>
                  </a:cubicBezTo>
                  <a:cubicBezTo>
                    <a:pt x="60" y="12"/>
                    <a:pt x="60" y="12"/>
                    <a:pt x="60" y="12"/>
                  </a:cubicBezTo>
                  <a:cubicBezTo>
                    <a:pt x="12" y="12"/>
                    <a:pt x="12" y="12"/>
                    <a:pt x="12" y="12"/>
                  </a:cubicBezTo>
                  <a:cubicBezTo>
                    <a:pt x="12" y="42"/>
                    <a:pt x="12" y="42"/>
                    <a:pt x="12" y="42"/>
                  </a:cubicBezTo>
                  <a:cubicBezTo>
                    <a:pt x="12" y="54"/>
                    <a:pt x="15" y="54"/>
                    <a:pt x="18" y="54"/>
                  </a:cubicBezTo>
                  <a:cubicBezTo>
                    <a:pt x="21" y="54"/>
                    <a:pt x="24" y="56"/>
                    <a:pt x="24" y="60"/>
                  </a:cubicBezTo>
                  <a:lnTo>
                    <a:pt x="2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53" name="Freeform 43">
              <a:extLst>
                <a:ext uri="{FF2B5EF4-FFF2-40B4-BE49-F238E27FC236}">
                  <a16:creationId xmlns:a16="http://schemas.microsoft.com/office/drawing/2014/main" id="{54806A52-4617-4EF1-9A14-101629FCE52D}"/>
                </a:ext>
              </a:extLst>
            </p:cNvPr>
            <p:cNvSpPr>
              <a:spLocks noEditPoints="1"/>
            </p:cNvSpPr>
            <p:nvPr/>
          </p:nvSpPr>
          <p:spPr bwMode="auto">
            <a:xfrm>
              <a:off x="4800" y="815"/>
              <a:ext cx="147" cy="251"/>
            </a:xfrm>
            <a:custGeom>
              <a:avLst/>
              <a:gdLst>
                <a:gd name="T0" fmla="*/ 66 w 96"/>
                <a:gd name="T1" fmla="*/ 168 h 168"/>
                <a:gd name="T2" fmla="*/ 30 w 96"/>
                <a:gd name="T3" fmla="*/ 168 h 168"/>
                <a:gd name="T4" fmla="*/ 24 w 96"/>
                <a:gd name="T5" fmla="*/ 162 h 168"/>
                <a:gd name="T6" fmla="*/ 24 w 96"/>
                <a:gd name="T7" fmla="*/ 95 h 168"/>
                <a:gd name="T8" fmla="*/ 0 w 96"/>
                <a:gd name="T9" fmla="*/ 66 h 168"/>
                <a:gd name="T10" fmla="*/ 0 w 96"/>
                <a:gd name="T11" fmla="*/ 6 h 168"/>
                <a:gd name="T12" fmla="*/ 6 w 96"/>
                <a:gd name="T13" fmla="*/ 0 h 168"/>
                <a:gd name="T14" fmla="*/ 90 w 96"/>
                <a:gd name="T15" fmla="*/ 0 h 168"/>
                <a:gd name="T16" fmla="*/ 96 w 96"/>
                <a:gd name="T17" fmla="*/ 6 h 168"/>
                <a:gd name="T18" fmla="*/ 96 w 96"/>
                <a:gd name="T19" fmla="*/ 66 h 168"/>
                <a:gd name="T20" fmla="*/ 72 w 96"/>
                <a:gd name="T21" fmla="*/ 95 h 168"/>
                <a:gd name="T22" fmla="*/ 72 w 96"/>
                <a:gd name="T23" fmla="*/ 162 h 168"/>
                <a:gd name="T24" fmla="*/ 66 w 96"/>
                <a:gd name="T25" fmla="*/ 168 h 168"/>
                <a:gd name="T26" fmla="*/ 36 w 96"/>
                <a:gd name="T27" fmla="*/ 156 h 168"/>
                <a:gd name="T28" fmla="*/ 60 w 96"/>
                <a:gd name="T29" fmla="*/ 156 h 168"/>
                <a:gd name="T30" fmla="*/ 60 w 96"/>
                <a:gd name="T31" fmla="*/ 90 h 168"/>
                <a:gd name="T32" fmla="*/ 66 w 96"/>
                <a:gd name="T33" fmla="*/ 84 h 168"/>
                <a:gd name="T34" fmla="*/ 84 w 96"/>
                <a:gd name="T35" fmla="*/ 66 h 168"/>
                <a:gd name="T36" fmla="*/ 84 w 96"/>
                <a:gd name="T37" fmla="*/ 12 h 168"/>
                <a:gd name="T38" fmla="*/ 12 w 96"/>
                <a:gd name="T39" fmla="*/ 12 h 168"/>
                <a:gd name="T40" fmla="*/ 12 w 96"/>
                <a:gd name="T41" fmla="*/ 66 h 168"/>
                <a:gd name="T42" fmla="*/ 30 w 96"/>
                <a:gd name="T43" fmla="*/ 84 h 168"/>
                <a:gd name="T44" fmla="*/ 36 w 96"/>
                <a:gd name="T45" fmla="*/ 90 h 168"/>
                <a:gd name="T46" fmla="*/ 36 w 96"/>
                <a:gd name="T47"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6" h="168">
                  <a:moveTo>
                    <a:pt x="66" y="168"/>
                  </a:moveTo>
                  <a:cubicBezTo>
                    <a:pt x="30" y="168"/>
                    <a:pt x="30" y="168"/>
                    <a:pt x="30" y="168"/>
                  </a:cubicBezTo>
                  <a:cubicBezTo>
                    <a:pt x="27" y="168"/>
                    <a:pt x="24" y="165"/>
                    <a:pt x="24" y="162"/>
                  </a:cubicBezTo>
                  <a:cubicBezTo>
                    <a:pt x="24" y="95"/>
                    <a:pt x="24" y="95"/>
                    <a:pt x="24" y="95"/>
                  </a:cubicBezTo>
                  <a:cubicBezTo>
                    <a:pt x="10" y="92"/>
                    <a:pt x="0" y="80"/>
                    <a:pt x="0" y="66"/>
                  </a:cubicBezTo>
                  <a:cubicBezTo>
                    <a:pt x="0" y="6"/>
                    <a:pt x="0" y="6"/>
                    <a:pt x="0" y="6"/>
                  </a:cubicBezTo>
                  <a:cubicBezTo>
                    <a:pt x="0" y="2"/>
                    <a:pt x="3" y="0"/>
                    <a:pt x="6" y="0"/>
                  </a:cubicBezTo>
                  <a:cubicBezTo>
                    <a:pt x="90" y="0"/>
                    <a:pt x="90" y="0"/>
                    <a:pt x="90" y="0"/>
                  </a:cubicBezTo>
                  <a:cubicBezTo>
                    <a:pt x="93" y="0"/>
                    <a:pt x="96" y="2"/>
                    <a:pt x="96" y="6"/>
                  </a:cubicBezTo>
                  <a:cubicBezTo>
                    <a:pt x="96" y="66"/>
                    <a:pt x="96" y="66"/>
                    <a:pt x="96" y="66"/>
                  </a:cubicBezTo>
                  <a:cubicBezTo>
                    <a:pt x="96" y="80"/>
                    <a:pt x="86" y="92"/>
                    <a:pt x="72" y="95"/>
                  </a:cubicBezTo>
                  <a:cubicBezTo>
                    <a:pt x="72" y="162"/>
                    <a:pt x="72" y="162"/>
                    <a:pt x="72" y="162"/>
                  </a:cubicBezTo>
                  <a:cubicBezTo>
                    <a:pt x="72" y="165"/>
                    <a:pt x="69" y="168"/>
                    <a:pt x="66" y="168"/>
                  </a:cubicBezTo>
                  <a:close/>
                  <a:moveTo>
                    <a:pt x="36" y="156"/>
                  </a:moveTo>
                  <a:cubicBezTo>
                    <a:pt x="60" y="156"/>
                    <a:pt x="60" y="156"/>
                    <a:pt x="60" y="156"/>
                  </a:cubicBezTo>
                  <a:cubicBezTo>
                    <a:pt x="60" y="90"/>
                    <a:pt x="60" y="90"/>
                    <a:pt x="60" y="90"/>
                  </a:cubicBezTo>
                  <a:cubicBezTo>
                    <a:pt x="60" y="86"/>
                    <a:pt x="63" y="84"/>
                    <a:pt x="66" y="84"/>
                  </a:cubicBezTo>
                  <a:cubicBezTo>
                    <a:pt x="76" y="84"/>
                    <a:pt x="84" y="76"/>
                    <a:pt x="84" y="66"/>
                  </a:cubicBezTo>
                  <a:cubicBezTo>
                    <a:pt x="84" y="12"/>
                    <a:pt x="84" y="12"/>
                    <a:pt x="84" y="12"/>
                  </a:cubicBezTo>
                  <a:cubicBezTo>
                    <a:pt x="12" y="12"/>
                    <a:pt x="12" y="12"/>
                    <a:pt x="12" y="12"/>
                  </a:cubicBezTo>
                  <a:cubicBezTo>
                    <a:pt x="12" y="66"/>
                    <a:pt x="12" y="66"/>
                    <a:pt x="12" y="66"/>
                  </a:cubicBezTo>
                  <a:cubicBezTo>
                    <a:pt x="12" y="76"/>
                    <a:pt x="20" y="84"/>
                    <a:pt x="30" y="84"/>
                  </a:cubicBezTo>
                  <a:cubicBezTo>
                    <a:pt x="33" y="84"/>
                    <a:pt x="36" y="86"/>
                    <a:pt x="36" y="90"/>
                  </a:cubicBezTo>
                  <a:lnTo>
                    <a:pt x="36"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54" name="Freeform 44">
              <a:extLst>
                <a:ext uri="{FF2B5EF4-FFF2-40B4-BE49-F238E27FC236}">
                  <a16:creationId xmlns:a16="http://schemas.microsoft.com/office/drawing/2014/main" id="{43F016E2-AFB8-4DB6-9A84-E956EB7261D0}"/>
                </a:ext>
              </a:extLst>
            </p:cNvPr>
            <p:cNvSpPr>
              <a:spLocks noEditPoints="1"/>
            </p:cNvSpPr>
            <p:nvPr/>
          </p:nvSpPr>
          <p:spPr bwMode="auto">
            <a:xfrm>
              <a:off x="4671" y="726"/>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55" name="Freeform 45">
              <a:extLst>
                <a:ext uri="{FF2B5EF4-FFF2-40B4-BE49-F238E27FC236}">
                  <a16:creationId xmlns:a16="http://schemas.microsoft.com/office/drawing/2014/main" id="{0884E9F8-7A2C-4FFA-BAB2-C25447F8E902}"/>
                </a:ext>
              </a:extLst>
            </p:cNvPr>
            <p:cNvSpPr>
              <a:spLocks noEditPoints="1"/>
            </p:cNvSpPr>
            <p:nvPr/>
          </p:nvSpPr>
          <p:spPr bwMode="auto">
            <a:xfrm>
              <a:off x="5002" y="726"/>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56" name="Freeform 46">
              <a:extLst>
                <a:ext uri="{FF2B5EF4-FFF2-40B4-BE49-F238E27FC236}">
                  <a16:creationId xmlns:a16="http://schemas.microsoft.com/office/drawing/2014/main" id="{93DA758C-A56A-41F5-B842-66AA6B0C9D2B}"/>
                </a:ext>
              </a:extLst>
            </p:cNvPr>
            <p:cNvSpPr>
              <a:spLocks noEditPoints="1"/>
            </p:cNvSpPr>
            <p:nvPr/>
          </p:nvSpPr>
          <p:spPr bwMode="auto">
            <a:xfrm>
              <a:off x="4818" y="690"/>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5"/>
                    <a:pt x="0" y="36"/>
                  </a:cubicBezTo>
                  <a:cubicBezTo>
                    <a:pt x="0" y="16"/>
                    <a:pt x="16" y="0"/>
                    <a:pt x="36" y="0"/>
                  </a:cubicBezTo>
                  <a:cubicBezTo>
                    <a:pt x="56" y="0"/>
                    <a:pt x="72" y="16"/>
                    <a:pt x="72" y="36"/>
                  </a:cubicBezTo>
                  <a:cubicBezTo>
                    <a:pt x="72" y="55"/>
                    <a:pt x="56" y="72"/>
                    <a:pt x="36" y="72"/>
                  </a:cubicBezTo>
                  <a:close/>
                  <a:moveTo>
                    <a:pt x="36" y="12"/>
                  </a:moveTo>
                  <a:cubicBezTo>
                    <a:pt x="23" y="12"/>
                    <a:pt x="12" y="22"/>
                    <a:pt x="12" y="36"/>
                  </a:cubicBezTo>
                  <a:cubicBezTo>
                    <a:pt x="12" y="49"/>
                    <a:pt x="23" y="60"/>
                    <a:pt x="36" y="60"/>
                  </a:cubicBezTo>
                  <a:cubicBezTo>
                    <a:pt x="49" y="60"/>
                    <a:pt x="60" y="49"/>
                    <a:pt x="60" y="36"/>
                  </a:cubicBezTo>
                  <a:cubicBezTo>
                    <a:pt x="60" y="22"/>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grpSp>
      <p:sp>
        <p:nvSpPr>
          <p:cNvPr id="57" name="Rectangle 25">
            <a:extLst>
              <a:ext uri="{FF2B5EF4-FFF2-40B4-BE49-F238E27FC236}">
                <a16:creationId xmlns:a16="http://schemas.microsoft.com/office/drawing/2014/main" id="{D7C93DCE-92EB-4D5B-BD3E-568B7360DE5C}"/>
              </a:ext>
            </a:extLst>
          </p:cNvPr>
          <p:cNvSpPr/>
          <p:nvPr userDrawn="1"/>
        </p:nvSpPr>
        <p:spPr>
          <a:xfrm>
            <a:off x="5923114" y="6090891"/>
            <a:ext cx="868828" cy="184666"/>
          </a:xfrm>
          <a:prstGeom prst="rect">
            <a:avLst/>
          </a:prstGeom>
        </p:spPr>
        <p:txBody>
          <a:bodyPr wrap="none" lIns="0" tIns="0" rIns="0" bIns="0">
            <a:spAutoFit/>
          </a:bodyPr>
          <a:lstStyle/>
          <a:p>
            <a:r>
              <a:rPr lang="en-US" sz="1200" b="1">
                <a:solidFill>
                  <a:prstClr val="white"/>
                </a:solidFill>
                <a:latin typeface="Graphik Black" panose="020B0A03030202060203" pitchFamily="34" charset="0"/>
              </a:rPr>
              <a:t>Experience</a:t>
            </a:r>
          </a:p>
        </p:txBody>
      </p:sp>
      <p:grpSp>
        <p:nvGrpSpPr>
          <p:cNvPr id="58" name="Group 156">
            <a:extLst>
              <a:ext uri="{FF2B5EF4-FFF2-40B4-BE49-F238E27FC236}">
                <a16:creationId xmlns:a16="http://schemas.microsoft.com/office/drawing/2014/main" id="{77F1FF39-A19B-410B-B235-1C5695B5C98B}"/>
              </a:ext>
            </a:extLst>
          </p:cNvPr>
          <p:cNvGrpSpPr>
            <a:grpSpLocks noChangeAspect="1"/>
          </p:cNvGrpSpPr>
          <p:nvPr userDrawn="1"/>
        </p:nvGrpSpPr>
        <p:grpSpPr bwMode="auto">
          <a:xfrm>
            <a:off x="6190256" y="5825240"/>
            <a:ext cx="274616" cy="273972"/>
            <a:chOff x="1373" y="1718"/>
            <a:chExt cx="427" cy="426"/>
          </a:xfrm>
          <a:solidFill>
            <a:sysClr val="window" lastClr="FFFFFF"/>
          </a:solidFill>
        </p:grpSpPr>
        <p:sp>
          <p:nvSpPr>
            <p:cNvPr id="59" name="Freeform 157">
              <a:extLst>
                <a:ext uri="{FF2B5EF4-FFF2-40B4-BE49-F238E27FC236}">
                  <a16:creationId xmlns:a16="http://schemas.microsoft.com/office/drawing/2014/main" id="{B341CF59-1FB7-4649-AF97-E6B829A186F3}"/>
                </a:ext>
              </a:extLst>
            </p:cNvPr>
            <p:cNvSpPr>
              <a:spLocks noEditPoints="1"/>
            </p:cNvSpPr>
            <p:nvPr/>
          </p:nvSpPr>
          <p:spPr bwMode="auto">
            <a:xfrm>
              <a:off x="1569" y="1913"/>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60" name="Freeform 158">
              <a:extLst>
                <a:ext uri="{FF2B5EF4-FFF2-40B4-BE49-F238E27FC236}">
                  <a16:creationId xmlns:a16="http://schemas.microsoft.com/office/drawing/2014/main" id="{6DEC9FBD-BB58-4E52-A4A6-6A8CAF486966}"/>
                </a:ext>
              </a:extLst>
            </p:cNvPr>
            <p:cNvSpPr>
              <a:spLocks/>
            </p:cNvSpPr>
            <p:nvPr/>
          </p:nvSpPr>
          <p:spPr bwMode="auto">
            <a:xfrm>
              <a:off x="1621" y="1992"/>
              <a:ext cx="127" cy="87"/>
            </a:xfrm>
            <a:custGeom>
              <a:avLst/>
              <a:gdLst>
                <a:gd name="T0" fmla="*/ 37 w 86"/>
                <a:gd name="T1" fmla="*/ 59 h 59"/>
                <a:gd name="T2" fmla="*/ 33 w 86"/>
                <a:gd name="T3" fmla="*/ 57 h 59"/>
                <a:gd name="T4" fmla="*/ 3 w 86"/>
                <a:gd name="T5" fmla="*/ 27 h 59"/>
                <a:gd name="T6" fmla="*/ 3 w 86"/>
                <a:gd name="T7" fmla="*/ 18 h 59"/>
                <a:gd name="T8" fmla="*/ 11 w 86"/>
                <a:gd name="T9" fmla="*/ 18 h 59"/>
                <a:gd name="T10" fmla="*/ 37 w 86"/>
                <a:gd name="T11" fmla="*/ 44 h 59"/>
                <a:gd name="T12" fmla="*/ 74 w 86"/>
                <a:gd name="T13" fmla="*/ 3 h 59"/>
                <a:gd name="T14" fmla="*/ 83 w 86"/>
                <a:gd name="T15" fmla="*/ 2 h 59"/>
                <a:gd name="T16" fmla="*/ 83 w 86"/>
                <a:gd name="T17" fmla="*/ 11 h 59"/>
                <a:gd name="T18" fmla="*/ 41 w 86"/>
                <a:gd name="T19" fmla="*/ 57 h 59"/>
                <a:gd name="T20" fmla="*/ 37 w 86"/>
                <a:gd name="T21" fmla="*/ 59 h 59"/>
                <a:gd name="T22" fmla="*/ 37 w 86"/>
                <a:gd name="T23"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59">
                  <a:moveTo>
                    <a:pt x="37" y="59"/>
                  </a:moveTo>
                  <a:cubicBezTo>
                    <a:pt x="35" y="59"/>
                    <a:pt x="34" y="58"/>
                    <a:pt x="33" y="57"/>
                  </a:cubicBezTo>
                  <a:cubicBezTo>
                    <a:pt x="3" y="27"/>
                    <a:pt x="3" y="27"/>
                    <a:pt x="3" y="27"/>
                  </a:cubicBezTo>
                  <a:cubicBezTo>
                    <a:pt x="0" y="25"/>
                    <a:pt x="0" y="21"/>
                    <a:pt x="3" y="18"/>
                  </a:cubicBezTo>
                  <a:cubicBezTo>
                    <a:pt x="5" y="16"/>
                    <a:pt x="9" y="16"/>
                    <a:pt x="11" y="18"/>
                  </a:cubicBezTo>
                  <a:cubicBezTo>
                    <a:pt x="37" y="44"/>
                    <a:pt x="37" y="44"/>
                    <a:pt x="37" y="44"/>
                  </a:cubicBezTo>
                  <a:cubicBezTo>
                    <a:pt x="74" y="3"/>
                    <a:pt x="74" y="3"/>
                    <a:pt x="74" y="3"/>
                  </a:cubicBezTo>
                  <a:cubicBezTo>
                    <a:pt x="77" y="0"/>
                    <a:pt x="80" y="0"/>
                    <a:pt x="83" y="2"/>
                  </a:cubicBezTo>
                  <a:cubicBezTo>
                    <a:pt x="85" y="4"/>
                    <a:pt x="86" y="8"/>
                    <a:pt x="83" y="11"/>
                  </a:cubicBezTo>
                  <a:cubicBezTo>
                    <a:pt x="41" y="57"/>
                    <a:pt x="41" y="57"/>
                    <a:pt x="41" y="57"/>
                  </a:cubicBezTo>
                  <a:cubicBezTo>
                    <a:pt x="40" y="58"/>
                    <a:pt x="39" y="59"/>
                    <a:pt x="37" y="59"/>
                  </a:cubicBezTo>
                  <a:cubicBezTo>
                    <a:pt x="37" y="59"/>
                    <a:pt x="37" y="59"/>
                    <a:pt x="37"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61" name="Freeform 159">
              <a:extLst>
                <a:ext uri="{FF2B5EF4-FFF2-40B4-BE49-F238E27FC236}">
                  <a16:creationId xmlns:a16="http://schemas.microsoft.com/office/drawing/2014/main" id="{594652FE-EF50-4568-8EAB-CBADCD943504}"/>
                </a:ext>
              </a:extLst>
            </p:cNvPr>
            <p:cNvSpPr>
              <a:spLocks noEditPoints="1"/>
            </p:cNvSpPr>
            <p:nvPr/>
          </p:nvSpPr>
          <p:spPr bwMode="auto">
            <a:xfrm>
              <a:off x="1373" y="1718"/>
              <a:ext cx="356" cy="160"/>
            </a:xfrm>
            <a:custGeom>
              <a:avLst/>
              <a:gdLst>
                <a:gd name="T0" fmla="*/ 120 w 240"/>
                <a:gd name="T1" fmla="*/ 108 h 108"/>
                <a:gd name="T2" fmla="*/ 0 w 240"/>
                <a:gd name="T3" fmla="*/ 54 h 108"/>
                <a:gd name="T4" fmla="*/ 120 w 240"/>
                <a:gd name="T5" fmla="*/ 0 h 108"/>
                <a:gd name="T6" fmla="*/ 240 w 240"/>
                <a:gd name="T7" fmla="*/ 54 h 108"/>
                <a:gd name="T8" fmla="*/ 120 w 240"/>
                <a:gd name="T9" fmla="*/ 108 h 108"/>
                <a:gd name="T10" fmla="*/ 120 w 240"/>
                <a:gd name="T11" fmla="*/ 12 h 108"/>
                <a:gd name="T12" fmla="*/ 12 w 240"/>
                <a:gd name="T13" fmla="*/ 54 h 108"/>
                <a:gd name="T14" fmla="*/ 120 w 240"/>
                <a:gd name="T15" fmla="*/ 96 h 108"/>
                <a:gd name="T16" fmla="*/ 228 w 240"/>
                <a:gd name="T17" fmla="*/ 54 h 108"/>
                <a:gd name="T18" fmla="*/ 120 w 240"/>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108">
                  <a:moveTo>
                    <a:pt x="120" y="108"/>
                  </a:moveTo>
                  <a:cubicBezTo>
                    <a:pt x="53" y="108"/>
                    <a:pt x="0" y="84"/>
                    <a:pt x="0" y="54"/>
                  </a:cubicBezTo>
                  <a:cubicBezTo>
                    <a:pt x="0" y="23"/>
                    <a:pt x="53" y="0"/>
                    <a:pt x="120" y="0"/>
                  </a:cubicBezTo>
                  <a:cubicBezTo>
                    <a:pt x="187" y="0"/>
                    <a:pt x="240" y="23"/>
                    <a:pt x="240" y="54"/>
                  </a:cubicBezTo>
                  <a:cubicBezTo>
                    <a:pt x="240" y="84"/>
                    <a:pt x="187" y="108"/>
                    <a:pt x="120" y="108"/>
                  </a:cubicBezTo>
                  <a:close/>
                  <a:moveTo>
                    <a:pt x="120" y="12"/>
                  </a:moveTo>
                  <a:cubicBezTo>
                    <a:pt x="56" y="12"/>
                    <a:pt x="12" y="34"/>
                    <a:pt x="12" y="54"/>
                  </a:cubicBezTo>
                  <a:cubicBezTo>
                    <a:pt x="12" y="74"/>
                    <a:pt x="56" y="96"/>
                    <a:pt x="120" y="96"/>
                  </a:cubicBezTo>
                  <a:cubicBezTo>
                    <a:pt x="183" y="96"/>
                    <a:pt x="228" y="74"/>
                    <a:pt x="228" y="54"/>
                  </a:cubicBezTo>
                  <a:cubicBezTo>
                    <a:pt x="228" y="34"/>
                    <a:pt x="183" y="12"/>
                    <a:pt x="1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62" name="Freeform 160">
              <a:extLst>
                <a:ext uri="{FF2B5EF4-FFF2-40B4-BE49-F238E27FC236}">
                  <a16:creationId xmlns:a16="http://schemas.microsoft.com/office/drawing/2014/main" id="{6A6C916E-0F44-4770-A931-429780C907EB}"/>
                </a:ext>
              </a:extLst>
            </p:cNvPr>
            <p:cNvSpPr>
              <a:spLocks/>
            </p:cNvSpPr>
            <p:nvPr/>
          </p:nvSpPr>
          <p:spPr bwMode="auto">
            <a:xfrm>
              <a:off x="1373" y="1860"/>
              <a:ext cx="187" cy="89"/>
            </a:xfrm>
            <a:custGeom>
              <a:avLst/>
              <a:gdLst>
                <a:gd name="T0" fmla="*/ 120 w 126"/>
                <a:gd name="T1" fmla="*/ 60 h 60"/>
                <a:gd name="T2" fmla="*/ 0 w 126"/>
                <a:gd name="T3" fmla="*/ 6 h 60"/>
                <a:gd name="T4" fmla="*/ 6 w 126"/>
                <a:gd name="T5" fmla="*/ 0 h 60"/>
                <a:gd name="T6" fmla="*/ 12 w 126"/>
                <a:gd name="T7" fmla="*/ 6 h 60"/>
                <a:gd name="T8" fmla="*/ 120 w 126"/>
                <a:gd name="T9" fmla="*/ 48 h 60"/>
                <a:gd name="T10" fmla="*/ 126 w 126"/>
                <a:gd name="T11" fmla="*/ 54 h 60"/>
                <a:gd name="T12" fmla="*/ 120 w 126"/>
                <a:gd name="T13" fmla="*/ 60 h 60"/>
              </a:gdLst>
              <a:ahLst/>
              <a:cxnLst>
                <a:cxn ang="0">
                  <a:pos x="T0" y="T1"/>
                </a:cxn>
                <a:cxn ang="0">
                  <a:pos x="T2" y="T3"/>
                </a:cxn>
                <a:cxn ang="0">
                  <a:pos x="T4" y="T5"/>
                </a:cxn>
                <a:cxn ang="0">
                  <a:pos x="T6" y="T7"/>
                </a:cxn>
                <a:cxn ang="0">
                  <a:pos x="T8" y="T9"/>
                </a:cxn>
                <a:cxn ang="0">
                  <a:pos x="T10" y="T11"/>
                </a:cxn>
                <a:cxn ang="0">
                  <a:pos x="T12" y="T13"/>
                </a:cxn>
              </a:cxnLst>
              <a:rect l="0" t="0" r="r" b="b"/>
              <a:pathLst>
                <a:path w="126" h="60">
                  <a:moveTo>
                    <a:pt x="120" y="60"/>
                  </a:moveTo>
                  <a:cubicBezTo>
                    <a:pt x="53" y="60"/>
                    <a:pt x="0" y="36"/>
                    <a:pt x="0" y="6"/>
                  </a:cubicBezTo>
                  <a:cubicBezTo>
                    <a:pt x="0" y="2"/>
                    <a:pt x="3" y="0"/>
                    <a:pt x="6" y="0"/>
                  </a:cubicBezTo>
                  <a:cubicBezTo>
                    <a:pt x="9" y="0"/>
                    <a:pt x="12" y="2"/>
                    <a:pt x="12" y="6"/>
                  </a:cubicBezTo>
                  <a:cubicBezTo>
                    <a:pt x="12" y="26"/>
                    <a:pt x="56" y="48"/>
                    <a:pt x="120" y="48"/>
                  </a:cubicBezTo>
                  <a:cubicBezTo>
                    <a:pt x="123" y="48"/>
                    <a:pt x="126" y="50"/>
                    <a:pt x="126" y="54"/>
                  </a:cubicBezTo>
                  <a:cubicBezTo>
                    <a:pt x="126" y="57"/>
                    <a:pt x="123"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63" name="Freeform 161">
              <a:extLst>
                <a:ext uri="{FF2B5EF4-FFF2-40B4-BE49-F238E27FC236}">
                  <a16:creationId xmlns:a16="http://schemas.microsoft.com/office/drawing/2014/main" id="{D9BC5900-878C-42A9-9515-429BAA758B63}"/>
                </a:ext>
              </a:extLst>
            </p:cNvPr>
            <p:cNvSpPr>
              <a:spLocks/>
            </p:cNvSpPr>
            <p:nvPr/>
          </p:nvSpPr>
          <p:spPr bwMode="auto">
            <a:xfrm>
              <a:off x="1373" y="1940"/>
              <a:ext cx="160" cy="87"/>
            </a:xfrm>
            <a:custGeom>
              <a:avLst/>
              <a:gdLst>
                <a:gd name="T0" fmla="*/ 102 w 108"/>
                <a:gd name="T1" fmla="*/ 59 h 59"/>
                <a:gd name="T2" fmla="*/ 101 w 108"/>
                <a:gd name="T3" fmla="*/ 59 h 59"/>
                <a:gd name="T4" fmla="*/ 0 w 108"/>
                <a:gd name="T5" fmla="*/ 6 h 59"/>
                <a:gd name="T6" fmla="*/ 6 w 108"/>
                <a:gd name="T7" fmla="*/ 0 h 59"/>
                <a:gd name="T8" fmla="*/ 12 w 108"/>
                <a:gd name="T9" fmla="*/ 6 h 59"/>
                <a:gd name="T10" fmla="*/ 102 w 108"/>
                <a:gd name="T11" fmla="*/ 47 h 59"/>
                <a:gd name="T12" fmla="*/ 108 w 108"/>
                <a:gd name="T13" fmla="*/ 53 h 59"/>
                <a:gd name="T14" fmla="*/ 102 w 108"/>
                <a:gd name="T15" fmla="*/ 59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 h="59">
                  <a:moveTo>
                    <a:pt x="102" y="59"/>
                  </a:moveTo>
                  <a:cubicBezTo>
                    <a:pt x="102" y="59"/>
                    <a:pt x="102" y="59"/>
                    <a:pt x="101" y="59"/>
                  </a:cubicBezTo>
                  <a:cubicBezTo>
                    <a:pt x="42" y="55"/>
                    <a:pt x="0" y="33"/>
                    <a:pt x="0" y="6"/>
                  </a:cubicBezTo>
                  <a:cubicBezTo>
                    <a:pt x="0" y="2"/>
                    <a:pt x="3" y="0"/>
                    <a:pt x="6" y="0"/>
                  </a:cubicBezTo>
                  <a:cubicBezTo>
                    <a:pt x="9" y="0"/>
                    <a:pt x="12" y="2"/>
                    <a:pt x="12" y="6"/>
                  </a:cubicBezTo>
                  <a:cubicBezTo>
                    <a:pt x="12" y="25"/>
                    <a:pt x="52" y="44"/>
                    <a:pt x="102" y="47"/>
                  </a:cubicBezTo>
                  <a:cubicBezTo>
                    <a:pt x="106" y="47"/>
                    <a:pt x="108" y="50"/>
                    <a:pt x="108" y="53"/>
                  </a:cubicBezTo>
                  <a:cubicBezTo>
                    <a:pt x="108" y="57"/>
                    <a:pt x="105" y="59"/>
                    <a:pt x="10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64" name="Freeform 162">
              <a:extLst>
                <a:ext uri="{FF2B5EF4-FFF2-40B4-BE49-F238E27FC236}">
                  <a16:creationId xmlns:a16="http://schemas.microsoft.com/office/drawing/2014/main" id="{3C26E081-3D90-4155-8440-2EF30BDAD619}"/>
                </a:ext>
              </a:extLst>
            </p:cNvPr>
            <p:cNvSpPr>
              <a:spLocks/>
            </p:cNvSpPr>
            <p:nvPr/>
          </p:nvSpPr>
          <p:spPr bwMode="auto">
            <a:xfrm>
              <a:off x="1373" y="1789"/>
              <a:ext cx="169" cy="318"/>
            </a:xfrm>
            <a:custGeom>
              <a:avLst/>
              <a:gdLst>
                <a:gd name="T0" fmla="*/ 108 w 114"/>
                <a:gd name="T1" fmla="*/ 215 h 215"/>
                <a:gd name="T2" fmla="*/ 108 w 114"/>
                <a:gd name="T3" fmla="*/ 215 h 215"/>
                <a:gd name="T4" fmla="*/ 0 w 114"/>
                <a:gd name="T5" fmla="*/ 162 h 215"/>
                <a:gd name="T6" fmla="*/ 0 w 114"/>
                <a:gd name="T7" fmla="*/ 6 h 215"/>
                <a:gd name="T8" fmla="*/ 6 w 114"/>
                <a:gd name="T9" fmla="*/ 0 h 215"/>
                <a:gd name="T10" fmla="*/ 12 w 114"/>
                <a:gd name="T11" fmla="*/ 6 h 215"/>
                <a:gd name="T12" fmla="*/ 12 w 114"/>
                <a:gd name="T13" fmla="*/ 162 h 215"/>
                <a:gd name="T14" fmla="*/ 108 w 114"/>
                <a:gd name="T15" fmla="*/ 203 h 215"/>
                <a:gd name="T16" fmla="*/ 114 w 114"/>
                <a:gd name="T17" fmla="*/ 210 h 215"/>
                <a:gd name="T18" fmla="*/ 108 w 114"/>
                <a:gd name="T19" fmla="*/ 215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215">
                  <a:moveTo>
                    <a:pt x="108" y="215"/>
                  </a:moveTo>
                  <a:cubicBezTo>
                    <a:pt x="108" y="215"/>
                    <a:pt x="108" y="215"/>
                    <a:pt x="108" y="215"/>
                  </a:cubicBezTo>
                  <a:cubicBezTo>
                    <a:pt x="45" y="213"/>
                    <a:pt x="0" y="190"/>
                    <a:pt x="0" y="162"/>
                  </a:cubicBezTo>
                  <a:cubicBezTo>
                    <a:pt x="0" y="6"/>
                    <a:pt x="0" y="6"/>
                    <a:pt x="0" y="6"/>
                  </a:cubicBezTo>
                  <a:cubicBezTo>
                    <a:pt x="0" y="2"/>
                    <a:pt x="3" y="0"/>
                    <a:pt x="6" y="0"/>
                  </a:cubicBezTo>
                  <a:cubicBezTo>
                    <a:pt x="9" y="0"/>
                    <a:pt x="12" y="2"/>
                    <a:pt x="12" y="6"/>
                  </a:cubicBezTo>
                  <a:cubicBezTo>
                    <a:pt x="12" y="162"/>
                    <a:pt x="12" y="162"/>
                    <a:pt x="12" y="162"/>
                  </a:cubicBezTo>
                  <a:cubicBezTo>
                    <a:pt x="12" y="180"/>
                    <a:pt x="49" y="201"/>
                    <a:pt x="108" y="203"/>
                  </a:cubicBezTo>
                  <a:cubicBezTo>
                    <a:pt x="111" y="204"/>
                    <a:pt x="114" y="206"/>
                    <a:pt x="114" y="210"/>
                  </a:cubicBezTo>
                  <a:cubicBezTo>
                    <a:pt x="114" y="213"/>
                    <a:pt x="111" y="215"/>
                    <a:pt x="10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sp>
          <p:nvSpPr>
            <p:cNvPr id="65" name="Freeform 163">
              <a:extLst>
                <a:ext uri="{FF2B5EF4-FFF2-40B4-BE49-F238E27FC236}">
                  <a16:creationId xmlns:a16="http://schemas.microsoft.com/office/drawing/2014/main" id="{78A1DCCF-7547-4B86-83A9-0A7C0722080A}"/>
                </a:ext>
              </a:extLst>
            </p:cNvPr>
            <p:cNvSpPr>
              <a:spLocks/>
            </p:cNvSpPr>
            <p:nvPr/>
          </p:nvSpPr>
          <p:spPr bwMode="auto">
            <a:xfrm>
              <a:off x="1711" y="1789"/>
              <a:ext cx="18" cy="98"/>
            </a:xfrm>
            <a:custGeom>
              <a:avLst/>
              <a:gdLst>
                <a:gd name="T0" fmla="*/ 6 w 12"/>
                <a:gd name="T1" fmla="*/ 66 h 66"/>
                <a:gd name="T2" fmla="*/ 0 w 12"/>
                <a:gd name="T3" fmla="*/ 60 h 66"/>
                <a:gd name="T4" fmla="*/ 0 w 12"/>
                <a:gd name="T5" fmla="*/ 6 h 66"/>
                <a:gd name="T6" fmla="*/ 6 w 12"/>
                <a:gd name="T7" fmla="*/ 0 h 66"/>
                <a:gd name="T8" fmla="*/ 12 w 12"/>
                <a:gd name="T9" fmla="*/ 6 h 66"/>
                <a:gd name="T10" fmla="*/ 12 w 12"/>
                <a:gd name="T11" fmla="*/ 60 h 66"/>
                <a:gd name="T12" fmla="*/ 6 w 12"/>
                <a:gd name="T13" fmla="*/ 66 h 66"/>
              </a:gdLst>
              <a:ahLst/>
              <a:cxnLst>
                <a:cxn ang="0">
                  <a:pos x="T0" y="T1"/>
                </a:cxn>
                <a:cxn ang="0">
                  <a:pos x="T2" y="T3"/>
                </a:cxn>
                <a:cxn ang="0">
                  <a:pos x="T4" y="T5"/>
                </a:cxn>
                <a:cxn ang="0">
                  <a:pos x="T6" y="T7"/>
                </a:cxn>
                <a:cxn ang="0">
                  <a:pos x="T8" y="T9"/>
                </a:cxn>
                <a:cxn ang="0">
                  <a:pos x="T10" y="T11"/>
                </a:cxn>
                <a:cxn ang="0">
                  <a:pos x="T12" y="T13"/>
                </a:cxn>
              </a:cxnLst>
              <a:rect l="0" t="0" r="r" b="b"/>
              <a:pathLst>
                <a:path w="12" h="66">
                  <a:moveTo>
                    <a:pt x="6" y="66"/>
                  </a:moveTo>
                  <a:cubicBezTo>
                    <a:pt x="3" y="66"/>
                    <a:pt x="0" y="63"/>
                    <a:pt x="0" y="60"/>
                  </a:cubicBezTo>
                  <a:cubicBezTo>
                    <a:pt x="0" y="6"/>
                    <a:pt x="0" y="6"/>
                    <a:pt x="0" y="6"/>
                  </a:cubicBezTo>
                  <a:cubicBezTo>
                    <a:pt x="0" y="2"/>
                    <a:pt x="3" y="0"/>
                    <a:pt x="6" y="0"/>
                  </a:cubicBezTo>
                  <a:cubicBezTo>
                    <a:pt x="9" y="0"/>
                    <a:pt x="12" y="2"/>
                    <a:pt x="12" y="6"/>
                  </a:cubicBezTo>
                  <a:cubicBezTo>
                    <a:pt x="12" y="60"/>
                    <a:pt x="12" y="60"/>
                    <a:pt x="12" y="60"/>
                  </a:cubicBezTo>
                  <a:cubicBezTo>
                    <a:pt x="12" y="63"/>
                    <a:pt x="9" y="66"/>
                    <a:pt x="6"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Graphik" panose="020B0503030202060203" pitchFamily="34" charset="0"/>
              </a:endParaRPr>
            </a:p>
          </p:txBody>
        </p:sp>
      </p:grpSp>
      <p:sp>
        <p:nvSpPr>
          <p:cNvPr id="75" name="Content Placeholder 4">
            <a:extLst>
              <a:ext uri="{FF2B5EF4-FFF2-40B4-BE49-F238E27FC236}">
                <a16:creationId xmlns:a16="http://schemas.microsoft.com/office/drawing/2014/main" id="{D7EDB63E-AB50-4298-8537-F48CBB17D000}"/>
              </a:ext>
            </a:extLst>
          </p:cNvPr>
          <p:cNvSpPr>
            <a:spLocks noGrp="1"/>
          </p:cNvSpPr>
          <p:nvPr>
            <p:ph sz="quarter" idx="11" hasCustomPrompt="1"/>
          </p:nvPr>
        </p:nvSpPr>
        <p:spPr>
          <a:xfrm>
            <a:off x="381000" y="393700"/>
            <a:ext cx="7083152" cy="311150"/>
          </a:xfrm>
        </p:spPr>
        <p:txBody>
          <a:bodyPr lIns="0" tIns="0" rIns="0" bIns="0">
            <a:noAutofit/>
          </a:bodyPr>
          <a:lstStyle>
            <a:lvl1pPr marL="0" marR="0" indent="0" algn="l" defTabSz="914377" rtl="0" eaLnBrk="1" fontAlgn="auto" latinLnBrk="0" hangingPunct="1">
              <a:lnSpc>
                <a:spcPct val="80000"/>
              </a:lnSpc>
              <a:spcBef>
                <a:spcPts val="0"/>
              </a:spcBef>
              <a:spcAft>
                <a:spcPts val="0"/>
              </a:spcAft>
              <a:buClrTx/>
              <a:buSzTx/>
              <a:buFont typeface="Arial" panose="020B0604020202020204" pitchFamily="34" charset="0"/>
              <a:buNone/>
              <a:tabLst/>
              <a:defRPr sz="2800" cap="all" baseline="0">
                <a:solidFill>
                  <a:schemeClr val="bg1"/>
                </a:solidFill>
              </a:defRPr>
            </a:lvl1pPr>
            <a:lvl2pPr marL="55562" indent="0">
              <a:buNone/>
              <a:defRPr/>
            </a:lvl2pPr>
          </a:lstStyle>
          <a:p>
            <a:pPr marL="0" marR="0" lvl="0" indent="0" algn="l" defTabSz="914377" rtl="0" eaLnBrk="1" fontAlgn="auto" latinLnBrk="0" hangingPunct="1">
              <a:lnSpc>
                <a:spcPct val="80000"/>
              </a:lnSpc>
              <a:spcBef>
                <a:spcPts val="0"/>
              </a:spcBef>
              <a:spcAft>
                <a:spcPts val="0"/>
              </a:spcAft>
              <a:buClrTx/>
              <a:buSzTx/>
              <a:buFont typeface="Arial" panose="020B0604020202020204" pitchFamily="34" charset="0"/>
              <a:buNone/>
              <a:tabLst/>
              <a:defRPr/>
            </a:pPr>
            <a:r>
              <a:rPr lang="en-US"/>
              <a:t>Click to edit Master text styles</a:t>
            </a:r>
            <a:br>
              <a:rPr lang="en-US"/>
            </a:br>
            <a:r>
              <a:rPr lang="en-US"/>
              <a:t>Click to edit Master text styles</a:t>
            </a:r>
          </a:p>
        </p:txBody>
      </p:sp>
      <p:pic>
        <p:nvPicPr>
          <p:cNvPr id="33" name="Picture 9" descr="A picture containing object, clock&#10;&#10;Description automatically generated">
            <a:extLst>
              <a:ext uri="{FF2B5EF4-FFF2-40B4-BE49-F238E27FC236}">
                <a16:creationId xmlns:a16="http://schemas.microsoft.com/office/drawing/2014/main" id="{52ED3322-4E10-424F-B8BE-55F7231EFE16}"/>
              </a:ext>
            </a:extLst>
          </p:cNvPr>
          <p:cNvPicPr>
            <a:picLocks noChangeAspect="1"/>
          </p:cNvPicPr>
          <p:nvPr userDrawn="1"/>
        </p:nvPicPr>
        <p:blipFill rotWithShape="1">
          <a:blip r:embed="rId5"/>
          <a:srcRect l="2822"/>
          <a:stretch/>
        </p:blipFill>
        <p:spPr>
          <a:xfrm>
            <a:off x="371554" y="6418326"/>
            <a:ext cx="770415" cy="288000"/>
          </a:xfrm>
          <a:prstGeom prst="rect">
            <a:avLst/>
          </a:prstGeom>
        </p:spPr>
      </p:pic>
      <p:sp>
        <p:nvSpPr>
          <p:cNvPr id="34" name="Slide Number Placeholder 5">
            <a:extLst>
              <a:ext uri="{FF2B5EF4-FFF2-40B4-BE49-F238E27FC236}">
                <a16:creationId xmlns:a16="http://schemas.microsoft.com/office/drawing/2014/main" id="{05DA145E-86ED-447F-998A-713B1AB731AE}"/>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98236627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Blank with footers">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F0EE43E5-A85E-4A72-96CC-AD232F484CFC}"/>
              </a:ext>
            </a:extLst>
          </p:cNvPr>
          <p:cNvSpPr>
            <a:spLocks noGrp="1"/>
          </p:cNvSpPr>
          <p:nvPr>
            <p:ph type="pic" sz="quarter" idx="11"/>
          </p:nvPr>
        </p:nvSpPr>
        <p:spPr>
          <a:xfrm>
            <a:off x="7845260" y="381000"/>
            <a:ext cx="3965740" cy="6134100"/>
          </a:xfrm>
          <a:prstGeom prst="rect">
            <a:avLst/>
          </a:prstGeom>
        </p:spPr>
      </p:sp>
      <p:pic>
        <p:nvPicPr>
          <p:cNvPr id="6" name="Picture 5" descr="A person standing posing for the camera&#10;&#10;Description automatically generated">
            <a:extLst>
              <a:ext uri="{FF2B5EF4-FFF2-40B4-BE49-F238E27FC236}">
                <a16:creationId xmlns:a16="http://schemas.microsoft.com/office/drawing/2014/main" id="{777DB19D-1A89-4D08-BB50-C85D7464958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829494" y="380147"/>
            <a:ext cx="3983148" cy="6142836"/>
          </a:xfrm>
          <a:prstGeom prst="rect">
            <a:avLst/>
          </a:prstGeom>
        </p:spPr>
      </p:pic>
      <p:sp>
        <p:nvSpPr>
          <p:cNvPr id="4" name="Slide Number Placeholder 5">
            <a:extLst>
              <a:ext uri="{FF2B5EF4-FFF2-40B4-BE49-F238E27FC236}">
                <a16:creationId xmlns:a16="http://schemas.microsoft.com/office/drawing/2014/main" id="{DC1920B5-1E40-4477-8AB7-3398207A8A7E}"/>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86278106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CV template - 5">
    <p:spTree>
      <p:nvGrpSpPr>
        <p:cNvPr id="1" name=""/>
        <p:cNvGrpSpPr/>
        <p:nvPr/>
      </p:nvGrpSpPr>
      <p:grpSpPr>
        <a:xfrm>
          <a:off x="0" y="0"/>
          <a:ext cx="0" cy="0"/>
          <a:chOff x="0" y="0"/>
          <a:chExt cx="0" cy="0"/>
        </a:xfrm>
      </p:grpSpPr>
      <p:sp>
        <p:nvSpPr>
          <p:cNvPr id="69" name="Rectangle: Diagonal Corners Rounded 68">
            <a:extLst>
              <a:ext uri="{FF2B5EF4-FFF2-40B4-BE49-F238E27FC236}">
                <a16:creationId xmlns:a16="http://schemas.microsoft.com/office/drawing/2014/main" id="{7C6E9053-8C05-4D84-83B9-BDC7550EF2BF}"/>
              </a:ext>
            </a:extLst>
          </p:cNvPr>
          <p:cNvSpPr/>
          <p:nvPr userDrawn="1"/>
        </p:nvSpPr>
        <p:spPr>
          <a:xfrm flipV="1">
            <a:off x="-1" y="0"/>
            <a:ext cx="3022193" cy="6273800"/>
          </a:xfrm>
          <a:prstGeom prst="round2DiagRect">
            <a:avLst>
              <a:gd name="adj1" fmla="val 18259"/>
              <a:gd name="adj2" fmla="val 0"/>
            </a:avLst>
          </a:prstGeom>
          <a:gradFill flip="none" rotWithShape="1">
            <a:gsLst>
              <a:gs pos="30000">
                <a:schemeClr val="accent3"/>
              </a:gs>
              <a:gs pos="100000">
                <a:schemeClr val="accent1">
                  <a:alpha val="52000"/>
                </a:schemeClr>
              </a:gs>
              <a:gs pos="69000">
                <a:schemeClr val="accent1"/>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t"/>
          <a:lstStyle/>
          <a:p>
            <a:pPr marL="0" marR="0" lvl="0" indent="0" algn="ctr" defTabSz="914400" rtl="0" eaLnBrk="1" fontAlgn="auto" latinLnBrk="0" hangingPunct="1">
              <a:lnSpc>
                <a:spcPct val="100000"/>
              </a:lnSpc>
              <a:spcBef>
                <a:spcPts val="400"/>
              </a:spcBef>
              <a:spcAft>
                <a:spcPts val="800"/>
              </a:spcAft>
              <a:buClrTx/>
              <a:buSzTx/>
              <a:buFontTx/>
              <a:buNone/>
              <a:tabLst/>
              <a:defRPr/>
            </a:pPr>
            <a:endParaRPr kumimoji="0" lang="en-AU" sz="1000" b="1" i="0" u="none" strike="noStrike" kern="1200" cap="none" spc="0" normalizeH="0" baseline="0" noProof="0">
              <a:ln>
                <a:noFill/>
              </a:ln>
              <a:solidFill>
                <a:prstClr val="white"/>
              </a:solidFill>
              <a:effectLst/>
              <a:uLnTx/>
              <a:uFillTx/>
              <a:latin typeface="Graphik" panose="020B0503030202060203"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400"/>
              </a:spcBef>
              <a:spcAft>
                <a:spcPts val="800"/>
              </a:spcAft>
              <a:buClrTx/>
              <a:buSzTx/>
              <a:buFontTx/>
              <a:buNone/>
              <a:tabLst/>
              <a:defRPr/>
            </a:pPr>
            <a:endParaRPr kumimoji="0" lang="en-AU" sz="1400" b="1" i="0" u="none" strike="noStrike" kern="1200" cap="none" spc="0" normalizeH="0" baseline="0" noProof="0">
              <a:ln>
                <a:noFill/>
              </a:ln>
              <a:solidFill>
                <a:prstClr val="white"/>
              </a:solidFill>
              <a:effectLst/>
              <a:uLnTx/>
              <a:uFillTx/>
              <a:latin typeface="Graphik" panose="020B0503030202060203" pitchFamily="34" charset="0"/>
              <a:ea typeface="+mn-ea"/>
              <a:cs typeface="Arial" panose="020B0604020202020204" pitchFamily="34" charset="0"/>
            </a:endParaRPr>
          </a:p>
        </p:txBody>
      </p:sp>
      <p:sp>
        <p:nvSpPr>
          <p:cNvPr id="300" name="Rectangle: Rounded Corners 98"/>
          <p:cNvSpPr/>
          <p:nvPr/>
        </p:nvSpPr>
        <p:spPr>
          <a:xfrm>
            <a:off x="5110523" y="2741418"/>
            <a:ext cx="1566863" cy="396007"/>
          </a:xfrm>
          <a:prstGeom prst="roundRect">
            <a:avLst>
              <a:gd name="adj" fmla="val 50000"/>
            </a:avLst>
          </a:prstGeom>
          <a:solidFill>
            <a:srgbClr val="6D047E">
              <a:alpha val="1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0" tIns="36000" rIns="36000" bIns="36000" rtlCol="0" anchor="ctr"/>
          <a:lstStyle/>
          <a:p>
            <a:pPr algn="l"/>
            <a:r>
              <a:rPr lang="en-AU" sz="800" b="1">
                <a:solidFill>
                  <a:schemeClr val="accent2"/>
                </a:solidFill>
                <a:latin typeface="Graphik" panose="020B0503030202060203" pitchFamily="34" charset="0"/>
                <a:cs typeface="Arial" panose="020B0604020202020204" pitchFamily="34" charset="0"/>
              </a:rPr>
              <a:t>Passionate About</a:t>
            </a:r>
          </a:p>
        </p:txBody>
      </p:sp>
      <p:sp>
        <p:nvSpPr>
          <p:cNvPr id="60" name="Isosceles Triangle 59">
            <a:extLst>
              <a:ext uri="{FF2B5EF4-FFF2-40B4-BE49-F238E27FC236}">
                <a16:creationId xmlns:a16="http://schemas.microsoft.com/office/drawing/2014/main" id="{CD0388BE-1718-4366-B801-EF85326DEE3E}"/>
              </a:ext>
            </a:extLst>
          </p:cNvPr>
          <p:cNvSpPr/>
          <p:nvPr userDrawn="1"/>
        </p:nvSpPr>
        <p:spPr>
          <a:xfrm rot="5400000" flipV="1">
            <a:off x="9456205" y="623018"/>
            <a:ext cx="399967" cy="368454"/>
          </a:xfrm>
          <a:prstGeom prst="triangle">
            <a:avLst>
              <a:gd name="adj" fmla="val 0"/>
            </a:avLst>
          </a:prstGeom>
          <a:solidFill>
            <a:schemeClr val="bg1">
              <a:lumMod val="85000"/>
            </a:schemeClr>
          </a:solidFill>
        </p:spPr>
        <p:txBody>
          <a:bodyPr wrap="square" lIns="36000" rIns="3600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050" b="0" i="0" u="none" strike="noStrike" kern="1200" cap="none" spc="0" normalizeH="0" baseline="0" noProof="0">
              <a:ln>
                <a:noFill/>
              </a:ln>
              <a:solidFill>
                <a:prstClr val="white"/>
              </a:solidFill>
              <a:effectLst/>
              <a:uLnTx/>
              <a:uFillTx/>
              <a:latin typeface="Graphik" panose="020B0503030202060203" pitchFamily="34" charset="0"/>
              <a:ea typeface="+mn-ea"/>
              <a:cs typeface="Arial" panose="020B0604020202020204" pitchFamily="34" charset="0"/>
            </a:endParaRPr>
          </a:p>
        </p:txBody>
      </p:sp>
      <p:sp>
        <p:nvSpPr>
          <p:cNvPr id="301" name="Oval 300"/>
          <p:cNvSpPr/>
          <p:nvPr/>
        </p:nvSpPr>
        <p:spPr>
          <a:xfrm>
            <a:off x="5048159" y="2741420"/>
            <a:ext cx="400526" cy="396007"/>
          </a:xfrm>
          <a:prstGeom prst="ellips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000" b="1">
              <a:latin typeface="Graphik" panose="020B0503030202060203" pitchFamily="34" charset="0"/>
            </a:endParaRPr>
          </a:p>
        </p:txBody>
      </p:sp>
      <p:pic>
        <p:nvPicPr>
          <p:cNvPr id="302" name="Picture 11"/>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l="30647" t="31437" r="30747" b="30948"/>
          <a:stretch/>
        </p:blipFill>
        <p:spPr bwMode="auto">
          <a:xfrm>
            <a:off x="5115335" y="2811031"/>
            <a:ext cx="266176" cy="25678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4" name="Rectangle: Rounded Corners 92"/>
          <p:cNvSpPr/>
          <p:nvPr/>
        </p:nvSpPr>
        <p:spPr>
          <a:xfrm>
            <a:off x="3352052" y="2741418"/>
            <a:ext cx="1566863" cy="396007"/>
          </a:xfrm>
          <a:prstGeom prst="roundRect">
            <a:avLst>
              <a:gd name="adj" fmla="val 50000"/>
            </a:avLst>
          </a:prstGeom>
          <a:solidFill>
            <a:srgbClr val="6D047E">
              <a:alpha val="1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0" tIns="36000" rIns="36000" bIns="36000" rtlCol="0" anchor="ctr"/>
          <a:lstStyle/>
          <a:p>
            <a:pPr algn="l"/>
            <a:r>
              <a:rPr lang="en-AU" sz="800" b="1">
                <a:solidFill>
                  <a:schemeClr val="accent2"/>
                </a:solidFill>
                <a:latin typeface="Graphik" panose="020B0503030202060203" pitchFamily="34" charset="0"/>
                <a:cs typeface="Arial" panose="020B0604020202020204" pitchFamily="34" charset="0"/>
              </a:rPr>
              <a:t>Gallup Strengths</a:t>
            </a:r>
            <a:br>
              <a:rPr lang="en-AU" sz="800" b="1">
                <a:solidFill>
                  <a:schemeClr val="accent2"/>
                </a:solidFill>
                <a:latin typeface="Graphik" panose="020B0503030202060203" pitchFamily="34" charset="0"/>
                <a:cs typeface="Arial" panose="020B0604020202020204" pitchFamily="34" charset="0"/>
              </a:rPr>
            </a:br>
            <a:r>
              <a:rPr lang="en-AU" sz="800" b="1">
                <a:solidFill>
                  <a:schemeClr val="accent2"/>
                </a:solidFill>
                <a:latin typeface="Graphik" panose="020B0503030202060203" pitchFamily="34" charset="0"/>
                <a:cs typeface="Arial" panose="020B0604020202020204" pitchFamily="34" charset="0"/>
              </a:rPr>
              <a:t>Finder Top 5 Strengths</a:t>
            </a:r>
          </a:p>
        </p:txBody>
      </p:sp>
      <p:sp>
        <p:nvSpPr>
          <p:cNvPr id="305" name="Oval 304"/>
          <p:cNvSpPr/>
          <p:nvPr/>
        </p:nvSpPr>
        <p:spPr>
          <a:xfrm>
            <a:off x="3289688" y="2741418"/>
            <a:ext cx="400526" cy="396007"/>
          </a:xfrm>
          <a:prstGeom prst="ellips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000" b="1">
              <a:latin typeface="Graphik" panose="020B0503030202060203" pitchFamily="34" charset="0"/>
            </a:endParaRPr>
          </a:p>
        </p:txBody>
      </p:sp>
      <p:sp>
        <p:nvSpPr>
          <p:cNvPr id="308" name="Rectangle: Rounded Corners 10"/>
          <p:cNvSpPr/>
          <p:nvPr/>
        </p:nvSpPr>
        <p:spPr>
          <a:xfrm>
            <a:off x="3357378" y="395414"/>
            <a:ext cx="1566863" cy="399967"/>
          </a:xfrm>
          <a:prstGeom prst="roundRect">
            <a:avLst>
              <a:gd name="adj" fmla="val 50000"/>
            </a:avLst>
          </a:prstGeom>
          <a:solidFill>
            <a:srgbClr val="6D047E">
              <a:alpha val="1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0" tIns="36000" rIns="36000" bIns="36000" rtlCol="0" anchor="ctr"/>
          <a:lstStyle/>
          <a:p>
            <a:pPr algn="l"/>
            <a:r>
              <a:rPr lang="en-AU" sz="800" b="1">
                <a:solidFill>
                  <a:schemeClr val="accent2"/>
                </a:solidFill>
                <a:latin typeface="Graphik" panose="020B0503030202060203" pitchFamily="34" charset="0"/>
                <a:cs typeface="Arial" panose="020B0604020202020204" pitchFamily="34" charset="0"/>
              </a:rPr>
              <a:t>Skills</a:t>
            </a:r>
          </a:p>
        </p:txBody>
      </p:sp>
      <p:sp>
        <p:nvSpPr>
          <p:cNvPr id="309" name="Oval 308"/>
          <p:cNvSpPr/>
          <p:nvPr/>
        </p:nvSpPr>
        <p:spPr>
          <a:xfrm>
            <a:off x="3295014" y="395414"/>
            <a:ext cx="400526" cy="399967"/>
          </a:xfrm>
          <a:prstGeom prst="ellips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000">
              <a:latin typeface="Graphik" panose="020B0503030202060203" pitchFamily="34" charset="0"/>
            </a:endParaRPr>
          </a:p>
        </p:txBody>
      </p:sp>
      <p:sp>
        <p:nvSpPr>
          <p:cNvPr id="323" name="Rectangle 322"/>
          <p:cNvSpPr/>
          <p:nvPr/>
        </p:nvSpPr>
        <p:spPr>
          <a:xfrm>
            <a:off x="3381522" y="3239302"/>
            <a:ext cx="182880" cy="181069"/>
          </a:xfrm>
          <a:prstGeom prst="rect">
            <a:avLst/>
          </a:prstGeom>
          <a:solidFill>
            <a:schemeClr val="accent2"/>
          </a:solidFill>
          <a:ln>
            <a:solidFill>
              <a:srgbClr val="6D047E"/>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00" b="1">
                <a:latin typeface="Graphik" panose="020B0503030202060203" pitchFamily="34" charset="0"/>
                <a:cs typeface="Arial" panose="020B0604020202020204" pitchFamily="34" charset="0"/>
              </a:rPr>
              <a:t>1</a:t>
            </a:r>
          </a:p>
        </p:txBody>
      </p:sp>
      <p:sp>
        <p:nvSpPr>
          <p:cNvPr id="324" name="Rectangle 323"/>
          <p:cNvSpPr/>
          <p:nvPr/>
        </p:nvSpPr>
        <p:spPr>
          <a:xfrm>
            <a:off x="3381522" y="3480802"/>
            <a:ext cx="182880" cy="181069"/>
          </a:xfrm>
          <a:prstGeom prst="rect">
            <a:avLst/>
          </a:prstGeom>
          <a:solidFill>
            <a:schemeClr val="accent2"/>
          </a:solidFill>
          <a:ln>
            <a:solidFill>
              <a:srgbClr val="6D047E"/>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00" b="1">
                <a:latin typeface="Graphik" panose="020B0503030202060203" pitchFamily="34" charset="0"/>
                <a:cs typeface="Arial" panose="020B0604020202020204" pitchFamily="34" charset="0"/>
              </a:rPr>
              <a:t>2</a:t>
            </a:r>
          </a:p>
        </p:txBody>
      </p:sp>
      <p:sp>
        <p:nvSpPr>
          <p:cNvPr id="325" name="Rectangle 324"/>
          <p:cNvSpPr/>
          <p:nvPr/>
        </p:nvSpPr>
        <p:spPr>
          <a:xfrm>
            <a:off x="3381522" y="3722302"/>
            <a:ext cx="182880" cy="181069"/>
          </a:xfrm>
          <a:prstGeom prst="rect">
            <a:avLst/>
          </a:prstGeom>
          <a:solidFill>
            <a:schemeClr val="accent2"/>
          </a:solidFill>
          <a:ln>
            <a:solidFill>
              <a:srgbClr val="6D047E"/>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00" b="1">
                <a:latin typeface="Graphik" panose="020B0503030202060203" pitchFamily="34" charset="0"/>
                <a:cs typeface="Arial" panose="020B0604020202020204" pitchFamily="34" charset="0"/>
              </a:rPr>
              <a:t>3</a:t>
            </a:r>
          </a:p>
        </p:txBody>
      </p:sp>
      <p:sp>
        <p:nvSpPr>
          <p:cNvPr id="326" name="Rectangle 325"/>
          <p:cNvSpPr/>
          <p:nvPr/>
        </p:nvSpPr>
        <p:spPr>
          <a:xfrm>
            <a:off x="3381522" y="3963802"/>
            <a:ext cx="182880" cy="181069"/>
          </a:xfrm>
          <a:prstGeom prst="rect">
            <a:avLst/>
          </a:prstGeom>
          <a:solidFill>
            <a:schemeClr val="accent2"/>
          </a:solidFill>
          <a:ln>
            <a:solidFill>
              <a:srgbClr val="6D047E"/>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00" b="1">
                <a:latin typeface="Graphik" panose="020B0503030202060203" pitchFamily="34" charset="0"/>
                <a:cs typeface="Arial" panose="020B0604020202020204" pitchFamily="34" charset="0"/>
              </a:rPr>
              <a:t>4</a:t>
            </a:r>
          </a:p>
        </p:txBody>
      </p:sp>
      <p:sp>
        <p:nvSpPr>
          <p:cNvPr id="327" name="Rectangle 326"/>
          <p:cNvSpPr/>
          <p:nvPr/>
        </p:nvSpPr>
        <p:spPr>
          <a:xfrm>
            <a:off x="3381522" y="4205302"/>
            <a:ext cx="182880" cy="181069"/>
          </a:xfrm>
          <a:prstGeom prst="rect">
            <a:avLst/>
          </a:prstGeom>
          <a:solidFill>
            <a:schemeClr val="accent2"/>
          </a:solidFill>
          <a:ln>
            <a:solidFill>
              <a:srgbClr val="6D047E"/>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000" b="1">
                <a:latin typeface="Graphik" panose="020B0503030202060203" pitchFamily="34" charset="0"/>
                <a:cs typeface="Arial" panose="020B0604020202020204" pitchFamily="34" charset="0"/>
              </a:rPr>
              <a:t>5</a:t>
            </a:r>
          </a:p>
        </p:txBody>
      </p:sp>
      <p:grpSp>
        <p:nvGrpSpPr>
          <p:cNvPr id="310" name="Group 309"/>
          <p:cNvGrpSpPr/>
          <p:nvPr userDrawn="1"/>
        </p:nvGrpSpPr>
        <p:grpSpPr>
          <a:xfrm>
            <a:off x="6837215" y="389210"/>
            <a:ext cx="1769485" cy="399967"/>
            <a:chOff x="6803015" y="171146"/>
            <a:chExt cx="1769485" cy="399967"/>
          </a:xfrm>
        </p:grpSpPr>
        <p:sp>
          <p:nvSpPr>
            <p:cNvPr id="311" name="Rectangle: Rounded Corners 118"/>
            <p:cNvSpPr/>
            <p:nvPr/>
          </p:nvSpPr>
          <p:spPr>
            <a:xfrm>
              <a:off x="6865379" y="171146"/>
              <a:ext cx="1707121" cy="399967"/>
            </a:xfrm>
            <a:prstGeom prst="roundRect">
              <a:avLst>
                <a:gd name="adj" fmla="val 50000"/>
              </a:avLst>
            </a:prstGeom>
            <a:solidFill>
              <a:srgbClr val="6D047E">
                <a:alpha val="1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0" tIns="36000" rIns="36000" bIns="36000" rtlCol="0" anchor="ctr"/>
            <a:lstStyle/>
            <a:p>
              <a:pPr algn="l"/>
              <a:r>
                <a:rPr lang="en-AU" sz="1000" b="1">
                  <a:solidFill>
                    <a:schemeClr val="accent2"/>
                  </a:solidFill>
                  <a:latin typeface="Graphik" panose="020B0503030202060203" pitchFamily="34" charset="0"/>
                  <a:cs typeface="Arial" panose="020B0604020202020204" pitchFamily="34" charset="0"/>
                </a:rPr>
                <a:t>Relevant Experience</a:t>
              </a:r>
            </a:p>
          </p:txBody>
        </p:sp>
        <p:sp>
          <p:nvSpPr>
            <p:cNvPr id="312" name="Oval 311"/>
            <p:cNvSpPr/>
            <p:nvPr/>
          </p:nvSpPr>
          <p:spPr>
            <a:xfrm>
              <a:off x="6803015" y="171146"/>
              <a:ext cx="400526" cy="399967"/>
            </a:xfrm>
            <a:prstGeom prst="ellips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0" tIns="36000" rIns="36000" bIns="36000" rtlCol="0" anchor="ctr"/>
            <a:lstStyle/>
            <a:p>
              <a:pPr algn="l"/>
              <a:endParaRPr lang="en-AU">
                <a:latin typeface="Graphik" panose="020B0503030202060203" pitchFamily="34" charset="0"/>
              </a:endParaRPr>
            </a:p>
          </p:txBody>
        </p:sp>
      </p:grpSp>
      <p:grpSp>
        <p:nvGrpSpPr>
          <p:cNvPr id="29" name="Group 28"/>
          <p:cNvGrpSpPr/>
          <p:nvPr userDrawn="1"/>
        </p:nvGrpSpPr>
        <p:grpSpPr>
          <a:xfrm>
            <a:off x="3289595" y="4523806"/>
            <a:ext cx="1628534" cy="396007"/>
            <a:chOff x="2898458" y="4373086"/>
            <a:chExt cx="1628534" cy="399967"/>
          </a:xfrm>
        </p:grpSpPr>
        <p:sp>
          <p:nvSpPr>
            <p:cNvPr id="314" name="Rectangle: Rounded Corners 88"/>
            <p:cNvSpPr/>
            <p:nvPr/>
          </p:nvSpPr>
          <p:spPr>
            <a:xfrm>
              <a:off x="2960129" y="4373086"/>
              <a:ext cx="1566863" cy="399967"/>
            </a:xfrm>
            <a:prstGeom prst="roundRect">
              <a:avLst>
                <a:gd name="adj" fmla="val 50000"/>
              </a:avLst>
            </a:prstGeom>
            <a:solidFill>
              <a:srgbClr val="6D047E">
                <a:alpha val="10000"/>
              </a:srgb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288000" tIns="0" rIns="0" bIns="0" rtlCol="0" anchor="ctr"/>
            <a:lstStyle/>
            <a:p>
              <a:pPr algn="ctr"/>
              <a:r>
                <a:rPr lang="en-AU" sz="1000" b="1">
                  <a:solidFill>
                    <a:schemeClr val="accent2"/>
                  </a:solidFill>
                  <a:latin typeface="Graphik" panose="020B0503030202060203" pitchFamily="34" charset="0"/>
                  <a:cs typeface="Arial" panose="020B0604020202020204" pitchFamily="34" charset="0"/>
                </a:rPr>
                <a:t>Travel History</a:t>
              </a:r>
            </a:p>
          </p:txBody>
        </p:sp>
        <p:sp>
          <p:nvSpPr>
            <p:cNvPr id="315" name="Oval 314"/>
            <p:cNvSpPr/>
            <p:nvPr/>
          </p:nvSpPr>
          <p:spPr>
            <a:xfrm>
              <a:off x="2898458" y="4373086"/>
              <a:ext cx="400526" cy="399967"/>
            </a:xfrm>
            <a:prstGeom prst="ellips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latin typeface="Graphik" panose="020B0503030202060203" pitchFamily="34" charset="0"/>
              </a:endParaRPr>
            </a:p>
          </p:txBody>
        </p:sp>
      </p:grpSp>
      <p:pic>
        <p:nvPicPr>
          <p:cNvPr id="345" name="Picture 29"/>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3316351" y="2751323"/>
            <a:ext cx="362139" cy="362139"/>
          </a:xfrm>
          <a:prstGeom prst="rect">
            <a:avLst/>
          </a:prstGeom>
          <a:noFill/>
          <a:ln>
            <a:noFill/>
          </a:ln>
          <a:effectLst/>
        </p:spPr>
      </p:pic>
      <p:sp>
        <p:nvSpPr>
          <p:cNvPr id="10" name="Picture Placeholder 9"/>
          <p:cNvSpPr>
            <a:spLocks noGrp="1"/>
          </p:cNvSpPr>
          <p:nvPr userDrawn="1">
            <p:ph type="pic" sz="quarter" idx="16" hasCustomPrompt="1"/>
          </p:nvPr>
        </p:nvSpPr>
        <p:spPr>
          <a:xfrm>
            <a:off x="769785" y="289364"/>
            <a:ext cx="1482620" cy="1490689"/>
          </a:xfrm>
          <a:prstGeom prst="ellipse">
            <a:avLst/>
          </a:prstGeom>
          <a:solidFill>
            <a:schemeClr val="bg1"/>
          </a:solidFill>
        </p:spPr>
        <p:txBody>
          <a:bodyPr>
            <a:normAutofit/>
          </a:bodyPr>
          <a:lstStyle>
            <a:lvl1pPr marL="0" indent="0">
              <a:buNone/>
              <a:defRPr sz="1400" baseline="0">
                <a:latin typeface="Graphik" panose="020B0503030202060203" pitchFamily="34" charset="0"/>
                <a:cs typeface="Arial" panose="020B0604020202020204" pitchFamily="34" charset="0"/>
              </a:defRPr>
            </a:lvl1pPr>
          </a:lstStyle>
          <a:p>
            <a:r>
              <a:rPr lang="en-US"/>
              <a:t>Click on the icon to insert picture</a:t>
            </a:r>
          </a:p>
        </p:txBody>
      </p:sp>
      <p:sp>
        <p:nvSpPr>
          <p:cNvPr id="28" name="Text Placeholder 27"/>
          <p:cNvSpPr>
            <a:spLocks noGrp="1"/>
          </p:cNvSpPr>
          <p:nvPr userDrawn="1">
            <p:ph type="body" sz="quarter" idx="27" hasCustomPrompt="1"/>
          </p:nvPr>
        </p:nvSpPr>
        <p:spPr>
          <a:xfrm>
            <a:off x="9612362" y="406588"/>
            <a:ext cx="663643" cy="117725"/>
          </a:xfrm>
        </p:spPr>
        <p:txBody>
          <a:bodyPr wrap="none" lIns="0" tIns="0" rIns="0" bIns="0">
            <a:spAutoFit/>
          </a:bodyPr>
          <a:lstStyle>
            <a:lvl1pPr marL="0" indent="0">
              <a:buNone/>
              <a:defRPr sz="900" b="1" cap="all" baseline="0">
                <a:latin typeface="Graphik" panose="020B0503030202060203" pitchFamily="34" charset="0"/>
                <a:cs typeface="Arial" panose="020B0604020202020204" pitchFamily="34" charset="0"/>
              </a:defRPr>
            </a:lvl1pPr>
          </a:lstStyle>
          <a:p>
            <a:pPr lvl="0"/>
            <a:r>
              <a:rPr lang="en-US"/>
              <a:t>MMM YYYY</a:t>
            </a:r>
          </a:p>
        </p:txBody>
      </p:sp>
      <p:sp>
        <p:nvSpPr>
          <p:cNvPr id="32" name="Text Placeholder 31"/>
          <p:cNvSpPr>
            <a:spLocks noGrp="1"/>
          </p:cNvSpPr>
          <p:nvPr userDrawn="1">
            <p:ph type="body" sz="quarter" idx="29" hasCustomPrompt="1"/>
          </p:nvPr>
        </p:nvSpPr>
        <p:spPr>
          <a:xfrm>
            <a:off x="9612362" y="602649"/>
            <a:ext cx="2205037" cy="1039947"/>
          </a:xfrm>
          <a:prstGeom prst="roundRect">
            <a:avLst/>
          </a:prstGeom>
          <a:solidFill>
            <a:schemeClr val="bg1">
              <a:lumMod val="85000"/>
              <a:alpha val="86000"/>
            </a:schemeClr>
          </a:solidFill>
        </p:spPr>
        <p:txBody>
          <a:bodyPr wrap="square" lIns="36000" tIns="36000" rIns="36000" bIns="36000">
            <a:noAutofit/>
          </a:bodyPr>
          <a:lstStyle>
            <a:lvl1pPr marL="0" indent="0">
              <a:lnSpc>
                <a:spcPct val="100000"/>
              </a:lnSpc>
              <a:buNone/>
              <a:defRPr sz="900">
                <a:solidFill>
                  <a:schemeClr val="tx1"/>
                </a:solidFill>
                <a:latin typeface="Graphik" panose="020B0503030202060203" pitchFamily="34" charset="0"/>
                <a:cs typeface="Arial" panose="020B0604020202020204" pitchFamily="34" charset="0"/>
              </a:defRPr>
            </a:lvl1pPr>
          </a:lstStyle>
          <a:p>
            <a:pPr lvl="0"/>
            <a:r>
              <a:rPr lang="en-US"/>
              <a:t>Insert key career milestone</a:t>
            </a:r>
          </a:p>
        </p:txBody>
      </p:sp>
      <p:pic>
        <p:nvPicPr>
          <p:cNvPr id="77" name="Picture 39"/>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3341131" y="4558683"/>
            <a:ext cx="306366" cy="306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8" name="Picture 99"/>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3357626" y="447064"/>
            <a:ext cx="275302" cy="272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 name="Picture 49"/>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6892922" y="435126"/>
            <a:ext cx="293572" cy="296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3" name="Rectangle: Rounded Corners 25">
            <a:extLst>
              <a:ext uri="{FF2B5EF4-FFF2-40B4-BE49-F238E27FC236}">
                <a16:creationId xmlns:a16="http://schemas.microsoft.com/office/drawing/2014/main" id="{37D06A78-1B61-4AC6-A4F2-48AA819FD226}"/>
              </a:ext>
            </a:extLst>
          </p:cNvPr>
          <p:cNvSpPr/>
          <p:nvPr userDrawn="1"/>
        </p:nvSpPr>
        <p:spPr>
          <a:xfrm>
            <a:off x="756372" y="5074604"/>
            <a:ext cx="1566864" cy="399967"/>
          </a:xfrm>
          <a:prstGeom prst="roundRect">
            <a:avLst>
              <a:gd name="adj" fmla="val 50000"/>
            </a:avLst>
          </a:prstGeom>
          <a:solidFill>
            <a:schemeClr val="bg1">
              <a:alpha val="27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0" rIns="0" bIns="0" rtlCol="0" anchor="ctr"/>
          <a:lstStyle/>
          <a:p>
            <a:pPr algn="ctr"/>
            <a:endParaRPr lang="en-AU" sz="1000" b="1">
              <a:solidFill>
                <a:schemeClr val="bg1"/>
              </a:solidFill>
              <a:latin typeface="Graphik" panose="020B0503030202060203" pitchFamily="34" charset="0"/>
              <a:cs typeface="Arial" panose="020B0604020202020204" pitchFamily="34" charset="0"/>
            </a:endParaRPr>
          </a:p>
        </p:txBody>
      </p:sp>
      <p:sp>
        <p:nvSpPr>
          <p:cNvPr id="74" name="Oval 73">
            <a:extLst>
              <a:ext uri="{FF2B5EF4-FFF2-40B4-BE49-F238E27FC236}">
                <a16:creationId xmlns:a16="http://schemas.microsoft.com/office/drawing/2014/main" id="{C334D826-7358-4EBE-9644-1D70A606A9A2}"/>
              </a:ext>
            </a:extLst>
          </p:cNvPr>
          <p:cNvSpPr/>
          <p:nvPr userDrawn="1"/>
        </p:nvSpPr>
        <p:spPr>
          <a:xfrm>
            <a:off x="694009" y="5074604"/>
            <a:ext cx="400526" cy="399967"/>
          </a:xfrm>
          <a:prstGeom prst="ellipse">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endParaRPr lang="en-AU">
              <a:latin typeface="Graphik" panose="020B0503030202060203" pitchFamily="34" charset="0"/>
            </a:endParaRPr>
          </a:p>
        </p:txBody>
      </p:sp>
      <p:sp>
        <p:nvSpPr>
          <p:cNvPr id="87" name="Text Placeholder 2">
            <a:extLst>
              <a:ext uri="{FF2B5EF4-FFF2-40B4-BE49-F238E27FC236}">
                <a16:creationId xmlns:a16="http://schemas.microsoft.com/office/drawing/2014/main" id="{267749FD-8FD0-4053-B14F-2F43480A2D44}"/>
              </a:ext>
            </a:extLst>
          </p:cNvPr>
          <p:cNvSpPr>
            <a:spLocks noGrp="1"/>
          </p:cNvSpPr>
          <p:nvPr userDrawn="1">
            <p:ph type="body" sz="quarter" idx="32" hasCustomPrompt="1"/>
          </p:nvPr>
        </p:nvSpPr>
        <p:spPr>
          <a:xfrm>
            <a:off x="1094788" y="5096849"/>
            <a:ext cx="1143000" cy="377721"/>
          </a:xfrm>
        </p:spPr>
        <p:txBody>
          <a:bodyPr wrap="square" anchor="ctr">
            <a:noAutofit/>
          </a:bodyPr>
          <a:lstStyle>
            <a:lvl1pPr marL="0" indent="0" algn="ctr">
              <a:buNone/>
              <a:defRPr sz="1000" b="1" baseline="0">
                <a:solidFill>
                  <a:schemeClr val="bg1"/>
                </a:solidFill>
                <a:latin typeface="Graphik" panose="020B0503030202060203" pitchFamily="34" charset="0"/>
                <a:cs typeface="Arial" panose="020B0604020202020204" pitchFamily="34" charset="0"/>
              </a:defRPr>
            </a:lvl1pPr>
          </a:lstStyle>
          <a:p>
            <a:pPr lvl="0"/>
            <a:r>
              <a:rPr lang="en-US"/>
              <a:t>Awards or Certifications</a:t>
            </a:r>
          </a:p>
        </p:txBody>
      </p:sp>
      <p:sp>
        <p:nvSpPr>
          <p:cNvPr id="90" name="Text Placeholder 17">
            <a:extLst>
              <a:ext uri="{FF2B5EF4-FFF2-40B4-BE49-F238E27FC236}">
                <a16:creationId xmlns:a16="http://schemas.microsoft.com/office/drawing/2014/main" id="{00F9DA53-08E6-4158-9441-FEF53629C1AC}"/>
              </a:ext>
            </a:extLst>
          </p:cNvPr>
          <p:cNvSpPr>
            <a:spLocks noGrp="1"/>
          </p:cNvSpPr>
          <p:nvPr userDrawn="1">
            <p:ph type="body" sz="quarter" idx="34" hasCustomPrompt="1"/>
          </p:nvPr>
        </p:nvSpPr>
        <p:spPr>
          <a:xfrm>
            <a:off x="552795" y="2451781"/>
            <a:ext cx="1916601" cy="130805"/>
          </a:xfrm>
          <a:ln>
            <a:noFill/>
          </a:ln>
        </p:spPr>
        <p:txBody>
          <a:bodyPr wrap="square" lIns="0" tIns="0" rIns="0" bIns="0">
            <a:noAutofit/>
          </a:bodyPr>
          <a:lstStyle>
            <a:lvl1pPr marL="0" indent="0" algn="ctr">
              <a:buFont typeface="Arial" panose="020B0604020202020204" pitchFamily="34" charset="0"/>
              <a:buNone/>
              <a:defRPr sz="900">
                <a:solidFill>
                  <a:schemeClr val="bg1"/>
                </a:solidFill>
                <a:latin typeface="Graphik" panose="020B0503030202060203" pitchFamily="34" charset="0"/>
                <a:cs typeface="Arial" panose="020B0604020202020204" pitchFamily="34" charset="0"/>
              </a:defRPr>
            </a:lvl1pPr>
          </a:lstStyle>
          <a:p>
            <a:pPr lvl="0"/>
            <a:r>
              <a:rPr lang="en-US"/>
              <a:t>Email</a:t>
            </a:r>
          </a:p>
        </p:txBody>
      </p:sp>
      <p:sp>
        <p:nvSpPr>
          <p:cNvPr id="91" name="Text Placeholder 17">
            <a:extLst>
              <a:ext uri="{FF2B5EF4-FFF2-40B4-BE49-F238E27FC236}">
                <a16:creationId xmlns:a16="http://schemas.microsoft.com/office/drawing/2014/main" id="{A70E95A5-82FA-445D-B282-B61B59370A25}"/>
              </a:ext>
            </a:extLst>
          </p:cNvPr>
          <p:cNvSpPr>
            <a:spLocks noGrp="1"/>
          </p:cNvSpPr>
          <p:nvPr userDrawn="1">
            <p:ph type="body" sz="quarter" idx="35" hasCustomPrompt="1"/>
          </p:nvPr>
        </p:nvSpPr>
        <p:spPr>
          <a:xfrm>
            <a:off x="552795" y="2822969"/>
            <a:ext cx="1916601" cy="130805"/>
          </a:xfrm>
          <a:ln>
            <a:noFill/>
          </a:ln>
        </p:spPr>
        <p:txBody>
          <a:bodyPr wrap="square" lIns="0" tIns="0" rIns="0" bIns="0">
            <a:noAutofit/>
          </a:bodyPr>
          <a:lstStyle>
            <a:lvl1pPr marL="0" indent="0" algn="ctr">
              <a:buFont typeface="Arial" panose="020B0604020202020204" pitchFamily="34" charset="0"/>
              <a:buNone/>
              <a:defRPr sz="900">
                <a:solidFill>
                  <a:schemeClr val="bg1"/>
                </a:solidFill>
                <a:latin typeface="Graphik" panose="020B0503030202060203" pitchFamily="34" charset="0"/>
                <a:cs typeface="Arial" panose="020B0604020202020204" pitchFamily="34" charset="0"/>
              </a:defRPr>
            </a:lvl1pPr>
          </a:lstStyle>
          <a:p>
            <a:pPr lvl="0"/>
            <a:r>
              <a:rPr lang="en-US"/>
              <a:t>Mobile</a:t>
            </a:r>
          </a:p>
        </p:txBody>
      </p:sp>
      <p:sp>
        <p:nvSpPr>
          <p:cNvPr id="112" name="Text Placeholder 15">
            <a:extLst>
              <a:ext uri="{FF2B5EF4-FFF2-40B4-BE49-F238E27FC236}">
                <a16:creationId xmlns:a16="http://schemas.microsoft.com/office/drawing/2014/main" id="{29B5B7E9-D043-48EE-8982-40EE8E5A2622}"/>
              </a:ext>
            </a:extLst>
          </p:cNvPr>
          <p:cNvSpPr>
            <a:spLocks noGrp="1"/>
          </p:cNvSpPr>
          <p:nvPr userDrawn="1">
            <p:ph type="body" sz="quarter" idx="54" hasCustomPrompt="1"/>
          </p:nvPr>
        </p:nvSpPr>
        <p:spPr>
          <a:xfrm>
            <a:off x="695664" y="5589240"/>
            <a:ext cx="2001815" cy="450671"/>
          </a:xfrm>
        </p:spPr>
        <p:txBody>
          <a:bodyPr wrap="square" lIns="0" tIns="0" rIns="0" bIns="0">
            <a:noAutofit/>
          </a:bodyPr>
          <a:lstStyle>
            <a:lvl1pPr marL="108000" indent="-108000">
              <a:lnSpc>
                <a:spcPct val="100000"/>
              </a:lnSpc>
              <a:spcBef>
                <a:spcPts val="100"/>
              </a:spcBef>
              <a:spcAft>
                <a:spcPts val="100"/>
              </a:spcAft>
              <a:buClrTx/>
              <a:buFont typeface="Arial" panose="020B0604020202020204" pitchFamily="34" charset="0"/>
              <a:buChar char="•"/>
              <a:defRPr sz="1000" baseline="0">
                <a:solidFill>
                  <a:schemeClr val="bg1"/>
                </a:solidFill>
                <a:latin typeface="Graphik" panose="020B0503030202060203" pitchFamily="34" charset="0"/>
                <a:cs typeface="Arial" panose="020B0604020202020204" pitchFamily="34" charset="0"/>
              </a:defRPr>
            </a:lvl1pPr>
          </a:lstStyle>
          <a:p>
            <a:pPr lvl="0"/>
            <a:r>
              <a:rPr lang="en-US" dirty="0"/>
              <a:t>Outline the noteworthy and relevant awards or recognition that you have received in </a:t>
            </a:r>
            <a:br>
              <a:rPr lang="en-US" dirty="0"/>
            </a:br>
            <a:r>
              <a:rPr lang="en-US" dirty="0"/>
              <a:t>the past.</a:t>
            </a:r>
          </a:p>
        </p:txBody>
      </p:sp>
      <p:sp>
        <p:nvSpPr>
          <p:cNvPr id="11" name="Text Placeholder 10">
            <a:extLst>
              <a:ext uri="{FF2B5EF4-FFF2-40B4-BE49-F238E27FC236}">
                <a16:creationId xmlns:a16="http://schemas.microsoft.com/office/drawing/2014/main" id="{7C65282D-ED04-4430-99CD-DE281B1DE852}"/>
              </a:ext>
            </a:extLst>
          </p:cNvPr>
          <p:cNvSpPr>
            <a:spLocks noGrp="1"/>
          </p:cNvSpPr>
          <p:nvPr userDrawn="1">
            <p:ph type="body" sz="quarter" idx="56"/>
          </p:nvPr>
        </p:nvSpPr>
        <p:spPr>
          <a:xfrm>
            <a:off x="3649611" y="953483"/>
            <a:ext cx="1652697" cy="138499"/>
          </a:xfrm>
        </p:spPr>
        <p:txBody>
          <a:bodyPr wrap="square" lIns="0" tIns="0" rIns="0" bIns="0">
            <a:noAutofit/>
          </a:bodyPr>
          <a:lstStyle>
            <a:lvl1pPr marL="0">
              <a:lnSpc>
                <a:spcPct val="100000"/>
              </a:lnSpc>
              <a:spcAft>
                <a:spcPts val="0"/>
              </a:spcAft>
              <a:defRPr sz="900" b="1" cap="all" baseline="0">
                <a:solidFill>
                  <a:schemeClr val="accent2"/>
                </a:solidFill>
                <a:latin typeface="Graphik" panose="020B0503030202060203" pitchFamily="34" charset="0"/>
              </a:defRPr>
            </a:lvl1pPr>
          </a:lstStyle>
          <a:p>
            <a:pPr lvl="0"/>
            <a:r>
              <a:rPr lang="en-US"/>
              <a:t>Click to edit</a:t>
            </a:r>
          </a:p>
        </p:txBody>
      </p:sp>
      <p:sp>
        <p:nvSpPr>
          <p:cNvPr id="114" name="Text Placeholder 10">
            <a:extLst>
              <a:ext uri="{FF2B5EF4-FFF2-40B4-BE49-F238E27FC236}">
                <a16:creationId xmlns:a16="http://schemas.microsoft.com/office/drawing/2014/main" id="{DBF778C5-F81C-4BB7-B50C-A42FFE5847AD}"/>
              </a:ext>
            </a:extLst>
          </p:cNvPr>
          <p:cNvSpPr>
            <a:spLocks noGrp="1"/>
          </p:cNvSpPr>
          <p:nvPr userDrawn="1">
            <p:ph type="body" sz="quarter" idx="57"/>
          </p:nvPr>
        </p:nvSpPr>
        <p:spPr>
          <a:xfrm>
            <a:off x="3649611" y="1246913"/>
            <a:ext cx="1652697" cy="138499"/>
          </a:xfrm>
        </p:spPr>
        <p:txBody>
          <a:bodyPr wrap="square" lIns="0" tIns="0" rIns="0" bIns="0">
            <a:noAutofit/>
          </a:bodyPr>
          <a:lstStyle>
            <a:lvl1pPr marL="0">
              <a:lnSpc>
                <a:spcPct val="100000"/>
              </a:lnSpc>
              <a:spcAft>
                <a:spcPts val="0"/>
              </a:spcAft>
              <a:defRPr sz="900" b="1" cap="all" baseline="0">
                <a:solidFill>
                  <a:schemeClr val="accent2"/>
                </a:solidFill>
                <a:latin typeface="Graphik" panose="020B0503030202060203" pitchFamily="34" charset="0"/>
              </a:defRPr>
            </a:lvl1pPr>
          </a:lstStyle>
          <a:p>
            <a:pPr lvl="0"/>
            <a:r>
              <a:rPr lang="en-US"/>
              <a:t>Click to edit</a:t>
            </a:r>
          </a:p>
        </p:txBody>
      </p:sp>
      <p:sp>
        <p:nvSpPr>
          <p:cNvPr id="115" name="Text Placeholder 10">
            <a:extLst>
              <a:ext uri="{FF2B5EF4-FFF2-40B4-BE49-F238E27FC236}">
                <a16:creationId xmlns:a16="http://schemas.microsoft.com/office/drawing/2014/main" id="{316A9E3F-56A8-4039-9E93-4E3469164745}"/>
              </a:ext>
            </a:extLst>
          </p:cNvPr>
          <p:cNvSpPr>
            <a:spLocks noGrp="1"/>
          </p:cNvSpPr>
          <p:nvPr userDrawn="1">
            <p:ph type="body" sz="quarter" idx="58" hasCustomPrompt="1"/>
          </p:nvPr>
        </p:nvSpPr>
        <p:spPr>
          <a:xfrm>
            <a:off x="3649611" y="1540343"/>
            <a:ext cx="1652697" cy="276999"/>
          </a:xfrm>
        </p:spPr>
        <p:txBody>
          <a:bodyPr wrap="square" lIns="0" tIns="0" rIns="0" bIns="0">
            <a:spAutoFit/>
          </a:bodyPr>
          <a:lstStyle>
            <a:lvl1pPr marL="0" marR="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sz="900" b="1" cap="all" baseline="0">
                <a:latin typeface="Graphik" panose="020B0503030202060203" pitchFamily="34" charset="0"/>
              </a:defRPr>
            </a:lvl1pPr>
          </a:lstStyle>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Click to</a:t>
            </a:r>
            <a:br>
              <a:rPr lang="en-US"/>
            </a:br>
            <a:r>
              <a:rPr lang="en-US"/>
              <a:t>Click to</a:t>
            </a:r>
          </a:p>
        </p:txBody>
      </p:sp>
      <p:sp>
        <p:nvSpPr>
          <p:cNvPr id="116" name="Text Placeholder 10">
            <a:extLst>
              <a:ext uri="{FF2B5EF4-FFF2-40B4-BE49-F238E27FC236}">
                <a16:creationId xmlns:a16="http://schemas.microsoft.com/office/drawing/2014/main" id="{4F3A9F91-BB9E-4213-B44A-03D56864D8C4}"/>
              </a:ext>
            </a:extLst>
          </p:cNvPr>
          <p:cNvSpPr>
            <a:spLocks noGrp="1"/>
          </p:cNvSpPr>
          <p:nvPr userDrawn="1">
            <p:ph type="body" sz="quarter" idx="59"/>
          </p:nvPr>
        </p:nvSpPr>
        <p:spPr>
          <a:xfrm>
            <a:off x="3649611" y="1972273"/>
            <a:ext cx="1652697" cy="138499"/>
          </a:xfrm>
        </p:spPr>
        <p:txBody>
          <a:bodyPr wrap="square" lIns="0" tIns="0" rIns="0" bIns="0">
            <a:noAutofit/>
          </a:bodyPr>
          <a:lstStyle>
            <a:lvl1pPr marL="0">
              <a:lnSpc>
                <a:spcPct val="100000"/>
              </a:lnSpc>
              <a:spcAft>
                <a:spcPts val="0"/>
              </a:spcAft>
              <a:defRPr sz="900" b="1" cap="all" baseline="0">
                <a:latin typeface="Graphik" panose="020B0503030202060203" pitchFamily="34" charset="0"/>
              </a:defRPr>
            </a:lvl1pPr>
          </a:lstStyle>
          <a:p>
            <a:pPr lvl="0"/>
            <a:r>
              <a:rPr lang="en-US"/>
              <a:t>Click to</a:t>
            </a:r>
          </a:p>
        </p:txBody>
      </p:sp>
      <p:sp>
        <p:nvSpPr>
          <p:cNvPr id="117" name="Text Placeholder 10">
            <a:extLst>
              <a:ext uri="{FF2B5EF4-FFF2-40B4-BE49-F238E27FC236}">
                <a16:creationId xmlns:a16="http://schemas.microsoft.com/office/drawing/2014/main" id="{9C374C62-8FFB-42AB-9AD6-F260963E23AA}"/>
              </a:ext>
            </a:extLst>
          </p:cNvPr>
          <p:cNvSpPr>
            <a:spLocks noGrp="1"/>
          </p:cNvSpPr>
          <p:nvPr userDrawn="1">
            <p:ph type="body" sz="quarter" idx="60" hasCustomPrompt="1"/>
          </p:nvPr>
        </p:nvSpPr>
        <p:spPr>
          <a:xfrm>
            <a:off x="3649611" y="2265703"/>
            <a:ext cx="1652697" cy="276999"/>
          </a:xfrm>
        </p:spPr>
        <p:txBody>
          <a:bodyPr wrap="square" lIns="0" tIns="0" rIns="0" bIns="0">
            <a:spAutoFit/>
          </a:bodyPr>
          <a:lstStyle>
            <a:lvl1pPr marL="0" marR="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sz="900" b="1" cap="all" baseline="0">
                <a:latin typeface="Graphik" panose="020B0503030202060203" pitchFamily="34" charset="0"/>
              </a:defRPr>
            </a:lvl1pPr>
          </a:lstStyle>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Click to</a:t>
            </a:r>
            <a:br>
              <a:rPr lang="en-US"/>
            </a:br>
            <a:r>
              <a:rPr lang="en-US"/>
              <a:t>Click to</a:t>
            </a:r>
          </a:p>
        </p:txBody>
      </p:sp>
      <p:sp>
        <p:nvSpPr>
          <p:cNvPr id="118" name="Text Placeholder 10">
            <a:extLst>
              <a:ext uri="{FF2B5EF4-FFF2-40B4-BE49-F238E27FC236}">
                <a16:creationId xmlns:a16="http://schemas.microsoft.com/office/drawing/2014/main" id="{9525CEDE-0530-4514-961A-D761E387505C}"/>
              </a:ext>
            </a:extLst>
          </p:cNvPr>
          <p:cNvSpPr>
            <a:spLocks noGrp="1"/>
          </p:cNvSpPr>
          <p:nvPr userDrawn="1">
            <p:ph type="body" sz="quarter" idx="61"/>
          </p:nvPr>
        </p:nvSpPr>
        <p:spPr>
          <a:xfrm>
            <a:off x="3649611" y="3258528"/>
            <a:ext cx="1064394" cy="138499"/>
          </a:xfrm>
        </p:spPr>
        <p:txBody>
          <a:bodyPr wrap="square" lIns="0" tIns="0" rIns="0" bIns="0">
            <a:noAutofit/>
          </a:bodyPr>
          <a:lstStyle>
            <a:lvl1pPr marL="0">
              <a:lnSpc>
                <a:spcPct val="100000"/>
              </a:lnSpc>
              <a:spcAft>
                <a:spcPts val="0"/>
              </a:spcAft>
              <a:defRPr sz="900" b="0" cap="all" baseline="0">
                <a:latin typeface="+mj-lt"/>
              </a:defRPr>
            </a:lvl1pPr>
          </a:lstStyle>
          <a:p>
            <a:pPr lvl="0"/>
            <a:r>
              <a:rPr lang="en-US"/>
              <a:t>Click to</a:t>
            </a:r>
          </a:p>
        </p:txBody>
      </p:sp>
      <p:sp>
        <p:nvSpPr>
          <p:cNvPr id="123" name="Text Placeholder 10">
            <a:extLst>
              <a:ext uri="{FF2B5EF4-FFF2-40B4-BE49-F238E27FC236}">
                <a16:creationId xmlns:a16="http://schemas.microsoft.com/office/drawing/2014/main" id="{BB15B862-7548-4506-AD26-29557ECDCB53}"/>
              </a:ext>
            </a:extLst>
          </p:cNvPr>
          <p:cNvSpPr>
            <a:spLocks noGrp="1"/>
          </p:cNvSpPr>
          <p:nvPr userDrawn="1">
            <p:ph type="body" sz="quarter" idx="66" hasCustomPrompt="1"/>
          </p:nvPr>
        </p:nvSpPr>
        <p:spPr>
          <a:xfrm>
            <a:off x="5049190" y="3258528"/>
            <a:ext cx="1628196" cy="1208363"/>
          </a:xfrm>
        </p:spPr>
        <p:txBody>
          <a:bodyPr wrap="square" lIns="0" tIns="0" rIns="0" bIns="0">
            <a:noAutofit/>
          </a:bodyPr>
          <a:lstStyle>
            <a:lvl1pPr marL="72000" indent="-72000">
              <a:lnSpc>
                <a:spcPct val="100000"/>
              </a:lnSpc>
              <a:spcBef>
                <a:spcPts val="100"/>
              </a:spcBef>
              <a:spcAft>
                <a:spcPts val="100"/>
              </a:spcAft>
              <a:buFont typeface="Arial" panose="020B0604020202020204" pitchFamily="34" charset="0"/>
              <a:buChar char="•"/>
              <a:defRPr sz="900" b="0">
                <a:latin typeface="Graphik" panose="020B0503030202060203" pitchFamily="34" charset="0"/>
              </a:defRPr>
            </a:lvl1pPr>
          </a:lstStyle>
          <a:p>
            <a:pPr lvl="0"/>
            <a:r>
              <a:rPr lang="en-US"/>
              <a:t>A short sentence on your interest that can be a conversation starter</a:t>
            </a:r>
          </a:p>
          <a:p>
            <a:pPr lvl="0"/>
            <a:r>
              <a:rPr lang="en-US" err="1"/>
              <a:t>Eg</a:t>
            </a:r>
            <a:r>
              <a:rPr lang="en-US"/>
              <a:t>: Cloud Computing</a:t>
            </a:r>
          </a:p>
        </p:txBody>
      </p:sp>
      <p:sp>
        <p:nvSpPr>
          <p:cNvPr id="124" name="Text Placeholder 10">
            <a:extLst>
              <a:ext uri="{FF2B5EF4-FFF2-40B4-BE49-F238E27FC236}">
                <a16:creationId xmlns:a16="http://schemas.microsoft.com/office/drawing/2014/main" id="{9CF4B8E2-45BE-46EE-ADFC-28B9303DB6A3}"/>
              </a:ext>
            </a:extLst>
          </p:cNvPr>
          <p:cNvSpPr>
            <a:spLocks noGrp="1"/>
          </p:cNvSpPr>
          <p:nvPr userDrawn="1">
            <p:ph type="body" sz="quarter" idx="67" hasCustomPrompt="1"/>
          </p:nvPr>
        </p:nvSpPr>
        <p:spPr>
          <a:xfrm>
            <a:off x="6837214" y="953483"/>
            <a:ext cx="2087788" cy="161583"/>
          </a:xfrm>
        </p:spPr>
        <p:txBody>
          <a:bodyPr wrap="square" lIns="0" tIns="0" rIns="0" bIns="0">
            <a:noAutofit/>
          </a:bodyPr>
          <a:lstStyle>
            <a:lvl1pPr marL="0">
              <a:lnSpc>
                <a:spcPct val="100000"/>
              </a:lnSpc>
              <a:spcAft>
                <a:spcPts val="0"/>
              </a:spcAft>
              <a:defRPr sz="1050" b="1">
                <a:solidFill>
                  <a:schemeClr val="accent2"/>
                </a:solidFill>
                <a:latin typeface="Graphik" panose="020B0503030202060203" pitchFamily="34" charset="0"/>
              </a:defRPr>
            </a:lvl1pPr>
          </a:lstStyle>
          <a:p>
            <a:pPr lvl="0"/>
            <a:r>
              <a:rPr lang="en-US"/>
              <a:t>Role, Project Name</a:t>
            </a:r>
          </a:p>
        </p:txBody>
      </p:sp>
      <p:sp>
        <p:nvSpPr>
          <p:cNvPr id="131" name="Text Placeholder 10">
            <a:extLst>
              <a:ext uri="{FF2B5EF4-FFF2-40B4-BE49-F238E27FC236}">
                <a16:creationId xmlns:a16="http://schemas.microsoft.com/office/drawing/2014/main" id="{EB4002E8-5781-40A4-A67F-92E4816AA884}"/>
              </a:ext>
            </a:extLst>
          </p:cNvPr>
          <p:cNvSpPr>
            <a:spLocks noGrp="1"/>
          </p:cNvSpPr>
          <p:nvPr userDrawn="1">
            <p:ph type="body" sz="quarter" idx="73"/>
          </p:nvPr>
        </p:nvSpPr>
        <p:spPr>
          <a:xfrm>
            <a:off x="552795" y="3088740"/>
            <a:ext cx="1916601" cy="1833211"/>
          </a:xfrm>
          <a:prstGeom prst="roundRect">
            <a:avLst>
              <a:gd name="adj" fmla="val 8354"/>
            </a:avLst>
          </a:prstGeom>
          <a:solidFill>
            <a:schemeClr val="bg2"/>
          </a:solidFill>
        </p:spPr>
        <p:txBody>
          <a:bodyPr wrap="square" lIns="36000" tIns="36000" rIns="36000" bIns="36000">
            <a:noAutofit/>
          </a:bodyPr>
          <a:lstStyle>
            <a:lvl1pPr marL="0">
              <a:lnSpc>
                <a:spcPct val="100000"/>
              </a:lnSpc>
              <a:spcAft>
                <a:spcPts val="0"/>
              </a:spcAft>
              <a:defRPr sz="1050" b="1">
                <a:solidFill>
                  <a:schemeClr val="bg1"/>
                </a:solidFill>
                <a:latin typeface="Graphik" panose="020B0503030202060203" pitchFamily="34" charset="0"/>
              </a:defRPr>
            </a:lvl1pPr>
          </a:lstStyle>
          <a:p>
            <a:pPr lvl="0"/>
            <a:r>
              <a:rPr lang="en-US"/>
              <a:t>Click to edit Master</a:t>
            </a:r>
          </a:p>
        </p:txBody>
      </p:sp>
      <p:sp>
        <p:nvSpPr>
          <p:cNvPr id="13" name="Text Placeholder 12">
            <a:extLst>
              <a:ext uri="{FF2B5EF4-FFF2-40B4-BE49-F238E27FC236}">
                <a16:creationId xmlns:a16="http://schemas.microsoft.com/office/drawing/2014/main" id="{68AC86FE-81DB-4E3D-9ADC-67C86208BDB9}"/>
              </a:ext>
            </a:extLst>
          </p:cNvPr>
          <p:cNvSpPr>
            <a:spLocks noGrp="1"/>
          </p:cNvSpPr>
          <p:nvPr userDrawn="1">
            <p:ph type="body" sz="quarter" idx="74"/>
          </p:nvPr>
        </p:nvSpPr>
        <p:spPr>
          <a:xfrm>
            <a:off x="3655411" y="3497983"/>
            <a:ext cx="1065213" cy="146706"/>
          </a:xfrm>
        </p:spPr>
        <p:txBody>
          <a:bodyPr wrap="square" lIns="0" tIns="0" rIns="0" bIns="0">
            <a:noAutofit/>
          </a:bodyPr>
          <a:lstStyle>
            <a:lvl1pPr marL="0">
              <a:lnSpc>
                <a:spcPct val="100000"/>
              </a:lnSpc>
              <a:spcAft>
                <a:spcPts val="0"/>
              </a:spcAft>
              <a:defRPr sz="900" cap="all" baseline="0">
                <a:latin typeface="+mj-lt"/>
              </a:defRPr>
            </a:lvl1pPr>
          </a:lstStyle>
          <a:p>
            <a:pPr lvl="0"/>
            <a:r>
              <a:rPr lang="en-US"/>
              <a:t>Click to</a:t>
            </a:r>
          </a:p>
        </p:txBody>
      </p:sp>
      <p:sp>
        <p:nvSpPr>
          <p:cNvPr id="136" name="Text Placeholder 12">
            <a:extLst>
              <a:ext uri="{FF2B5EF4-FFF2-40B4-BE49-F238E27FC236}">
                <a16:creationId xmlns:a16="http://schemas.microsoft.com/office/drawing/2014/main" id="{EBBE23DF-3A6A-4382-8CB9-655226573D67}"/>
              </a:ext>
            </a:extLst>
          </p:cNvPr>
          <p:cNvSpPr>
            <a:spLocks noGrp="1"/>
          </p:cNvSpPr>
          <p:nvPr>
            <p:ph type="body" sz="quarter" idx="75"/>
          </p:nvPr>
        </p:nvSpPr>
        <p:spPr>
          <a:xfrm>
            <a:off x="3655411" y="3736112"/>
            <a:ext cx="1065213" cy="146706"/>
          </a:xfrm>
        </p:spPr>
        <p:txBody>
          <a:bodyPr wrap="square" lIns="0" tIns="0" rIns="0" bIns="0">
            <a:noAutofit/>
          </a:bodyPr>
          <a:lstStyle>
            <a:lvl1pPr marL="0">
              <a:lnSpc>
                <a:spcPct val="100000"/>
              </a:lnSpc>
              <a:spcAft>
                <a:spcPts val="0"/>
              </a:spcAft>
              <a:defRPr sz="900" cap="all" baseline="0">
                <a:latin typeface="+mj-lt"/>
              </a:defRPr>
            </a:lvl1pPr>
          </a:lstStyle>
          <a:p>
            <a:pPr lvl="0"/>
            <a:r>
              <a:rPr lang="en-US"/>
              <a:t>Click to</a:t>
            </a:r>
          </a:p>
        </p:txBody>
      </p:sp>
      <p:sp>
        <p:nvSpPr>
          <p:cNvPr id="137" name="Text Placeholder 12">
            <a:extLst>
              <a:ext uri="{FF2B5EF4-FFF2-40B4-BE49-F238E27FC236}">
                <a16:creationId xmlns:a16="http://schemas.microsoft.com/office/drawing/2014/main" id="{10C37BAE-1E60-43DC-8320-50470327D7A3}"/>
              </a:ext>
            </a:extLst>
          </p:cNvPr>
          <p:cNvSpPr>
            <a:spLocks noGrp="1"/>
          </p:cNvSpPr>
          <p:nvPr>
            <p:ph type="body" sz="quarter" idx="76"/>
          </p:nvPr>
        </p:nvSpPr>
        <p:spPr>
          <a:xfrm>
            <a:off x="3655411" y="3983979"/>
            <a:ext cx="1065213" cy="146706"/>
          </a:xfrm>
        </p:spPr>
        <p:txBody>
          <a:bodyPr wrap="square" lIns="0" tIns="0" rIns="0" bIns="0">
            <a:noAutofit/>
          </a:bodyPr>
          <a:lstStyle>
            <a:lvl1pPr marL="0">
              <a:lnSpc>
                <a:spcPct val="100000"/>
              </a:lnSpc>
              <a:spcAft>
                <a:spcPts val="0"/>
              </a:spcAft>
              <a:defRPr sz="900" cap="all" baseline="0">
                <a:latin typeface="+mj-lt"/>
              </a:defRPr>
            </a:lvl1pPr>
          </a:lstStyle>
          <a:p>
            <a:pPr lvl="0"/>
            <a:r>
              <a:rPr lang="en-US"/>
              <a:t>Click to</a:t>
            </a:r>
          </a:p>
        </p:txBody>
      </p:sp>
      <p:sp>
        <p:nvSpPr>
          <p:cNvPr id="138" name="Text Placeholder 12">
            <a:extLst>
              <a:ext uri="{FF2B5EF4-FFF2-40B4-BE49-F238E27FC236}">
                <a16:creationId xmlns:a16="http://schemas.microsoft.com/office/drawing/2014/main" id="{9623BFEC-AF36-4932-8112-303E145EC131}"/>
              </a:ext>
            </a:extLst>
          </p:cNvPr>
          <p:cNvSpPr>
            <a:spLocks noGrp="1"/>
          </p:cNvSpPr>
          <p:nvPr>
            <p:ph type="body" sz="quarter" idx="77"/>
          </p:nvPr>
        </p:nvSpPr>
        <p:spPr>
          <a:xfrm>
            <a:off x="3655411" y="4223778"/>
            <a:ext cx="1065213" cy="146706"/>
          </a:xfrm>
        </p:spPr>
        <p:txBody>
          <a:bodyPr wrap="square" lIns="0" tIns="0" rIns="0" bIns="0">
            <a:noAutofit/>
          </a:bodyPr>
          <a:lstStyle>
            <a:lvl1pPr marL="0">
              <a:lnSpc>
                <a:spcPct val="100000"/>
              </a:lnSpc>
              <a:spcAft>
                <a:spcPts val="0"/>
              </a:spcAft>
              <a:defRPr sz="900" cap="all" baseline="0">
                <a:latin typeface="+mj-lt"/>
              </a:defRPr>
            </a:lvl1pPr>
          </a:lstStyle>
          <a:p>
            <a:pPr lvl="0"/>
            <a:r>
              <a:rPr lang="en-US"/>
              <a:t>Click to</a:t>
            </a:r>
          </a:p>
        </p:txBody>
      </p:sp>
      <p:sp>
        <p:nvSpPr>
          <p:cNvPr id="139" name="Text Placeholder 10">
            <a:extLst>
              <a:ext uri="{FF2B5EF4-FFF2-40B4-BE49-F238E27FC236}">
                <a16:creationId xmlns:a16="http://schemas.microsoft.com/office/drawing/2014/main" id="{3D4B755E-3F0D-4581-A709-5D29852B80D9}"/>
              </a:ext>
            </a:extLst>
          </p:cNvPr>
          <p:cNvSpPr>
            <a:spLocks noGrp="1"/>
          </p:cNvSpPr>
          <p:nvPr>
            <p:ph type="body" sz="quarter" idx="78" hasCustomPrompt="1"/>
          </p:nvPr>
        </p:nvSpPr>
        <p:spPr>
          <a:xfrm>
            <a:off x="6837214" y="1228789"/>
            <a:ext cx="2087788" cy="969496"/>
          </a:xfrm>
        </p:spPr>
        <p:txBody>
          <a:bodyPr wrap="square" lIns="0" tIns="0" rIns="0" bIns="0">
            <a:spAutoFit/>
          </a:bodyPr>
          <a:lstStyle>
            <a:lvl1pPr marL="0" indent="0">
              <a:lnSpc>
                <a:spcPct val="100000"/>
              </a:lnSpc>
              <a:spcBef>
                <a:spcPts val="100"/>
              </a:spcBef>
              <a:spcAft>
                <a:spcPts val="100"/>
              </a:spcAft>
              <a:buFont typeface="Arial" panose="020B0604020202020204" pitchFamily="34" charset="0"/>
              <a:buNone/>
              <a:defRPr sz="900" b="0" cap="none" baseline="0">
                <a:latin typeface="Graphik" panose="020B0503030202060203" pitchFamily="34" charset="0"/>
              </a:defRPr>
            </a:lvl1pPr>
          </a:lstStyle>
          <a:p>
            <a:pPr lvl="0"/>
            <a:r>
              <a:rPr lang="en-US"/>
              <a:t>Elaborate on the latest or most relevant work </a:t>
            </a:r>
            <a:br>
              <a:rPr lang="en-US"/>
            </a:br>
            <a:r>
              <a:rPr lang="en-US"/>
              <a:t>experience, it is important to remember that you should </a:t>
            </a:r>
            <a:r>
              <a:rPr lang="en-US" err="1"/>
              <a:t>customise</a:t>
            </a:r>
            <a:r>
              <a:rPr lang="en-US"/>
              <a:t> how you write your experience, depending on the role for which you are applying. </a:t>
            </a:r>
          </a:p>
        </p:txBody>
      </p:sp>
      <p:sp>
        <p:nvSpPr>
          <p:cNvPr id="142" name="Text Placeholder 10">
            <a:extLst>
              <a:ext uri="{FF2B5EF4-FFF2-40B4-BE49-F238E27FC236}">
                <a16:creationId xmlns:a16="http://schemas.microsoft.com/office/drawing/2014/main" id="{748CB7CD-C5BC-434B-8F3B-43EFF0345BD4}"/>
              </a:ext>
            </a:extLst>
          </p:cNvPr>
          <p:cNvSpPr>
            <a:spLocks noGrp="1"/>
          </p:cNvSpPr>
          <p:nvPr>
            <p:ph type="body" sz="quarter" idx="81" hasCustomPrompt="1"/>
          </p:nvPr>
        </p:nvSpPr>
        <p:spPr>
          <a:xfrm>
            <a:off x="552795" y="1880982"/>
            <a:ext cx="1916601" cy="286928"/>
          </a:xfrm>
          <a:ln>
            <a:noFill/>
          </a:ln>
        </p:spPr>
        <p:txBody>
          <a:bodyPr wrap="square" lIns="0" tIns="0" rIns="0" bIns="0">
            <a:noAutofit/>
          </a:bodyPr>
          <a:lstStyle>
            <a:lvl1pPr marL="0" marR="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sz="900" b="1" cap="all" baseline="0">
                <a:solidFill>
                  <a:schemeClr val="bg1"/>
                </a:solidFill>
                <a:latin typeface="Graphik" panose="020B0503030202060203" pitchFamily="34" charset="0"/>
              </a:defRPr>
            </a:lvl1p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Click to edit</a:t>
            </a:r>
            <a:br>
              <a:rPr lang="en-US"/>
            </a:br>
            <a:r>
              <a:rPr lang="en-US"/>
              <a:t>Click to edit</a:t>
            </a:r>
          </a:p>
        </p:txBody>
      </p:sp>
      <p:sp>
        <p:nvSpPr>
          <p:cNvPr id="145" name="Text Placeholder 10">
            <a:extLst>
              <a:ext uri="{FF2B5EF4-FFF2-40B4-BE49-F238E27FC236}">
                <a16:creationId xmlns:a16="http://schemas.microsoft.com/office/drawing/2014/main" id="{4011AA88-D0FD-43D4-8268-4735D7D11D55}"/>
              </a:ext>
            </a:extLst>
          </p:cNvPr>
          <p:cNvSpPr>
            <a:spLocks noGrp="1"/>
          </p:cNvSpPr>
          <p:nvPr>
            <p:ph type="body" sz="quarter" idx="82" hasCustomPrompt="1"/>
          </p:nvPr>
        </p:nvSpPr>
        <p:spPr>
          <a:xfrm>
            <a:off x="552795" y="2258493"/>
            <a:ext cx="1916601" cy="138499"/>
          </a:xfrm>
          <a:ln>
            <a:noFill/>
          </a:ln>
        </p:spPr>
        <p:txBody>
          <a:bodyPr wrap="square" lIns="0" tIns="0" rIns="0" bIns="0">
            <a:noAutofit/>
          </a:bodyPr>
          <a:lstStyle>
            <a:lvl1pPr marL="0" marR="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sz="900" b="0" cap="all" baseline="0">
                <a:solidFill>
                  <a:schemeClr val="bg1"/>
                </a:solidFill>
                <a:latin typeface="Graphik" panose="020B0503030202060203" pitchFamily="34" charset="0"/>
              </a:defRPr>
            </a:lvl1p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Role</a:t>
            </a:r>
          </a:p>
        </p:txBody>
      </p:sp>
      <p:sp>
        <p:nvSpPr>
          <p:cNvPr id="147" name="Text Placeholder 17">
            <a:extLst>
              <a:ext uri="{FF2B5EF4-FFF2-40B4-BE49-F238E27FC236}">
                <a16:creationId xmlns:a16="http://schemas.microsoft.com/office/drawing/2014/main" id="{620FE86E-9B88-4DD3-A9BB-C0D905106EF6}"/>
              </a:ext>
            </a:extLst>
          </p:cNvPr>
          <p:cNvSpPr>
            <a:spLocks noGrp="1"/>
          </p:cNvSpPr>
          <p:nvPr>
            <p:ph type="body" sz="quarter" idx="83" hasCustomPrompt="1"/>
          </p:nvPr>
        </p:nvSpPr>
        <p:spPr>
          <a:xfrm>
            <a:off x="552795" y="2637375"/>
            <a:ext cx="1916601" cy="130805"/>
          </a:xfrm>
          <a:ln>
            <a:noFill/>
          </a:ln>
        </p:spPr>
        <p:txBody>
          <a:bodyPr wrap="square" lIns="0" tIns="0" rIns="0" bIns="0">
            <a:noAutofit/>
          </a:bodyPr>
          <a:lstStyle>
            <a:lvl1pPr marL="0" indent="0" algn="ctr">
              <a:buFont typeface="Arial" panose="020B0604020202020204" pitchFamily="34" charset="0"/>
              <a:buNone/>
              <a:defRPr sz="900">
                <a:solidFill>
                  <a:schemeClr val="bg1"/>
                </a:solidFill>
                <a:latin typeface="Graphik" panose="020B0503030202060203" pitchFamily="34" charset="0"/>
                <a:cs typeface="Arial" panose="020B0604020202020204" pitchFamily="34" charset="0"/>
              </a:defRPr>
            </a:lvl1pPr>
          </a:lstStyle>
          <a:p>
            <a:pPr lvl="0"/>
            <a:r>
              <a:rPr lang="en-US"/>
              <a:t>name.surname@accenture.com</a:t>
            </a:r>
          </a:p>
        </p:txBody>
      </p:sp>
      <p:sp>
        <p:nvSpPr>
          <p:cNvPr id="148" name="Text Placeholder 10">
            <a:extLst>
              <a:ext uri="{FF2B5EF4-FFF2-40B4-BE49-F238E27FC236}">
                <a16:creationId xmlns:a16="http://schemas.microsoft.com/office/drawing/2014/main" id="{E5E8B845-F36E-426B-BECA-92B89F7A0380}"/>
              </a:ext>
            </a:extLst>
          </p:cNvPr>
          <p:cNvSpPr>
            <a:spLocks noGrp="1"/>
          </p:cNvSpPr>
          <p:nvPr>
            <p:ph type="body" sz="quarter" idx="84" hasCustomPrompt="1"/>
          </p:nvPr>
        </p:nvSpPr>
        <p:spPr>
          <a:xfrm>
            <a:off x="6837214" y="2362241"/>
            <a:ext cx="2087788" cy="553998"/>
          </a:xfrm>
        </p:spPr>
        <p:txBody>
          <a:bodyPr wrap="square" lIns="0" tIns="0" rIns="0" bIns="0">
            <a:spAutoFit/>
          </a:bodyPr>
          <a:lstStyle>
            <a:lvl1pPr marL="0" indent="0">
              <a:lnSpc>
                <a:spcPct val="100000"/>
              </a:lnSpc>
              <a:spcBef>
                <a:spcPts val="100"/>
              </a:spcBef>
              <a:spcAft>
                <a:spcPts val="100"/>
              </a:spcAft>
              <a:buFont typeface="Arial" panose="020B0604020202020204" pitchFamily="34" charset="0"/>
              <a:buNone/>
              <a:defRPr sz="900" b="0" cap="none" baseline="0">
                <a:latin typeface="Graphik" panose="020B0503030202060203" pitchFamily="34" charset="0"/>
              </a:defRPr>
            </a:lvl1pPr>
          </a:lstStyle>
          <a:p>
            <a:pPr lvl="0"/>
            <a:r>
              <a:rPr lang="en-US"/>
              <a:t>Include what you did differently, explain what benefit or impact your actions have on the project/ team/ company. </a:t>
            </a:r>
          </a:p>
        </p:txBody>
      </p:sp>
      <p:sp>
        <p:nvSpPr>
          <p:cNvPr id="149" name="Text Placeholder 10">
            <a:extLst>
              <a:ext uri="{FF2B5EF4-FFF2-40B4-BE49-F238E27FC236}">
                <a16:creationId xmlns:a16="http://schemas.microsoft.com/office/drawing/2014/main" id="{B9ACE727-016A-4009-B210-97637CF57137}"/>
              </a:ext>
            </a:extLst>
          </p:cNvPr>
          <p:cNvSpPr>
            <a:spLocks noGrp="1"/>
          </p:cNvSpPr>
          <p:nvPr>
            <p:ph type="body" sz="quarter" idx="85" hasCustomPrompt="1"/>
          </p:nvPr>
        </p:nvSpPr>
        <p:spPr>
          <a:xfrm>
            <a:off x="6837214" y="3050778"/>
            <a:ext cx="2087788" cy="692497"/>
          </a:xfrm>
        </p:spPr>
        <p:txBody>
          <a:bodyPr wrap="square" lIns="0" tIns="0" rIns="0" bIns="0">
            <a:spAutoFit/>
          </a:bodyPr>
          <a:lstStyle>
            <a:lvl1pPr marL="0" indent="0">
              <a:lnSpc>
                <a:spcPct val="100000"/>
              </a:lnSpc>
              <a:spcBef>
                <a:spcPts val="100"/>
              </a:spcBef>
              <a:spcAft>
                <a:spcPts val="100"/>
              </a:spcAft>
              <a:buFont typeface="Arial" panose="020B0604020202020204" pitchFamily="34" charset="0"/>
              <a:buNone/>
              <a:defRPr sz="900" b="0" cap="none" baseline="0">
                <a:latin typeface="Graphik" panose="020B0503030202060203" pitchFamily="34" charset="0"/>
              </a:defRPr>
            </a:lvl1pPr>
          </a:lstStyle>
          <a:p>
            <a:pPr lvl="0"/>
            <a:r>
              <a:rPr lang="en-US"/>
              <a:t>For </a:t>
            </a:r>
            <a:r>
              <a:rPr lang="en-US" err="1"/>
              <a:t>example:“I</a:t>
            </a:r>
            <a:r>
              <a:rPr lang="en-US"/>
              <a:t> have successfully upgraded the platform from vSphere X to Y” – so what? What does that mean for the company? Does it make them more compliant? More safe?</a:t>
            </a:r>
          </a:p>
        </p:txBody>
      </p:sp>
      <p:sp>
        <p:nvSpPr>
          <p:cNvPr id="150" name="Text Placeholder 10">
            <a:extLst>
              <a:ext uri="{FF2B5EF4-FFF2-40B4-BE49-F238E27FC236}">
                <a16:creationId xmlns:a16="http://schemas.microsoft.com/office/drawing/2014/main" id="{E593395E-B0EC-4B29-8D8A-BA0780C9B9CF}"/>
              </a:ext>
            </a:extLst>
          </p:cNvPr>
          <p:cNvSpPr>
            <a:spLocks noGrp="1"/>
          </p:cNvSpPr>
          <p:nvPr>
            <p:ph type="body" sz="quarter" idx="86" hasCustomPrompt="1"/>
          </p:nvPr>
        </p:nvSpPr>
        <p:spPr>
          <a:xfrm>
            <a:off x="6837214" y="4015062"/>
            <a:ext cx="2087788" cy="161583"/>
          </a:xfrm>
        </p:spPr>
        <p:txBody>
          <a:bodyPr wrap="square" lIns="0" tIns="0" rIns="0" bIns="0">
            <a:noAutofit/>
          </a:bodyPr>
          <a:lstStyle>
            <a:lvl1pPr marL="0">
              <a:lnSpc>
                <a:spcPct val="100000"/>
              </a:lnSpc>
              <a:spcAft>
                <a:spcPts val="0"/>
              </a:spcAft>
              <a:defRPr sz="1050" b="1">
                <a:solidFill>
                  <a:schemeClr val="accent2"/>
                </a:solidFill>
                <a:latin typeface="Graphik" panose="020B0503030202060203" pitchFamily="34" charset="0"/>
              </a:defRPr>
            </a:lvl1pPr>
          </a:lstStyle>
          <a:p>
            <a:pPr lvl="0"/>
            <a:r>
              <a:rPr lang="en-US"/>
              <a:t>Role, Project Name</a:t>
            </a:r>
          </a:p>
        </p:txBody>
      </p:sp>
      <p:sp>
        <p:nvSpPr>
          <p:cNvPr id="151" name="Text Placeholder 10">
            <a:extLst>
              <a:ext uri="{FF2B5EF4-FFF2-40B4-BE49-F238E27FC236}">
                <a16:creationId xmlns:a16="http://schemas.microsoft.com/office/drawing/2014/main" id="{D7AA9B5E-A928-40EE-8A0A-B130F9C40132}"/>
              </a:ext>
            </a:extLst>
          </p:cNvPr>
          <p:cNvSpPr>
            <a:spLocks noGrp="1"/>
          </p:cNvSpPr>
          <p:nvPr>
            <p:ph type="body" sz="quarter" idx="87" hasCustomPrompt="1"/>
          </p:nvPr>
        </p:nvSpPr>
        <p:spPr>
          <a:xfrm>
            <a:off x="6837214" y="4290368"/>
            <a:ext cx="2087788" cy="138499"/>
          </a:xfrm>
        </p:spPr>
        <p:txBody>
          <a:bodyPr wrap="square" lIns="0" tIns="0" rIns="0" bIns="0">
            <a:spAutoFit/>
          </a:bodyPr>
          <a:lstStyle>
            <a:lvl1pPr marL="0" indent="0">
              <a:lnSpc>
                <a:spcPct val="100000"/>
              </a:lnSpc>
              <a:spcBef>
                <a:spcPts val="100"/>
              </a:spcBef>
              <a:spcAft>
                <a:spcPts val="100"/>
              </a:spcAft>
              <a:buFont typeface="Arial" panose="020B0604020202020204" pitchFamily="34" charset="0"/>
              <a:buNone/>
              <a:defRPr sz="900" b="0" cap="none" baseline="0">
                <a:latin typeface="Graphik" panose="020B0503030202060203" pitchFamily="34" charset="0"/>
              </a:defRPr>
            </a:lvl1pPr>
          </a:lstStyle>
          <a:p>
            <a:pPr lvl="0"/>
            <a:r>
              <a:rPr lang="en-US"/>
              <a:t>Project Description</a:t>
            </a:r>
          </a:p>
        </p:txBody>
      </p:sp>
      <p:sp>
        <p:nvSpPr>
          <p:cNvPr id="152" name="Text Placeholder 10">
            <a:extLst>
              <a:ext uri="{FF2B5EF4-FFF2-40B4-BE49-F238E27FC236}">
                <a16:creationId xmlns:a16="http://schemas.microsoft.com/office/drawing/2014/main" id="{BD325D0F-95A6-4D14-B4FF-07C473760821}"/>
              </a:ext>
            </a:extLst>
          </p:cNvPr>
          <p:cNvSpPr>
            <a:spLocks noGrp="1"/>
          </p:cNvSpPr>
          <p:nvPr>
            <p:ph type="body" sz="quarter" idx="88" hasCustomPrompt="1"/>
          </p:nvPr>
        </p:nvSpPr>
        <p:spPr>
          <a:xfrm>
            <a:off x="6837214" y="4970575"/>
            <a:ext cx="2087788" cy="161583"/>
          </a:xfrm>
        </p:spPr>
        <p:txBody>
          <a:bodyPr wrap="square" lIns="0" tIns="0" rIns="0" bIns="0">
            <a:noAutofit/>
          </a:bodyPr>
          <a:lstStyle>
            <a:lvl1pPr marL="0">
              <a:lnSpc>
                <a:spcPct val="100000"/>
              </a:lnSpc>
              <a:spcAft>
                <a:spcPts val="0"/>
              </a:spcAft>
              <a:defRPr sz="1050" b="1">
                <a:solidFill>
                  <a:schemeClr val="accent2"/>
                </a:solidFill>
                <a:latin typeface="Graphik" panose="020B0503030202060203" pitchFamily="34" charset="0"/>
              </a:defRPr>
            </a:lvl1pPr>
          </a:lstStyle>
          <a:p>
            <a:pPr lvl="0"/>
            <a:r>
              <a:rPr lang="en-US"/>
              <a:t>Role, Project Name</a:t>
            </a:r>
          </a:p>
        </p:txBody>
      </p:sp>
      <p:sp>
        <p:nvSpPr>
          <p:cNvPr id="153" name="Text Placeholder 10">
            <a:extLst>
              <a:ext uri="{FF2B5EF4-FFF2-40B4-BE49-F238E27FC236}">
                <a16:creationId xmlns:a16="http://schemas.microsoft.com/office/drawing/2014/main" id="{FD943F98-04C3-4DDC-A363-9F308C2380AC}"/>
              </a:ext>
            </a:extLst>
          </p:cNvPr>
          <p:cNvSpPr>
            <a:spLocks noGrp="1"/>
          </p:cNvSpPr>
          <p:nvPr>
            <p:ph type="body" sz="quarter" idx="89" hasCustomPrompt="1"/>
          </p:nvPr>
        </p:nvSpPr>
        <p:spPr>
          <a:xfrm>
            <a:off x="6837214" y="5245881"/>
            <a:ext cx="2087788" cy="138499"/>
          </a:xfrm>
        </p:spPr>
        <p:txBody>
          <a:bodyPr wrap="square" lIns="0" tIns="0" rIns="0" bIns="0">
            <a:spAutoFit/>
          </a:bodyPr>
          <a:lstStyle>
            <a:lvl1pPr marL="0" indent="0">
              <a:lnSpc>
                <a:spcPct val="100000"/>
              </a:lnSpc>
              <a:spcBef>
                <a:spcPts val="100"/>
              </a:spcBef>
              <a:spcAft>
                <a:spcPts val="100"/>
              </a:spcAft>
              <a:buFont typeface="Arial" panose="020B0604020202020204" pitchFamily="34" charset="0"/>
              <a:buNone/>
              <a:defRPr sz="900" b="0" cap="none" baseline="0">
                <a:latin typeface="Graphik" panose="020B0503030202060203" pitchFamily="34" charset="0"/>
              </a:defRPr>
            </a:lvl1pPr>
          </a:lstStyle>
          <a:p>
            <a:pPr lvl="0"/>
            <a:r>
              <a:rPr lang="en-US"/>
              <a:t>Project Description</a:t>
            </a:r>
          </a:p>
        </p:txBody>
      </p:sp>
    </p:spTree>
    <p:extLst>
      <p:ext uri="{BB962C8B-B14F-4D97-AF65-F5344CB8AC3E}">
        <p14:creationId xmlns:p14="http://schemas.microsoft.com/office/powerpoint/2010/main" val="185968074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6_Standar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851774121"/>
              </p:ext>
            </p:ext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Folie" r:id="rId4" imgW="270" imgH="270" progId="TCLayout.ActiveDocument.1">
                  <p:embed/>
                </p:oleObj>
              </mc:Choice>
              <mc:Fallback>
                <p:oleObj name="think-cell Folie" r:id="rId4" imgW="270" imgH="270" progId="TCLayout.ActiveDocument.1">
                  <p:embed/>
                  <p:pic>
                    <p:nvPicPr>
                      <p:cNvPr id="2" name="Object 1" hidden="1"/>
                      <p:cNvPicPr/>
                      <p:nvPr/>
                    </p:nvPicPr>
                    <p:blipFill>
                      <a:blip r:embed="rId5"/>
                      <a:stretch>
                        <a:fillRect/>
                      </a:stretch>
                    </p:blipFill>
                    <p:spPr>
                      <a:xfrm>
                        <a:off x="2118" y="2118"/>
                        <a:ext cx="2116" cy="2116"/>
                      </a:xfrm>
                      <a:prstGeom prst="rect">
                        <a:avLst/>
                      </a:prstGeom>
                    </p:spPr>
                  </p:pic>
                </p:oleObj>
              </mc:Fallback>
            </mc:AlternateContent>
          </a:graphicData>
        </a:graphic>
      </p:graphicFrame>
      <p:sp>
        <p:nvSpPr>
          <p:cNvPr id="4" name="Rechteck 3" hidden="1">
            <a:extLst>
              <a:ext uri="{FF2B5EF4-FFF2-40B4-BE49-F238E27FC236}">
                <a16:creationId xmlns:a16="http://schemas.microsoft.com/office/drawing/2014/main" id="{4A5A9FF3-0036-4474-92CE-C16A6D88C47A}"/>
              </a:ext>
            </a:extLst>
          </p:cNvPr>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800" b="0" i="0" baseline="0" dirty="0">
              <a:latin typeface="Graphik Black" panose="020B0A03030202060203" pitchFamily="34" charset="0"/>
              <a:ea typeface="+mj-ea"/>
              <a:cs typeface="+mj-cs"/>
              <a:sym typeface="Graphik Black" panose="020B0A03030202060203" pitchFamily="34" charset="0"/>
            </a:endParaRPr>
          </a:p>
        </p:txBody>
      </p:sp>
      <p:sp>
        <p:nvSpPr>
          <p:cNvPr id="3" name="Title 2">
            <a:extLst>
              <a:ext uri="{FF2B5EF4-FFF2-40B4-BE49-F238E27FC236}">
                <a16:creationId xmlns:a16="http://schemas.microsoft.com/office/drawing/2014/main" id="{658709AB-DBF3-468D-9102-5715788DCCFA}"/>
              </a:ext>
            </a:extLst>
          </p:cNvPr>
          <p:cNvSpPr>
            <a:spLocks noGrp="1"/>
          </p:cNvSpPr>
          <p:nvPr>
            <p:ph type="title" hasCustomPrompt="1"/>
          </p:nvPr>
        </p:nvSpPr>
        <p:spPr bwMode="auto">
          <a:xfrm>
            <a:off x="381000" y="380999"/>
            <a:ext cx="11430000" cy="399340"/>
          </a:xfrm>
        </p:spPr>
        <p:txBody>
          <a:bodyPr>
            <a:spAutoFit/>
          </a:bodyPr>
          <a:lstStyle>
            <a:lvl1pPr>
              <a:lnSpc>
                <a:spcPct val="80000"/>
              </a:lnSpc>
              <a:defRPr sz="2800"/>
            </a:lvl1pPr>
          </a:lstStyle>
          <a:p>
            <a:r>
              <a:rPr lang="en-US"/>
              <a:t>CLICK TO EDIT MASTER TITLE</a:t>
            </a:r>
          </a:p>
        </p:txBody>
      </p:sp>
      <p:sp>
        <p:nvSpPr>
          <p:cNvPr id="6" name="Picture Placeholder 5">
            <a:extLst>
              <a:ext uri="{FF2B5EF4-FFF2-40B4-BE49-F238E27FC236}">
                <a16:creationId xmlns:a16="http://schemas.microsoft.com/office/drawing/2014/main" id="{4E80F020-BFD0-4E04-A64A-7968F670C681}"/>
              </a:ext>
            </a:extLst>
          </p:cNvPr>
          <p:cNvSpPr>
            <a:spLocks noGrp="1"/>
          </p:cNvSpPr>
          <p:nvPr>
            <p:ph type="pic" sz="quarter" idx="10"/>
          </p:nvPr>
        </p:nvSpPr>
        <p:spPr>
          <a:xfrm>
            <a:off x="381000" y="1412875"/>
            <a:ext cx="1584325" cy="1584325"/>
          </a:xfrm>
        </p:spPr>
        <p:txBody>
          <a:bodyPr/>
          <a:lstStyle/>
          <a:p>
            <a:endParaRPr lang="en-US"/>
          </a:p>
        </p:txBody>
      </p:sp>
      <p:sp>
        <p:nvSpPr>
          <p:cNvPr id="7" name="Slide Number Placeholder 5">
            <a:extLst>
              <a:ext uri="{FF2B5EF4-FFF2-40B4-BE49-F238E27FC236}">
                <a16:creationId xmlns:a16="http://schemas.microsoft.com/office/drawing/2014/main" id="{89418F6E-6416-4C29-A580-8951A341A54E}"/>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394472450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Leer">
    <p:spTree>
      <p:nvGrpSpPr>
        <p:cNvPr id="1" name=""/>
        <p:cNvGrpSpPr/>
        <p:nvPr/>
      </p:nvGrpSpPr>
      <p:grpSpPr>
        <a:xfrm>
          <a:off x="0" y="0"/>
          <a:ext cx="0" cy="0"/>
          <a:chOff x="0" y="0"/>
          <a:chExt cx="0" cy="0"/>
        </a:xfrm>
      </p:grpSpPr>
      <p:sp>
        <p:nvSpPr>
          <p:cNvPr id="10" name="Shape 3713">
            <a:extLst>
              <a:ext uri="{FF2B5EF4-FFF2-40B4-BE49-F238E27FC236}">
                <a16:creationId xmlns:a16="http://schemas.microsoft.com/office/drawing/2014/main" id="{1DD0A749-31B6-4EBB-BA9F-4938EA16293C}"/>
              </a:ext>
            </a:extLst>
          </p:cNvPr>
          <p:cNvSpPr/>
          <p:nvPr userDrawn="1"/>
        </p:nvSpPr>
        <p:spPr>
          <a:xfrm>
            <a:off x="-2319" y="1"/>
            <a:ext cx="9482695" cy="1382067"/>
          </a:xfrm>
          <a:prstGeom prst="homePlate">
            <a:avLst>
              <a:gd name="adj" fmla="val 28868"/>
            </a:avLst>
          </a:prstGeom>
          <a:solidFill>
            <a:schemeClr val="accent3"/>
          </a:solidFill>
          <a:ln>
            <a:noFill/>
          </a:ln>
        </p:spPr>
        <p:txBody>
          <a:bodyPr lIns="117825" tIns="117825" rIns="117825" bIns="1178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1200" cap="none" spc="0" normalizeH="0" baseline="0" noProof="0">
              <a:ln>
                <a:noFill/>
              </a:ln>
              <a:solidFill>
                <a:srgbClr val="000000"/>
              </a:solidFill>
              <a:effectLst/>
              <a:uLnTx/>
              <a:uFillTx/>
              <a:latin typeface="Arial" panose="020B0604020202020204" pitchFamily="34" charset="0"/>
              <a:ea typeface="Arial"/>
              <a:cs typeface="Arial" panose="020B0604020202020204" pitchFamily="34" charset="0"/>
              <a:sym typeface="Arial"/>
            </a:endParaRPr>
          </a:p>
        </p:txBody>
      </p:sp>
      <p:sp>
        <p:nvSpPr>
          <p:cNvPr id="11" name="Arrow: Chevron 10">
            <a:extLst>
              <a:ext uri="{FF2B5EF4-FFF2-40B4-BE49-F238E27FC236}">
                <a16:creationId xmlns:a16="http://schemas.microsoft.com/office/drawing/2014/main" id="{1CB43B1D-DC67-4167-B43E-101DE7B76D89}"/>
              </a:ext>
            </a:extLst>
          </p:cNvPr>
          <p:cNvSpPr/>
          <p:nvPr userDrawn="1"/>
        </p:nvSpPr>
        <p:spPr>
          <a:xfrm>
            <a:off x="9174673" y="1"/>
            <a:ext cx="1715852" cy="1382067"/>
          </a:xfrm>
          <a:prstGeom prst="chevron">
            <a:avLst>
              <a:gd name="adj" fmla="val 288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2" name="Arrow: Chevron 11">
            <a:extLst>
              <a:ext uri="{FF2B5EF4-FFF2-40B4-BE49-F238E27FC236}">
                <a16:creationId xmlns:a16="http://schemas.microsoft.com/office/drawing/2014/main" id="{1735FE36-3E84-49EF-BD79-D8833B953381}"/>
              </a:ext>
            </a:extLst>
          </p:cNvPr>
          <p:cNvSpPr/>
          <p:nvPr userDrawn="1"/>
        </p:nvSpPr>
        <p:spPr>
          <a:xfrm>
            <a:off x="10584822" y="1"/>
            <a:ext cx="1607178" cy="1382067"/>
          </a:xfrm>
          <a:prstGeom prst="chevron">
            <a:avLst>
              <a:gd name="adj" fmla="val 2886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8" name="Picture Placeholder 7">
            <a:extLst>
              <a:ext uri="{FF2B5EF4-FFF2-40B4-BE49-F238E27FC236}">
                <a16:creationId xmlns:a16="http://schemas.microsoft.com/office/drawing/2014/main" id="{39D4F18E-5A10-4198-BDDB-C6C9885397E9}"/>
              </a:ext>
            </a:extLst>
          </p:cNvPr>
          <p:cNvSpPr>
            <a:spLocks noGrp="1"/>
          </p:cNvSpPr>
          <p:nvPr>
            <p:ph type="pic" sz="quarter" idx="11"/>
          </p:nvPr>
        </p:nvSpPr>
        <p:spPr>
          <a:xfrm>
            <a:off x="983432" y="1023351"/>
            <a:ext cx="1610898" cy="1610898"/>
          </a:xfrm>
          <a:prstGeom prst="ellipse">
            <a:avLst/>
          </a:prstGeom>
          <a:solidFill>
            <a:schemeClr val="bg1"/>
          </a:solidFill>
        </p:spPr>
        <p:txBody>
          <a:bodyPr/>
          <a:lstStyle>
            <a:lvl1pPr>
              <a:defRPr sz="1000">
                <a:solidFill>
                  <a:schemeClr val="tx1"/>
                </a:solidFill>
              </a:defRPr>
            </a:lvl1pPr>
          </a:lstStyle>
          <a:p>
            <a:endParaRPr lang="de-DE"/>
          </a:p>
        </p:txBody>
      </p:sp>
      <p:graphicFrame>
        <p:nvGraphicFramePr>
          <p:cNvPr id="2" name="Objekt 1" hidden="1">
            <a:extLst>
              <a:ext uri="{FF2B5EF4-FFF2-40B4-BE49-F238E27FC236}">
                <a16:creationId xmlns:a16="http://schemas.microsoft.com/office/drawing/2014/main" id="{11993E7C-78A0-4320-9A3D-42A4A1B24468}"/>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23" imgH="424" progId="TCLayout.ActiveDocument.1">
                  <p:embed/>
                </p:oleObj>
              </mc:Choice>
              <mc:Fallback>
                <p:oleObj name="think-cell Folie" r:id="rId3" imgW="423" imgH="424" progId="TCLayout.ActiveDocument.1">
                  <p:embed/>
                  <p:pic>
                    <p:nvPicPr>
                      <p:cNvPr id="2" name="Objekt 1" hidden="1">
                        <a:extLst>
                          <a:ext uri="{FF2B5EF4-FFF2-40B4-BE49-F238E27FC236}">
                            <a16:creationId xmlns:a16="http://schemas.microsoft.com/office/drawing/2014/main" id="{11993E7C-78A0-4320-9A3D-42A4A1B2446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 name="Picture 4" hidden="1"/>
          <p:cNvPicPr>
            <a:picLocks noChangeAspect="1"/>
          </p:cNvPicPr>
          <p:nvPr userDrawn="1"/>
        </p:nvPicPr>
        <p:blipFill rotWithShape="1">
          <a:blip r:embed="rId5" cstate="screen">
            <a:extLst>
              <a:ext uri="{28A0092B-C50C-407E-A947-70E740481C1C}">
                <a14:useLocalDpi xmlns:a14="http://schemas.microsoft.com/office/drawing/2010/main"/>
              </a:ext>
            </a:extLst>
          </a:blip>
          <a:srcRect l="-2"/>
          <a:stretch/>
        </p:blipFill>
        <p:spPr>
          <a:xfrm>
            <a:off x="-168620" y="1"/>
            <a:ext cx="12055819" cy="6857143"/>
          </a:xfrm>
          <a:prstGeom prst="rect">
            <a:avLst/>
          </a:prstGeom>
        </p:spPr>
      </p:pic>
      <p:sp>
        <p:nvSpPr>
          <p:cNvPr id="9" name="Text Placeholder 9">
            <a:extLst>
              <a:ext uri="{FF2B5EF4-FFF2-40B4-BE49-F238E27FC236}">
                <a16:creationId xmlns:a16="http://schemas.microsoft.com/office/drawing/2014/main" id="{73B5EC5A-DB80-41F8-A694-4046BF3AC8A7}"/>
              </a:ext>
            </a:extLst>
          </p:cNvPr>
          <p:cNvSpPr>
            <a:spLocks noGrp="1"/>
          </p:cNvSpPr>
          <p:nvPr>
            <p:ph type="body" sz="quarter" idx="12" hasCustomPrompt="1"/>
          </p:nvPr>
        </p:nvSpPr>
        <p:spPr>
          <a:xfrm>
            <a:off x="381000" y="383952"/>
            <a:ext cx="9027368" cy="344710"/>
          </a:xfrm>
        </p:spPr>
        <p:txBody>
          <a:bodyPr wrap="square" lIns="0" tIns="0" rIns="0" bIns="0">
            <a:spAutoFit/>
          </a:bodyPr>
          <a:lstStyle>
            <a:lvl1pPr marL="0">
              <a:lnSpc>
                <a:spcPct val="80000"/>
              </a:lnSpc>
              <a:spcAft>
                <a:spcPts val="0"/>
              </a:spcAft>
              <a:defRPr sz="2800" cap="all" normalizeH="0" baseline="0">
                <a:solidFill>
                  <a:schemeClr val="bg1"/>
                </a:solidFill>
              </a:defRPr>
            </a:lvl1pPr>
          </a:lstStyle>
          <a:p>
            <a:pPr lvl="0"/>
            <a:r>
              <a:rPr lang="en-US"/>
              <a:t>Name </a:t>
            </a:r>
            <a:r>
              <a:rPr lang="en-US" err="1"/>
              <a:t>Suname</a:t>
            </a:r>
            <a:endParaRPr lang="en-US"/>
          </a:p>
        </p:txBody>
      </p:sp>
      <p:sp>
        <p:nvSpPr>
          <p:cNvPr id="13" name="Slide Number Placeholder 5">
            <a:extLst>
              <a:ext uri="{FF2B5EF4-FFF2-40B4-BE49-F238E27FC236}">
                <a16:creationId xmlns:a16="http://schemas.microsoft.com/office/drawing/2014/main" id="{507FB296-2B38-472F-9965-F1927D176329}"/>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lumMod val="65000"/>
                </a:srgbClr>
              </a:solidFill>
              <a:effectLst/>
              <a:uLnTx/>
              <a:uFillTx/>
              <a:latin typeface="Graphik"/>
              <a:ea typeface="+mn-ea"/>
              <a:cs typeface="+mn-cs"/>
            </a:endParaRPr>
          </a:p>
        </p:txBody>
      </p:sp>
    </p:spTree>
    <p:extLst>
      <p:ext uri="{BB962C8B-B14F-4D97-AF65-F5344CB8AC3E}">
        <p14:creationId xmlns:p14="http://schemas.microsoft.com/office/powerpoint/2010/main" val="28279916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Blank - Ligh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EAD9AED-9987-4CE9-B39D-B256B46200E0}"/>
              </a:ext>
            </a:extLst>
          </p:cNvPr>
          <p:cNvSpPr>
            <a:spLocks noGrp="1"/>
          </p:cNvSpPr>
          <p:nvPr>
            <p:ph type="title" hasCustomPrompt="1"/>
          </p:nvPr>
        </p:nvSpPr>
        <p:spPr>
          <a:xfrm>
            <a:off x="381000" y="381000"/>
            <a:ext cx="11430000" cy="990600"/>
          </a:xfrm>
        </p:spPr>
        <p:txBody>
          <a:bodyPr/>
          <a:lstStyle>
            <a:lvl1pPr>
              <a:defRPr sz="3600"/>
            </a:lvl1pPr>
          </a:lstStyle>
          <a:p>
            <a:r>
              <a:rPr lang="en-GB" dirty="0"/>
              <a:t>Place headline here (36pt, min 30pt)</a:t>
            </a:r>
            <a:endParaRPr lang="en-US" dirty="0"/>
          </a:p>
        </p:txBody>
      </p:sp>
      <p:sp>
        <p:nvSpPr>
          <p:cNvPr id="2" name="Slide Number Placeholder 1">
            <a:extLst>
              <a:ext uri="{FF2B5EF4-FFF2-40B4-BE49-F238E27FC236}">
                <a16:creationId xmlns:a16="http://schemas.microsoft.com/office/drawing/2014/main" id="{4FD8118F-5464-7968-3FD0-26C35F31C3C8}"/>
              </a:ext>
            </a:extLst>
          </p:cNvPr>
          <p:cNvSpPr>
            <a:spLocks noGrp="1"/>
          </p:cNvSpPr>
          <p:nvPr>
            <p:ph type="sldNum" sz="quarter" idx="10"/>
          </p:nvPr>
        </p:nvSpPr>
        <p:spPr/>
        <p:txBody>
          <a:bodyPr/>
          <a:lstStyle/>
          <a:p>
            <a:pPr algn="r" defTabSz="228600">
              <a:spcAft>
                <a:spcPts val="1200"/>
              </a:spcAft>
            </a:pPr>
            <a:fld id="{CC9E6EB9-168E-4914-8CC7-2E853AFB4F1B}" type="slidenum">
              <a:rPr lang="en-US" smtClean="0"/>
              <a:pPr algn="r" defTabSz="228600">
                <a:spcAft>
                  <a:spcPts val="1200"/>
                </a:spcAft>
              </a:pPr>
              <a:t>‹#›</a:t>
            </a:fld>
            <a:endParaRPr lang="en-US" dirty="0"/>
          </a:p>
        </p:txBody>
      </p:sp>
    </p:spTree>
    <p:extLst>
      <p:ext uri="{BB962C8B-B14F-4D97-AF65-F5344CB8AC3E}">
        <p14:creationId xmlns:p14="http://schemas.microsoft.com/office/powerpoint/2010/main" val="107686370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tags" Target="../tags/tag2.xml"/><Relationship Id="rId14" Type="http://schemas.openxmlformats.org/officeDocument/2006/relationships/oleObject" Target="../embeddings/oleObject1.bin"/><Relationship Id="rId15" Type="http://schemas.openxmlformats.org/officeDocument/2006/relationships/image" Target="../media/image1.emf"/><Relationship Id="rId16" Type="http://schemas.openxmlformats.org/officeDocument/2006/relationships/image" Target="../media/image2.png"/><Relationship Id="rId17" Type="http://schemas.openxmlformats.org/officeDocument/2006/relationships/image" Target="../media/image3.png"/><Relationship Id="rId18" Type="http://schemas.openxmlformats.org/officeDocument/2006/relationships/image" Target="../media/image4.png"/><Relationship Id="rId19" Type="http://schemas.openxmlformats.org/officeDocument/2006/relationships/image" Target="../media/image5.png"/><Relationship Id="rId20" Type="http://schemas.openxmlformats.org/officeDocument/2006/relationships/image" Target="../media/image6.png"/><Relationship Id="rId21" Type="http://schemas.openxmlformats.org/officeDocument/2006/relationships/image" Target="../media/image7.png"/><Relationship Id="rId22" Type="http://schemas.openxmlformats.org/officeDocument/2006/relationships/image" Target="../media/image8.png"/><Relationship Id="rId23" Type="http://schemas.openxmlformats.org/officeDocument/2006/relationships/image" Target="../media/image9.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theme" Target="../theme/theme2.xml"/><Relationship Id="rId7" Type="http://schemas.openxmlformats.org/officeDocument/2006/relationships/tags" Target="../tags/tag11.xml"/><Relationship Id="rId8" Type="http://schemas.openxmlformats.org/officeDocument/2006/relationships/tags" Target="../tags/tag12.xml"/><Relationship Id="rId9" Type="http://schemas.openxmlformats.org/officeDocument/2006/relationships/oleObject" Target="../embeddings/oleObject7.bin"/><Relationship Id="rId10" Type="http://schemas.openxmlformats.org/officeDocument/2006/relationships/image" Target="../media/image1.emf"/><Relationship Id="rId11" Type="http://schemas.openxmlformats.org/officeDocument/2006/relationships/image" Target="../media/image28.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5" Type="http://schemas.openxmlformats.org/officeDocument/2006/relationships/theme" Target="../theme/theme4.xml"/><Relationship Id="rId6" Type="http://schemas.openxmlformats.org/officeDocument/2006/relationships/tags" Target="../tags/tag21.xml"/><Relationship Id="rId7" Type="http://schemas.openxmlformats.org/officeDocument/2006/relationships/oleObject" Target="../embeddings/oleObject13.bin"/><Relationship Id="rId8" Type="http://schemas.openxmlformats.org/officeDocument/2006/relationships/image" Target="../media/image32.emf"/></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 Id="rId11" Type="http://schemas.openxmlformats.org/officeDocument/2006/relationships/slideLayout" Target="../slideLayouts/slideLayout32.xml"/><Relationship Id="rId12" Type="http://schemas.openxmlformats.org/officeDocument/2006/relationships/slideLayout" Target="../slideLayouts/slideLayout33.xml"/><Relationship Id="rId13" Type="http://schemas.openxmlformats.org/officeDocument/2006/relationships/slideLayout" Target="../slideLayouts/slideLayout34.xml"/><Relationship Id="rId14" Type="http://schemas.openxmlformats.org/officeDocument/2006/relationships/slideLayout" Target="../slideLayouts/slideLayout35.xml"/><Relationship Id="rId15" Type="http://schemas.openxmlformats.org/officeDocument/2006/relationships/slideLayout" Target="../slideLayouts/slideLayout36.xml"/><Relationship Id="rId16" Type="http://schemas.openxmlformats.org/officeDocument/2006/relationships/slideLayout" Target="../slideLayouts/slideLayout37.xml"/><Relationship Id="rId17" Type="http://schemas.openxmlformats.org/officeDocument/2006/relationships/slideLayout" Target="../slideLayouts/slideLayout38.xml"/><Relationship Id="rId18" Type="http://schemas.openxmlformats.org/officeDocument/2006/relationships/slideLayout" Target="../slideLayouts/slideLayout39.xml"/><Relationship Id="rId19" Type="http://schemas.openxmlformats.org/officeDocument/2006/relationships/slideLayout" Target="../slideLayouts/slideLayout40.xml"/><Relationship Id="rId20" Type="http://schemas.openxmlformats.org/officeDocument/2006/relationships/slideLayout" Target="../slideLayouts/slideLayout41.xml"/><Relationship Id="rId21" Type="http://schemas.openxmlformats.org/officeDocument/2006/relationships/slideLayout" Target="../slideLayouts/slideLayout42.xml"/><Relationship Id="rId22" Type="http://schemas.openxmlformats.org/officeDocument/2006/relationships/slideLayout" Target="../slideLayouts/slideLayout43.xml"/><Relationship Id="rId23" Type="http://schemas.openxmlformats.org/officeDocument/2006/relationships/slideLayout" Target="../slideLayouts/slideLayout44.xml"/><Relationship Id="rId24" Type="http://schemas.openxmlformats.org/officeDocument/2006/relationships/slideLayout" Target="../slideLayouts/slideLayout45.xml"/><Relationship Id="rId25" Type="http://schemas.openxmlformats.org/officeDocument/2006/relationships/slideLayout" Target="../slideLayouts/slideLayout46.xml"/><Relationship Id="rId26" Type="http://schemas.openxmlformats.org/officeDocument/2006/relationships/slideLayout" Target="../slideLayouts/slideLayout47.xml"/><Relationship Id="rId27" Type="http://schemas.openxmlformats.org/officeDocument/2006/relationships/theme" Target="../theme/theme5.xml"/><Relationship Id="rId28" Type="http://schemas.openxmlformats.org/officeDocument/2006/relationships/tags" Target="../tags/tag23.xml"/><Relationship Id="rId29" Type="http://schemas.openxmlformats.org/officeDocument/2006/relationships/tags" Target="../tags/tag24.xml"/><Relationship Id="rId30" Type="http://schemas.openxmlformats.org/officeDocument/2006/relationships/oleObject" Target="../embeddings/oleObject15.bin"/><Relationship Id="rId31" Type="http://schemas.openxmlformats.org/officeDocument/2006/relationships/image" Target="../media/image34.emf"/><Relationship Id="rId32" Type="http://schemas.openxmlformats.org/officeDocument/2006/relationships/image" Target="../media/image35.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00E1CAF9-0573-4347-885B-9A26481873D9}"/>
              </a:ext>
            </a:extLst>
          </p:cNvPr>
          <p:cNvGraphicFramePr>
            <a:graphicFrameLocks noChangeAspect="1"/>
          </p:cNvGraphicFramePr>
          <p:nvPr userDrawn="1">
            <p:custDataLst>
              <p:tags r:id="rId13"/>
            </p:custDataLst>
            <p:extLst>
              <p:ext uri="{D42A27DB-BD31-4B8C-83A1-F6EECF244321}">
                <p14:modId xmlns:p14="http://schemas.microsoft.com/office/powerpoint/2010/main" val="36044286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475" imgH="476" progId="TCLayout.ActiveDocument.1">
                  <p:embed/>
                </p:oleObj>
              </mc:Choice>
              <mc:Fallback>
                <p:oleObj name="think-cell Slide" r:id="rId14" imgW="475" imgH="476" progId="TCLayout.ActiveDocument.1">
                  <p:embed/>
                  <p:pic>
                    <p:nvPicPr>
                      <p:cNvPr id="2" name="Objekt 1" hidden="1">
                        <a:extLst>
                          <a:ext uri="{FF2B5EF4-FFF2-40B4-BE49-F238E27FC236}">
                            <a16:creationId xmlns:a16="http://schemas.microsoft.com/office/drawing/2014/main" id="{00E1CAF9-0573-4347-885B-9A26481873D9}"/>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pic>
        <p:nvPicPr>
          <p:cNvPr id="10" name="Accenture_Strategy" hidden="1"/>
          <p:cNvPicPr>
            <a:picLocks noChangeAspect="1"/>
          </p:cNvPicPr>
          <p:nvPr userDrawn="1"/>
        </p:nvPicPr>
        <p:blipFill>
          <a:blip r:embed="rId16" cstate="hqprint">
            <a:extLst>
              <a:ext uri="{28A0092B-C50C-407E-A947-70E740481C1C}">
                <a14:useLocalDpi xmlns:a14="http://schemas.microsoft.com/office/drawing/2010/main"/>
              </a:ext>
            </a:extLst>
          </a:blip>
          <a:stretch>
            <a:fillRect/>
          </a:stretch>
        </p:blipFill>
        <p:spPr>
          <a:xfrm>
            <a:off x="345018" y="6243522"/>
            <a:ext cx="1728810" cy="328803"/>
          </a:xfrm>
          <a:prstGeom prst="rect">
            <a:avLst/>
          </a:prstGeom>
        </p:spPr>
      </p:pic>
      <p:pic>
        <p:nvPicPr>
          <p:cNvPr id="22" name="Accenture_Operations" hidden="1"/>
          <p:cNvPicPr>
            <a:picLocks noChangeAspect="1"/>
          </p:cNvPicPr>
          <p:nvPr userDrawn="1"/>
        </p:nvPicPr>
        <p:blipFill>
          <a:blip r:embed="rId17"/>
          <a:stretch>
            <a:fillRect/>
          </a:stretch>
        </p:blipFill>
        <p:spPr>
          <a:xfrm>
            <a:off x="352728" y="6252513"/>
            <a:ext cx="1958068" cy="324500"/>
          </a:xfrm>
          <a:prstGeom prst="rect">
            <a:avLst/>
          </a:prstGeom>
        </p:spPr>
      </p:pic>
      <p:pic>
        <p:nvPicPr>
          <p:cNvPr id="27" name="Accenture_Mobility" hidden="1"/>
          <p:cNvPicPr>
            <a:picLocks noChangeAspect="1"/>
          </p:cNvPicPr>
          <p:nvPr userDrawn="1"/>
        </p:nvPicPr>
        <p:blipFill>
          <a:blip r:embed="rId18"/>
          <a:stretch>
            <a:fillRect/>
          </a:stretch>
        </p:blipFill>
        <p:spPr>
          <a:xfrm>
            <a:off x="334963" y="6339423"/>
            <a:ext cx="2040630" cy="361414"/>
          </a:xfrm>
          <a:prstGeom prst="rect">
            <a:avLst/>
          </a:prstGeom>
        </p:spPr>
      </p:pic>
      <p:pic>
        <p:nvPicPr>
          <p:cNvPr id="25" name="Accenture_Interactive" hidden="1"/>
          <p:cNvPicPr>
            <a:picLocks noChangeAspect="1"/>
          </p:cNvPicPr>
          <p:nvPr userDrawn="1"/>
        </p:nvPicPr>
        <p:blipFill>
          <a:blip r:embed="rId19"/>
          <a:stretch>
            <a:fillRect/>
          </a:stretch>
        </p:blipFill>
        <p:spPr>
          <a:xfrm>
            <a:off x="338798" y="6341000"/>
            <a:ext cx="2041200" cy="360863"/>
          </a:xfrm>
          <a:prstGeom prst="rect">
            <a:avLst/>
          </a:prstGeom>
        </p:spPr>
      </p:pic>
      <p:pic>
        <p:nvPicPr>
          <p:cNvPr id="26" name="Accenture_Analytics" hidden="1"/>
          <p:cNvPicPr>
            <a:picLocks noChangeAspect="1"/>
          </p:cNvPicPr>
          <p:nvPr userDrawn="1"/>
        </p:nvPicPr>
        <p:blipFill>
          <a:blip r:embed="rId20"/>
          <a:stretch>
            <a:fillRect/>
          </a:stretch>
        </p:blipFill>
        <p:spPr>
          <a:xfrm>
            <a:off x="338798" y="6338829"/>
            <a:ext cx="2023200" cy="362168"/>
          </a:xfrm>
          <a:prstGeom prst="rect">
            <a:avLst/>
          </a:prstGeom>
        </p:spPr>
      </p:pic>
      <p:pic>
        <p:nvPicPr>
          <p:cNvPr id="7" name="Accenture_Digital" hidden="1"/>
          <p:cNvPicPr>
            <a:picLocks noChangeAspect="1"/>
          </p:cNvPicPr>
          <p:nvPr userDrawn="1"/>
        </p:nvPicPr>
        <p:blipFill>
          <a:blip r:embed="rId21" cstate="hqprint">
            <a:extLst>
              <a:ext uri="{28A0092B-C50C-407E-A947-70E740481C1C}">
                <a14:useLocalDpi xmlns:a14="http://schemas.microsoft.com/office/drawing/2010/main"/>
              </a:ext>
            </a:extLst>
          </a:blip>
          <a:stretch>
            <a:fillRect/>
          </a:stretch>
        </p:blipFill>
        <p:spPr>
          <a:xfrm>
            <a:off x="336280" y="6246019"/>
            <a:ext cx="1545637" cy="331832"/>
          </a:xfrm>
          <a:prstGeom prst="rect">
            <a:avLst/>
          </a:prstGeom>
        </p:spPr>
      </p:pic>
      <p:pic>
        <p:nvPicPr>
          <p:cNvPr id="4" name="Accenture_Consulting" hidden="1"/>
          <p:cNvPicPr>
            <a:picLocks noChangeAspect="1"/>
          </p:cNvPicPr>
          <p:nvPr userDrawn="1"/>
        </p:nvPicPr>
        <p:blipFill>
          <a:blip r:embed="rId22" cstate="hqprint">
            <a:extLst>
              <a:ext uri="{28A0092B-C50C-407E-A947-70E740481C1C}">
                <a14:useLocalDpi xmlns:a14="http://schemas.microsoft.com/office/drawing/2010/main"/>
              </a:ext>
            </a:extLst>
          </a:blip>
          <a:stretch>
            <a:fillRect/>
          </a:stretch>
        </p:blipFill>
        <p:spPr>
          <a:xfrm>
            <a:off x="338799" y="6244783"/>
            <a:ext cx="1942440" cy="330692"/>
          </a:xfrm>
          <a:prstGeom prst="rect">
            <a:avLst/>
          </a:prstGeom>
        </p:spPr>
      </p:pic>
      <p:grpSp>
        <p:nvGrpSpPr>
          <p:cNvPr id="14" name="Accenture_Master" hidden="1"/>
          <p:cNvGrpSpPr/>
          <p:nvPr userDrawn="1"/>
        </p:nvGrpSpPr>
        <p:grpSpPr>
          <a:xfrm>
            <a:off x="345019" y="6249814"/>
            <a:ext cx="957526" cy="276934"/>
            <a:chOff x="476250" y="397668"/>
            <a:chExt cx="2195577" cy="635000"/>
          </a:xfrm>
        </p:grpSpPr>
        <p:sp>
          <p:nvSpPr>
            <p:cNvPr id="15" name="Freeform 14"/>
            <p:cNvSpPr>
              <a:spLocks/>
            </p:cNvSpPr>
            <p:nvPr/>
          </p:nvSpPr>
          <p:spPr bwMode="auto">
            <a:xfrm>
              <a:off x="1758865" y="397668"/>
              <a:ext cx="206059" cy="214470"/>
            </a:xfrm>
            <a:custGeom>
              <a:avLst/>
              <a:gdLst>
                <a:gd name="T0" fmla="*/ 0 w 72"/>
                <a:gd name="T1" fmla="*/ 0 h 74"/>
                <a:gd name="T2" fmla="*/ 0 w 72"/>
                <a:gd name="T3" fmla="*/ 2 h 74"/>
                <a:gd name="T4" fmla="*/ 0 w 72"/>
                <a:gd name="T5" fmla="*/ 16 h 74"/>
                <a:gd name="T6" fmla="*/ 53 w 72"/>
                <a:gd name="T7" fmla="*/ 37 h 74"/>
                <a:gd name="T8" fmla="*/ 0 w 72"/>
                <a:gd name="T9" fmla="*/ 57 h 74"/>
                <a:gd name="T10" fmla="*/ 0 w 72"/>
                <a:gd name="T11" fmla="*/ 74 h 74"/>
                <a:gd name="T12" fmla="*/ 72 w 72"/>
                <a:gd name="T13" fmla="*/ 44 h 74"/>
                <a:gd name="T14" fmla="*/ 72 w 72"/>
                <a:gd name="T15" fmla="*/ 29 h 74"/>
                <a:gd name="T16" fmla="*/ 0 w 72"/>
                <a:gd name="T17"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74">
                  <a:moveTo>
                    <a:pt x="0" y="0"/>
                  </a:moveTo>
                  <a:cubicBezTo>
                    <a:pt x="0" y="2"/>
                    <a:pt x="0" y="2"/>
                    <a:pt x="0" y="2"/>
                  </a:cubicBezTo>
                  <a:cubicBezTo>
                    <a:pt x="0" y="16"/>
                    <a:pt x="0" y="16"/>
                    <a:pt x="0" y="16"/>
                  </a:cubicBezTo>
                  <a:cubicBezTo>
                    <a:pt x="0" y="16"/>
                    <a:pt x="46" y="34"/>
                    <a:pt x="53" y="37"/>
                  </a:cubicBezTo>
                  <a:cubicBezTo>
                    <a:pt x="46" y="40"/>
                    <a:pt x="0" y="57"/>
                    <a:pt x="0" y="57"/>
                  </a:cubicBezTo>
                  <a:cubicBezTo>
                    <a:pt x="0" y="74"/>
                    <a:pt x="0" y="74"/>
                    <a:pt x="0" y="74"/>
                  </a:cubicBezTo>
                  <a:cubicBezTo>
                    <a:pt x="72" y="44"/>
                    <a:pt x="72" y="44"/>
                    <a:pt x="72" y="44"/>
                  </a:cubicBezTo>
                  <a:cubicBezTo>
                    <a:pt x="72" y="29"/>
                    <a:pt x="72" y="29"/>
                    <a:pt x="72" y="29"/>
                  </a:cubicBez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pic>
          <p:nvPicPr>
            <p:cNvPr id="16" name="Accenture Black"/>
            <p:cNvPicPr>
              <a:picLocks noChangeAspect="1"/>
            </p:cNvPicPr>
            <p:nvPr userDrawn="1"/>
          </p:nvPicPr>
          <p:blipFill>
            <a:blip r:embed="rId23" cstate="hqprint">
              <a:extLst>
                <a:ext uri="{28A0092B-C50C-407E-A947-70E740481C1C}">
                  <a14:useLocalDpi xmlns:a14="http://schemas.microsoft.com/office/drawing/2010/main"/>
                </a:ext>
              </a:extLst>
            </a:blip>
            <a:stretch>
              <a:fillRect/>
            </a:stretch>
          </p:blipFill>
          <p:spPr>
            <a:xfrm>
              <a:off x="476250" y="641561"/>
              <a:ext cx="2195577" cy="391107"/>
            </a:xfrm>
            <a:prstGeom prst="rect">
              <a:avLst/>
            </a:prstGeom>
          </p:spPr>
        </p:pic>
      </p:grpSp>
      <p:cxnSp>
        <p:nvCxnSpPr>
          <p:cNvPr id="42" name="Straight Connector 41">
            <a:extLst>
              <a:ext uri="{FF2B5EF4-FFF2-40B4-BE49-F238E27FC236}">
                <a16:creationId xmlns:a16="http://schemas.microsoft.com/office/drawing/2014/main" id="{07479CC7-2DA4-45D0-A9AC-C645D6FEC15D}"/>
              </a:ext>
            </a:extLst>
          </p:cNvPr>
          <p:cNvCxnSpPr/>
          <p:nvPr userDrawn="1"/>
        </p:nvCxnSpPr>
        <p:spPr>
          <a:xfrm>
            <a:off x="-252640" y="1673414"/>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B5C5117-EADE-4CC7-AC01-C0944597321F}"/>
              </a:ext>
            </a:extLst>
          </p:cNvPr>
          <p:cNvCxnSpPr/>
          <p:nvPr userDrawn="1"/>
        </p:nvCxnSpPr>
        <p:spPr>
          <a:xfrm>
            <a:off x="-252640" y="182996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91870516-6B78-4CB3-8D24-F55DF2343A5C}"/>
              </a:ext>
            </a:extLst>
          </p:cNvPr>
          <p:cNvSpPr txBox="1"/>
          <p:nvPr userDrawn="1"/>
        </p:nvSpPr>
        <p:spPr>
          <a:xfrm>
            <a:off x="-1980884" y="1878613"/>
            <a:ext cx="1778865" cy="222546"/>
          </a:xfrm>
          <a:prstGeom prst="rect">
            <a:avLst/>
          </a:prstGeom>
          <a:noFill/>
        </p:spPr>
        <p:txBody>
          <a:bodyPr wrap="square" lIns="0" tIns="0" rIns="0" bIns="0" rtlCol="0" anchor="ctr">
            <a:noAutofit/>
          </a:bodyPr>
          <a:lstStyle/>
          <a:p>
            <a:pPr algn="r"/>
            <a:r>
              <a:rPr lang="en-US" sz="1000">
                <a:latin typeface="+mn-lt"/>
              </a:rPr>
              <a:t>Upper Guide Content</a:t>
            </a:r>
          </a:p>
        </p:txBody>
      </p:sp>
      <p:sp>
        <p:nvSpPr>
          <p:cNvPr id="53" name="TextBox 52">
            <a:extLst>
              <a:ext uri="{FF2B5EF4-FFF2-40B4-BE49-F238E27FC236}">
                <a16:creationId xmlns:a16="http://schemas.microsoft.com/office/drawing/2014/main" id="{A094826E-1E57-4600-94A7-1221602CFFBE}"/>
              </a:ext>
            </a:extLst>
          </p:cNvPr>
          <p:cNvSpPr txBox="1"/>
          <p:nvPr userDrawn="1"/>
        </p:nvSpPr>
        <p:spPr>
          <a:xfrm>
            <a:off x="-1860884" y="142551"/>
            <a:ext cx="1776000" cy="144000"/>
          </a:xfrm>
          <a:prstGeom prst="rect">
            <a:avLst/>
          </a:prstGeom>
          <a:noFill/>
        </p:spPr>
        <p:txBody>
          <a:bodyPr wrap="square" lIns="0" tIns="0" rIns="0" bIns="0" rtlCol="0" anchor="ctr">
            <a:noAutofit/>
          </a:bodyPr>
          <a:lstStyle/>
          <a:p>
            <a:pPr algn="r"/>
            <a:r>
              <a:rPr lang="en-US" sz="1000">
                <a:latin typeface="+mn-lt"/>
              </a:rPr>
              <a:t>Tagline</a:t>
            </a:r>
          </a:p>
        </p:txBody>
      </p:sp>
      <p:cxnSp>
        <p:nvCxnSpPr>
          <p:cNvPr id="54" name="Straight Connector 53">
            <a:extLst>
              <a:ext uri="{FF2B5EF4-FFF2-40B4-BE49-F238E27FC236}">
                <a16:creationId xmlns:a16="http://schemas.microsoft.com/office/drawing/2014/main" id="{3A08F006-A6D5-4923-B046-51628FCD5ECF}"/>
              </a:ext>
            </a:extLst>
          </p:cNvPr>
          <p:cNvCxnSpPr>
            <a:cxnSpLocks/>
          </p:cNvCxnSpPr>
          <p:nvPr userDrawn="1"/>
        </p:nvCxnSpPr>
        <p:spPr>
          <a:xfrm flipV="1">
            <a:off x="-252640" y="37662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BD4440BC-CB04-42CD-8238-26BD3339147E}"/>
              </a:ext>
            </a:extLst>
          </p:cNvPr>
          <p:cNvSpPr txBox="1"/>
          <p:nvPr userDrawn="1"/>
        </p:nvSpPr>
        <p:spPr>
          <a:xfrm>
            <a:off x="-1860720" y="2836100"/>
            <a:ext cx="1536000" cy="180000"/>
          </a:xfrm>
          <a:prstGeom prst="rect">
            <a:avLst/>
          </a:prstGeom>
          <a:noFill/>
        </p:spPr>
        <p:txBody>
          <a:bodyPr wrap="square" lIns="0" tIns="0" rIns="132923" bIns="0" rtlCol="0" anchor="ctr">
            <a:noAutofit/>
          </a:bodyPr>
          <a:lstStyle/>
          <a:p>
            <a:pPr algn="r"/>
            <a:r>
              <a:rPr lang="en-US" sz="1000">
                <a:latin typeface="+mn-lt"/>
              </a:rPr>
              <a:t>Accent </a:t>
            </a:r>
            <a:r>
              <a:rPr lang="en-US" sz="1000" baseline="0">
                <a:latin typeface="+mn-lt"/>
              </a:rPr>
              <a:t>3</a:t>
            </a:r>
            <a:endParaRPr lang="en-US" sz="1000">
              <a:latin typeface="+mn-lt"/>
            </a:endParaRPr>
          </a:p>
        </p:txBody>
      </p:sp>
      <p:sp>
        <p:nvSpPr>
          <p:cNvPr id="56" name="Rectangle 55">
            <a:extLst>
              <a:ext uri="{FF2B5EF4-FFF2-40B4-BE49-F238E27FC236}">
                <a16:creationId xmlns:a16="http://schemas.microsoft.com/office/drawing/2014/main" id="{F24F6937-0C6D-4C9F-AB4C-DDCB80FAA35D}"/>
              </a:ext>
            </a:extLst>
          </p:cNvPr>
          <p:cNvSpPr/>
          <p:nvPr userDrawn="1"/>
        </p:nvSpPr>
        <p:spPr bwMode="gray">
          <a:xfrm>
            <a:off x="-324720" y="2836102"/>
            <a:ext cx="180000" cy="180000"/>
          </a:xfrm>
          <a:prstGeom prst="rect">
            <a:avLst/>
          </a:prstGeom>
          <a:solidFill>
            <a:srgbClr val="460073"/>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57" name="TextBox 56">
            <a:extLst>
              <a:ext uri="{FF2B5EF4-FFF2-40B4-BE49-F238E27FC236}">
                <a16:creationId xmlns:a16="http://schemas.microsoft.com/office/drawing/2014/main" id="{EB86341F-EE5D-4AC6-9152-F967F8C48252}"/>
              </a:ext>
            </a:extLst>
          </p:cNvPr>
          <p:cNvSpPr txBox="1"/>
          <p:nvPr userDrawn="1"/>
        </p:nvSpPr>
        <p:spPr>
          <a:xfrm>
            <a:off x="-1860720" y="2407438"/>
            <a:ext cx="1536000" cy="180000"/>
          </a:xfrm>
          <a:prstGeom prst="rect">
            <a:avLst/>
          </a:prstGeom>
          <a:noFill/>
        </p:spPr>
        <p:txBody>
          <a:bodyPr wrap="square" lIns="0" tIns="0" rIns="132923" bIns="0" rtlCol="0" anchor="ctr">
            <a:noAutofit/>
          </a:bodyPr>
          <a:lstStyle/>
          <a:p>
            <a:pPr algn="r"/>
            <a:r>
              <a:rPr lang="en-US" sz="1000">
                <a:latin typeface="+mn-lt"/>
              </a:rPr>
              <a:t>Accent 1</a:t>
            </a:r>
          </a:p>
        </p:txBody>
      </p:sp>
      <p:sp>
        <p:nvSpPr>
          <p:cNvPr id="58" name="Rectangle 57">
            <a:extLst>
              <a:ext uri="{FF2B5EF4-FFF2-40B4-BE49-F238E27FC236}">
                <a16:creationId xmlns:a16="http://schemas.microsoft.com/office/drawing/2014/main" id="{D4A79C3B-2F1B-482D-AE91-32F3AB4E0BE9}"/>
              </a:ext>
            </a:extLst>
          </p:cNvPr>
          <p:cNvSpPr/>
          <p:nvPr userDrawn="1"/>
        </p:nvSpPr>
        <p:spPr bwMode="gray">
          <a:xfrm>
            <a:off x="-324720" y="2407438"/>
            <a:ext cx="180000" cy="180000"/>
          </a:xfrm>
          <a:prstGeom prst="rect">
            <a:avLst/>
          </a:prstGeom>
          <a:solidFill>
            <a:srgbClr val="A100FF"/>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59" name="Rectangle 58">
            <a:extLst>
              <a:ext uri="{FF2B5EF4-FFF2-40B4-BE49-F238E27FC236}">
                <a16:creationId xmlns:a16="http://schemas.microsoft.com/office/drawing/2014/main" id="{A21D7ABB-9A69-4B81-A34C-12043F950B2F}"/>
              </a:ext>
            </a:extLst>
          </p:cNvPr>
          <p:cNvSpPr/>
          <p:nvPr userDrawn="1"/>
        </p:nvSpPr>
        <p:spPr bwMode="gray">
          <a:xfrm>
            <a:off x="-324720" y="2621770"/>
            <a:ext cx="180000" cy="180000"/>
          </a:xfrm>
          <a:prstGeom prst="rect">
            <a:avLst/>
          </a:prstGeom>
          <a:solidFill>
            <a:srgbClr val="7500C0"/>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mn-lt"/>
            </a:endParaRPr>
          </a:p>
        </p:txBody>
      </p:sp>
      <p:sp>
        <p:nvSpPr>
          <p:cNvPr id="60" name="TextBox 59">
            <a:extLst>
              <a:ext uri="{FF2B5EF4-FFF2-40B4-BE49-F238E27FC236}">
                <a16:creationId xmlns:a16="http://schemas.microsoft.com/office/drawing/2014/main" id="{70B722A6-5A9F-4228-B2EA-5F09FEB7C46F}"/>
              </a:ext>
            </a:extLst>
          </p:cNvPr>
          <p:cNvSpPr txBox="1"/>
          <p:nvPr userDrawn="1"/>
        </p:nvSpPr>
        <p:spPr>
          <a:xfrm>
            <a:off x="-1860720" y="2621769"/>
            <a:ext cx="1536000" cy="180000"/>
          </a:xfrm>
          <a:prstGeom prst="rect">
            <a:avLst/>
          </a:prstGeom>
          <a:noFill/>
        </p:spPr>
        <p:txBody>
          <a:bodyPr wrap="square" lIns="0" tIns="0" rIns="132923" bIns="0" rtlCol="0" anchor="ctr">
            <a:noAutofit/>
          </a:bodyPr>
          <a:lstStyle/>
          <a:p>
            <a:pPr algn="r"/>
            <a:r>
              <a:rPr lang="en-US" sz="1000">
                <a:latin typeface="+mn-lt"/>
              </a:rPr>
              <a:t>Accent 2</a:t>
            </a:r>
          </a:p>
        </p:txBody>
      </p:sp>
      <p:sp>
        <p:nvSpPr>
          <p:cNvPr id="61" name="Rectangle 60">
            <a:extLst>
              <a:ext uri="{FF2B5EF4-FFF2-40B4-BE49-F238E27FC236}">
                <a16:creationId xmlns:a16="http://schemas.microsoft.com/office/drawing/2014/main" id="{8AAA228A-557E-4C39-A772-3CF97BEFC076}"/>
              </a:ext>
            </a:extLst>
          </p:cNvPr>
          <p:cNvSpPr/>
          <p:nvPr userDrawn="1"/>
        </p:nvSpPr>
        <p:spPr bwMode="gray">
          <a:xfrm>
            <a:off x="-324720" y="4026766"/>
            <a:ext cx="180000" cy="180000"/>
          </a:xfrm>
          <a:prstGeom prst="rect">
            <a:avLst/>
          </a:prstGeom>
          <a:solidFill>
            <a:srgbClr val="BEBEBE"/>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62" name="Rectangle 61">
            <a:extLst>
              <a:ext uri="{FF2B5EF4-FFF2-40B4-BE49-F238E27FC236}">
                <a16:creationId xmlns:a16="http://schemas.microsoft.com/office/drawing/2014/main" id="{AFE77D7A-4CFC-4C9C-8B9E-BB363AA855A8}"/>
              </a:ext>
            </a:extLst>
          </p:cNvPr>
          <p:cNvSpPr/>
          <p:nvPr userDrawn="1"/>
        </p:nvSpPr>
        <p:spPr bwMode="gray">
          <a:xfrm>
            <a:off x="-324720" y="4241098"/>
            <a:ext cx="180000" cy="180000"/>
          </a:xfrm>
          <a:prstGeom prst="rect">
            <a:avLst/>
          </a:prstGeom>
          <a:solidFill>
            <a:srgbClr val="969696"/>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66" name="TextBox 65">
            <a:extLst>
              <a:ext uri="{FF2B5EF4-FFF2-40B4-BE49-F238E27FC236}">
                <a16:creationId xmlns:a16="http://schemas.microsoft.com/office/drawing/2014/main" id="{CCD8E010-C5D2-46C2-9A32-8E5B7E35B487}"/>
              </a:ext>
            </a:extLst>
          </p:cNvPr>
          <p:cNvSpPr txBox="1"/>
          <p:nvPr userDrawn="1"/>
        </p:nvSpPr>
        <p:spPr>
          <a:xfrm>
            <a:off x="-1860720" y="4669756"/>
            <a:ext cx="1536000" cy="180000"/>
          </a:xfrm>
          <a:prstGeom prst="rect">
            <a:avLst/>
          </a:prstGeom>
          <a:noFill/>
        </p:spPr>
        <p:txBody>
          <a:bodyPr wrap="square" lIns="0" tIns="0" rIns="132923" bIns="0" rtlCol="0" anchor="ctr">
            <a:noAutofit/>
          </a:bodyPr>
          <a:lstStyle/>
          <a:p>
            <a:pPr algn="r"/>
            <a:r>
              <a:rPr lang="en-US" sz="1000">
                <a:latin typeface="+mn-lt"/>
              </a:rPr>
              <a:t>White</a:t>
            </a:r>
          </a:p>
        </p:txBody>
      </p:sp>
      <p:sp>
        <p:nvSpPr>
          <p:cNvPr id="67" name="Rectangle 66">
            <a:extLst>
              <a:ext uri="{FF2B5EF4-FFF2-40B4-BE49-F238E27FC236}">
                <a16:creationId xmlns:a16="http://schemas.microsoft.com/office/drawing/2014/main" id="{CDA0A7AF-D4D9-44CF-9BE8-DD9DC1A44FD8}"/>
              </a:ext>
            </a:extLst>
          </p:cNvPr>
          <p:cNvSpPr/>
          <p:nvPr userDrawn="1"/>
        </p:nvSpPr>
        <p:spPr bwMode="gray">
          <a:xfrm>
            <a:off x="-324720" y="4455430"/>
            <a:ext cx="180000" cy="180000"/>
          </a:xfrm>
          <a:prstGeom prst="rect">
            <a:avLst/>
          </a:prstGeom>
          <a:solidFill>
            <a:srgbClr val="5A5A5A"/>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68" name="Rectangle 67">
            <a:extLst>
              <a:ext uri="{FF2B5EF4-FFF2-40B4-BE49-F238E27FC236}">
                <a16:creationId xmlns:a16="http://schemas.microsoft.com/office/drawing/2014/main" id="{C8FDEF55-5AE6-4F51-9AB1-2A01B12209A5}"/>
              </a:ext>
            </a:extLst>
          </p:cNvPr>
          <p:cNvSpPr/>
          <p:nvPr userDrawn="1"/>
        </p:nvSpPr>
        <p:spPr bwMode="gray">
          <a:xfrm>
            <a:off x="-324720" y="4669759"/>
            <a:ext cx="180000" cy="180000"/>
          </a:xfrm>
          <a:prstGeom prst="rect">
            <a:avLst/>
          </a:prstGeom>
          <a:solidFill>
            <a:schemeClr val="bg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69" name="Rectangle 68">
            <a:extLst>
              <a:ext uri="{FF2B5EF4-FFF2-40B4-BE49-F238E27FC236}">
                <a16:creationId xmlns:a16="http://schemas.microsoft.com/office/drawing/2014/main" id="{7D8DBC2C-EBF6-47B0-A9F2-626280A22922}"/>
              </a:ext>
            </a:extLst>
          </p:cNvPr>
          <p:cNvSpPr>
            <a:spLocks/>
          </p:cNvSpPr>
          <p:nvPr userDrawn="1"/>
        </p:nvSpPr>
        <p:spPr bwMode="gray">
          <a:xfrm>
            <a:off x="-324884" y="3812434"/>
            <a:ext cx="180000" cy="180000"/>
          </a:xfrm>
          <a:prstGeom prst="rect">
            <a:avLst/>
          </a:prstGeom>
          <a:solidFill>
            <a:schemeClr val="tx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algn="ctr">
              <a:spcAft>
                <a:spcPts val="0"/>
              </a:spcAft>
              <a:tabLst>
                <a:tab pos="265852" algn="l"/>
              </a:tabLst>
            </a:pPr>
            <a:endParaRPr lang="en-US" sz="985">
              <a:solidFill>
                <a:prstClr val="white"/>
              </a:solidFill>
              <a:latin typeface="Graphik Regular" panose="020B0503030202060203" pitchFamily="34" charset="0"/>
            </a:endParaRPr>
          </a:p>
        </p:txBody>
      </p:sp>
      <p:sp>
        <p:nvSpPr>
          <p:cNvPr id="70" name="TextBox 69">
            <a:extLst>
              <a:ext uri="{FF2B5EF4-FFF2-40B4-BE49-F238E27FC236}">
                <a16:creationId xmlns:a16="http://schemas.microsoft.com/office/drawing/2014/main" id="{95F7FB30-5365-4E30-AB30-E61D6A2837A9}"/>
              </a:ext>
            </a:extLst>
          </p:cNvPr>
          <p:cNvSpPr txBox="1"/>
          <p:nvPr userDrawn="1"/>
        </p:nvSpPr>
        <p:spPr>
          <a:xfrm>
            <a:off x="-1860884" y="3812431"/>
            <a:ext cx="1536000" cy="180000"/>
          </a:xfrm>
          <a:prstGeom prst="rect">
            <a:avLst/>
          </a:prstGeom>
          <a:noFill/>
        </p:spPr>
        <p:txBody>
          <a:bodyPr wrap="square" lIns="0" tIns="0" rIns="132923" bIns="0" rtlCol="0" anchor="ctr">
            <a:noAutofit/>
          </a:bodyPr>
          <a:lstStyle/>
          <a:p>
            <a:pPr algn="r"/>
            <a:r>
              <a:rPr lang="en-US" sz="1000">
                <a:latin typeface="+mn-lt"/>
              </a:rPr>
              <a:t>Black (Text)</a:t>
            </a:r>
          </a:p>
        </p:txBody>
      </p:sp>
      <p:sp>
        <p:nvSpPr>
          <p:cNvPr id="71" name="TextBox 70">
            <a:extLst>
              <a:ext uri="{FF2B5EF4-FFF2-40B4-BE49-F238E27FC236}">
                <a16:creationId xmlns:a16="http://schemas.microsoft.com/office/drawing/2014/main" id="{1D314010-C0A5-4213-8941-8E348B283053}"/>
              </a:ext>
            </a:extLst>
          </p:cNvPr>
          <p:cNvSpPr txBox="1"/>
          <p:nvPr userDrawn="1"/>
        </p:nvSpPr>
        <p:spPr>
          <a:xfrm>
            <a:off x="-2100884" y="1510032"/>
            <a:ext cx="1776000" cy="144000"/>
          </a:xfrm>
          <a:prstGeom prst="rect">
            <a:avLst/>
          </a:prstGeom>
          <a:noFill/>
        </p:spPr>
        <p:txBody>
          <a:bodyPr wrap="square" lIns="0" tIns="0" rIns="0" bIns="0" rtlCol="0" anchor="ctr">
            <a:noAutofit/>
          </a:bodyPr>
          <a:lstStyle/>
          <a:p>
            <a:pPr algn="r"/>
            <a:r>
              <a:rPr lang="en-US" sz="1000">
                <a:latin typeface="+mn-lt"/>
              </a:rPr>
              <a:t>Headline Line</a:t>
            </a:r>
          </a:p>
        </p:txBody>
      </p:sp>
      <p:cxnSp>
        <p:nvCxnSpPr>
          <p:cNvPr id="72" name="Straight Connector 71">
            <a:extLst>
              <a:ext uri="{FF2B5EF4-FFF2-40B4-BE49-F238E27FC236}">
                <a16:creationId xmlns:a16="http://schemas.microsoft.com/office/drawing/2014/main" id="{A838DE62-551A-4600-8317-7E124042656F}"/>
              </a:ext>
            </a:extLst>
          </p:cNvPr>
          <p:cNvCxnSpPr/>
          <p:nvPr userDrawn="1"/>
        </p:nvCxnSpPr>
        <p:spPr>
          <a:xfrm>
            <a:off x="-272960" y="651510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A66494F1-DB4F-4593-8384-B4B8AE9482CB}"/>
              </a:ext>
            </a:extLst>
          </p:cNvPr>
          <p:cNvSpPr txBox="1"/>
          <p:nvPr userDrawn="1"/>
        </p:nvSpPr>
        <p:spPr>
          <a:xfrm>
            <a:off x="-1920720" y="6601618"/>
            <a:ext cx="1776000" cy="144000"/>
          </a:xfrm>
          <a:prstGeom prst="rect">
            <a:avLst/>
          </a:prstGeom>
          <a:noFill/>
        </p:spPr>
        <p:txBody>
          <a:bodyPr wrap="square" lIns="0" tIns="0" rIns="0" bIns="0" rtlCol="0" anchor="ctr">
            <a:noAutofit/>
          </a:bodyPr>
          <a:lstStyle/>
          <a:p>
            <a:pPr algn="r"/>
            <a:r>
              <a:rPr lang="en-US" sz="1000">
                <a:latin typeface="+mn-lt"/>
              </a:rPr>
              <a:t>Footer</a:t>
            </a:r>
          </a:p>
        </p:txBody>
      </p:sp>
      <p:sp>
        <p:nvSpPr>
          <p:cNvPr id="74" name="TextBox 73">
            <a:extLst>
              <a:ext uri="{FF2B5EF4-FFF2-40B4-BE49-F238E27FC236}">
                <a16:creationId xmlns:a16="http://schemas.microsoft.com/office/drawing/2014/main" id="{1CF6A70B-CC0B-4F42-B680-EB7E008A7183}"/>
              </a:ext>
            </a:extLst>
          </p:cNvPr>
          <p:cNvSpPr txBox="1"/>
          <p:nvPr userDrawn="1"/>
        </p:nvSpPr>
        <p:spPr>
          <a:xfrm>
            <a:off x="420713" y="-233053"/>
            <a:ext cx="1871812" cy="127639"/>
          </a:xfrm>
          <a:prstGeom prst="rect">
            <a:avLst/>
          </a:prstGeom>
          <a:noFill/>
        </p:spPr>
        <p:txBody>
          <a:bodyPr wrap="square" lIns="88615" tIns="0" rIns="0" bIns="0" rtlCol="0" anchor="ctr">
            <a:noAutofit/>
          </a:bodyPr>
          <a:lstStyle/>
          <a:p>
            <a:r>
              <a:rPr lang="en-US" sz="1000">
                <a:latin typeface="+mn-lt"/>
              </a:rPr>
              <a:t>Begin Content</a:t>
            </a:r>
            <a:r>
              <a:rPr lang="en-US" sz="1000" baseline="0">
                <a:latin typeface="+mn-lt"/>
              </a:rPr>
              <a:t> </a:t>
            </a:r>
            <a:r>
              <a:rPr lang="en-US" sz="1000">
                <a:latin typeface="+mn-lt"/>
              </a:rPr>
              <a:t>Area</a:t>
            </a:r>
          </a:p>
        </p:txBody>
      </p:sp>
      <p:sp>
        <p:nvSpPr>
          <p:cNvPr id="75" name="TextBox 74">
            <a:extLst>
              <a:ext uri="{FF2B5EF4-FFF2-40B4-BE49-F238E27FC236}">
                <a16:creationId xmlns:a16="http://schemas.microsoft.com/office/drawing/2014/main" id="{20F3B2A5-59F6-40BD-A112-DC7672785BDD}"/>
              </a:ext>
            </a:extLst>
          </p:cNvPr>
          <p:cNvSpPr txBox="1"/>
          <p:nvPr userDrawn="1"/>
        </p:nvSpPr>
        <p:spPr>
          <a:xfrm>
            <a:off x="10028974" y="-222232"/>
            <a:ext cx="1827269" cy="144000"/>
          </a:xfrm>
          <a:prstGeom prst="rect">
            <a:avLst/>
          </a:prstGeom>
          <a:noFill/>
        </p:spPr>
        <p:txBody>
          <a:bodyPr wrap="square" lIns="0" tIns="0" rIns="88615" bIns="0" rtlCol="0" anchor="ctr">
            <a:noAutofit/>
          </a:bodyPr>
          <a:lstStyle/>
          <a:p>
            <a:pPr algn="r"/>
            <a:r>
              <a:rPr lang="en-US" sz="1000">
                <a:latin typeface="+mn-lt"/>
              </a:rPr>
              <a:t>End Content Area</a:t>
            </a:r>
          </a:p>
        </p:txBody>
      </p:sp>
      <p:sp>
        <p:nvSpPr>
          <p:cNvPr id="76" name="TextBox 75">
            <a:extLst>
              <a:ext uri="{FF2B5EF4-FFF2-40B4-BE49-F238E27FC236}">
                <a16:creationId xmlns:a16="http://schemas.microsoft.com/office/drawing/2014/main" id="{D288A0CD-9F37-456C-BE5D-17BCA620C46A}"/>
              </a:ext>
            </a:extLst>
          </p:cNvPr>
          <p:cNvSpPr txBox="1"/>
          <p:nvPr userDrawn="1"/>
        </p:nvSpPr>
        <p:spPr>
          <a:xfrm>
            <a:off x="6107205" y="-222232"/>
            <a:ext cx="1827269" cy="144000"/>
          </a:xfrm>
          <a:prstGeom prst="rect">
            <a:avLst/>
          </a:prstGeom>
          <a:noFill/>
        </p:spPr>
        <p:txBody>
          <a:bodyPr wrap="square" lIns="88615" tIns="0" rIns="0" bIns="0" rtlCol="0" anchor="ctr">
            <a:noAutofit/>
          </a:bodyPr>
          <a:lstStyle/>
          <a:p>
            <a:r>
              <a:rPr lang="en-US" sz="1000">
                <a:latin typeface="+mn-lt"/>
              </a:rPr>
              <a:t>Center Type Area</a:t>
            </a:r>
          </a:p>
        </p:txBody>
      </p:sp>
      <p:cxnSp>
        <p:nvCxnSpPr>
          <p:cNvPr id="77" name="Straight Connector 76">
            <a:extLst>
              <a:ext uri="{FF2B5EF4-FFF2-40B4-BE49-F238E27FC236}">
                <a16:creationId xmlns:a16="http://schemas.microsoft.com/office/drawing/2014/main" id="{0535C870-050B-473F-B595-B73D2E57ABCC}"/>
              </a:ext>
            </a:extLst>
          </p:cNvPr>
          <p:cNvCxnSpPr>
            <a:cxnSpLocks/>
          </p:cNvCxnSpPr>
          <p:nvPr userDrawn="1"/>
        </p:nvCxnSpPr>
        <p:spPr>
          <a:xfrm flipV="1">
            <a:off x="381000" y="-195414"/>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F54B4BF-9CE5-434D-B064-D6D5EFBDC90F}"/>
              </a:ext>
            </a:extLst>
          </p:cNvPr>
          <p:cNvCxnSpPr>
            <a:cxnSpLocks/>
          </p:cNvCxnSpPr>
          <p:nvPr userDrawn="1"/>
        </p:nvCxnSpPr>
        <p:spPr>
          <a:xfrm flipV="1">
            <a:off x="6096000" y="-195414"/>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A14D97B-6818-44CC-AAF3-B568B5C43348}"/>
              </a:ext>
            </a:extLst>
          </p:cNvPr>
          <p:cNvCxnSpPr>
            <a:cxnSpLocks/>
          </p:cNvCxnSpPr>
          <p:nvPr userDrawn="1"/>
        </p:nvCxnSpPr>
        <p:spPr>
          <a:xfrm flipV="1">
            <a:off x="11825060" y="-198712"/>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0F268EFF-FB50-4D32-AB09-37F97D260655}"/>
              </a:ext>
            </a:extLst>
          </p:cNvPr>
          <p:cNvSpPr txBox="1"/>
          <p:nvPr userDrawn="1"/>
        </p:nvSpPr>
        <p:spPr>
          <a:xfrm>
            <a:off x="-1406556" y="3229257"/>
            <a:ext cx="1827269" cy="144000"/>
          </a:xfrm>
          <a:prstGeom prst="rect">
            <a:avLst/>
          </a:prstGeom>
          <a:noFill/>
        </p:spPr>
        <p:txBody>
          <a:bodyPr wrap="square" lIns="88615" tIns="0" rIns="0" bIns="0" rtlCol="0" anchor="ctr">
            <a:noAutofit/>
          </a:bodyPr>
          <a:lstStyle/>
          <a:p>
            <a:r>
              <a:rPr lang="en-US" sz="1000">
                <a:latin typeface="+mn-lt"/>
              </a:rPr>
              <a:t>Center Type Area</a:t>
            </a:r>
          </a:p>
        </p:txBody>
      </p:sp>
      <p:cxnSp>
        <p:nvCxnSpPr>
          <p:cNvPr id="81" name="Straight Connector 80">
            <a:extLst>
              <a:ext uri="{FF2B5EF4-FFF2-40B4-BE49-F238E27FC236}">
                <a16:creationId xmlns:a16="http://schemas.microsoft.com/office/drawing/2014/main" id="{2A41D27C-D682-4546-BDFF-BB89C0A9B96D}"/>
              </a:ext>
            </a:extLst>
          </p:cNvPr>
          <p:cNvCxnSpPr/>
          <p:nvPr userDrawn="1"/>
        </p:nvCxnSpPr>
        <p:spPr>
          <a:xfrm>
            <a:off x="-249485" y="342900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45" name="TextBox 62">
            <a:extLst>
              <a:ext uri="{FF2B5EF4-FFF2-40B4-BE49-F238E27FC236}">
                <a16:creationId xmlns:a16="http://schemas.microsoft.com/office/drawing/2014/main" id="{E388EADB-FD07-4CE6-9C9C-F00055B9BC32}"/>
              </a:ext>
            </a:extLst>
          </p:cNvPr>
          <p:cNvSpPr txBox="1"/>
          <p:nvPr userDrawn="1"/>
        </p:nvSpPr>
        <p:spPr>
          <a:xfrm>
            <a:off x="-969476" y="4026762"/>
            <a:ext cx="576000" cy="608662"/>
          </a:xfrm>
          <a:prstGeom prst="rect">
            <a:avLst/>
          </a:prstGeom>
          <a:noFill/>
        </p:spPr>
        <p:txBody>
          <a:bodyPr wrap="square" lIns="0" tIns="0" rIns="0" bIns="0" rtlCol="0" anchor="ctr">
            <a:noAutofit/>
          </a:bodyPr>
          <a:lstStyle/>
          <a:p>
            <a:pPr algn="l"/>
            <a:r>
              <a:rPr lang="en-US" sz="1000" b="0" i="0" u="none" strike="noStrike" baseline="0">
                <a:solidFill>
                  <a:schemeClr val="tx1">
                    <a:lumMod val="100000"/>
                  </a:schemeClr>
                </a:solidFill>
                <a:latin typeface="Graphik" panose="020B0503030202060203" pitchFamily="34" charset="0"/>
              </a:rPr>
              <a:t>Grey 1</a:t>
            </a:r>
          </a:p>
          <a:p>
            <a:pPr algn="l"/>
            <a:r>
              <a:rPr lang="en-US" sz="1000" b="0" i="0" u="none" strike="noStrike" baseline="0">
                <a:solidFill>
                  <a:schemeClr val="tx1">
                    <a:lumMod val="100000"/>
                  </a:schemeClr>
                </a:solidFill>
                <a:latin typeface="Graphik" panose="020B0503030202060203" pitchFamily="34" charset="0"/>
              </a:rPr>
              <a:t>Grey 2</a:t>
            </a:r>
          </a:p>
          <a:p>
            <a:pPr algn="l"/>
            <a:r>
              <a:rPr lang="en-US" sz="1000" b="0" i="0" u="none" strike="noStrike" baseline="0">
                <a:solidFill>
                  <a:schemeClr val="tx1">
                    <a:lumMod val="100000"/>
                  </a:schemeClr>
                </a:solidFill>
                <a:latin typeface="Graphik" panose="020B0503030202060203" pitchFamily="34" charset="0"/>
              </a:rPr>
              <a:t>Grey 3</a:t>
            </a:r>
          </a:p>
        </p:txBody>
      </p:sp>
      <p:sp>
        <p:nvSpPr>
          <p:cNvPr id="49" name="Slide Number Placeholder 5">
            <a:extLst>
              <a:ext uri="{FF2B5EF4-FFF2-40B4-BE49-F238E27FC236}">
                <a16:creationId xmlns:a16="http://schemas.microsoft.com/office/drawing/2014/main" id="{5326E78E-E350-41FD-96F6-DC43EE03F687}"/>
              </a:ext>
            </a:extLst>
          </p:cNvPr>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63" name="AMC_Footer">
            <a:extLst>
              <a:ext uri="{FF2B5EF4-FFF2-40B4-BE49-F238E27FC236}">
                <a16:creationId xmlns:a16="http://schemas.microsoft.com/office/drawing/2014/main" id="{DE8D5AAC-94AB-4284-9297-8FC4F6EF5A28}"/>
              </a:ext>
            </a:extLst>
          </p:cNvPr>
          <p:cNvSpPr txBox="1">
            <a:spLocks/>
          </p:cNvSpPr>
          <p:nvPr userDrawn="1"/>
        </p:nvSpPr>
        <p:spPr>
          <a:xfrm>
            <a:off x="381000"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Tree>
    <p:extLst>
      <p:ext uri="{BB962C8B-B14F-4D97-AF65-F5344CB8AC3E}">
        <p14:creationId xmlns:p14="http://schemas.microsoft.com/office/powerpoint/2010/main" val="2789913066"/>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76" r:id="rId3"/>
    <p:sldLayoutId id="2147483792" r:id="rId4"/>
    <p:sldLayoutId id="2147483793" r:id="rId5"/>
    <p:sldLayoutId id="2147483795" r:id="rId6"/>
    <p:sldLayoutId id="2147483797" r:id="rId7"/>
    <p:sldLayoutId id="2147483798" r:id="rId8"/>
    <p:sldLayoutId id="2147483777" r:id="rId9"/>
    <p:sldLayoutId id="2147483779" r:id="rId10"/>
    <p:sldLayoutId id="2147483814" r:id="rId11"/>
  </p:sldLayoutIdLst>
  <p:hf hdr="0" ftr="0" dt="0"/>
  <p:txStyles>
    <p:titleStyle>
      <a:lvl1pPr algn="l" defTabSz="1734634" rtl="0" eaLnBrk="1" latinLnBrk="0" hangingPunct="1">
        <a:lnSpc>
          <a:spcPct val="80000"/>
        </a:lnSpc>
        <a:spcBef>
          <a:spcPct val="0"/>
        </a:spcBef>
        <a:buNone/>
        <a:defRPr sz="2800" b="0" i="0" kern="1200" cap="all" spc="-133" baseline="0">
          <a:solidFill>
            <a:schemeClr val="tx1"/>
          </a:solidFill>
          <a:latin typeface="+mj-lt"/>
          <a:ea typeface="Arial Black" charset="0"/>
          <a:cs typeface="Arial Black" charset="0"/>
        </a:defRPr>
      </a:lvl1pPr>
    </p:titleStyle>
    <p:bodyStyle>
      <a:lvl1pPr marL="0" indent="0" algn="l" defTabSz="1734634" rtl="0" eaLnBrk="1" latinLnBrk="0" hangingPunct="1">
        <a:lnSpc>
          <a:spcPct val="90000"/>
        </a:lnSpc>
        <a:spcBef>
          <a:spcPts val="800"/>
        </a:spcBef>
        <a:buFont typeface="Arial" charset="0"/>
        <a:buNone/>
        <a:defRPr sz="1800" b="1" i="0" kern="1200" cap="none" baseline="0">
          <a:solidFill>
            <a:schemeClr val="tx1"/>
          </a:solidFill>
          <a:latin typeface="+mn-lt"/>
          <a:ea typeface="Arial Black" charset="0"/>
          <a:cs typeface="Arial Black" charset="0"/>
        </a:defRPr>
      </a:lvl1pPr>
      <a:lvl2pPr marL="182875" indent="-182875" algn="l" defTabSz="1734634" rtl="0" eaLnBrk="1" latinLnBrk="0" hangingPunct="1">
        <a:lnSpc>
          <a:spcPct val="90000"/>
        </a:lnSpc>
        <a:spcBef>
          <a:spcPts val="800"/>
        </a:spcBef>
        <a:buFont typeface="Arial" charset="0"/>
        <a:buChar char="•"/>
        <a:defRPr sz="1800" b="1" i="0" kern="1200" cap="none" baseline="0">
          <a:solidFill>
            <a:schemeClr val="tx1"/>
          </a:solidFill>
          <a:latin typeface="+mn-lt"/>
          <a:ea typeface="Arial Black" charset="0"/>
          <a:cs typeface="Arial Black" charset="0"/>
        </a:defRPr>
      </a:lvl2pPr>
      <a:lvl3pPr marL="365751" indent="-182875" algn="l" defTabSz="1734634" rtl="0" eaLnBrk="1" latinLnBrk="0" hangingPunct="1">
        <a:lnSpc>
          <a:spcPct val="90000"/>
        </a:lnSpc>
        <a:spcBef>
          <a:spcPts val="800"/>
        </a:spcBef>
        <a:buFont typeface="Arial" charset="0"/>
        <a:buChar char="•"/>
        <a:defRPr sz="1800" b="1" i="0" kern="1200" cap="none" baseline="0">
          <a:solidFill>
            <a:schemeClr val="tx1"/>
          </a:solidFill>
          <a:latin typeface="+mn-lt"/>
          <a:ea typeface="Arial Black" charset="0"/>
          <a:cs typeface="Arial Black" charset="0"/>
        </a:defRPr>
      </a:lvl3pPr>
      <a:lvl4pPr marL="0" indent="0" algn="l" defTabSz="1734634" rtl="0" eaLnBrk="1" latinLnBrk="0" hangingPunct="1">
        <a:lnSpc>
          <a:spcPct val="90000"/>
        </a:lnSpc>
        <a:spcBef>
          <a:spcPts val="800"/>
        </a:spcBef>
        <a:buFont typeface="Arial" charset="0"/>
        <a:buNone/>
        <a:defRPr sz="1800" b="0" i="0" kern="1200" cap="none" baseline="0">
          <a:solidFill>
            <a:schemeClr val="tx2"/>
          </a:solidFill>
          <a:latin typeface="+mn-lt"/>
          <a:ea typeface="Arial Black" charset="0"/>
          <a:cs typeface="Arial Black" charset="0"/>
        </a:defRPr>
      </a:lvl4pPr>
      <a:lvl5pPr marL="182875" indent="-182875" algn="l" defTabSz="1734634" rtl="0" eaLnBrk="1" latinLnBrk="0" hangingPunct="1">
        <a:lnSpc>
          <a:spcPct val="90000"/>
        </a:lnSpc>
        <a:spcBef>
          <a:spcPts val="800"/>
        </a:spcBef>
        <a:buFont typeface="Arial" charset="0"/>
        <a:buChar char="•"/>
        <a:defRPr sz="1800" b="0" i="0" kern="1200" cap="none" baseline="0">
          <a:solidFill>
            <a:schemeClr val="tx2"/>
          </a:solidFill>
          <a:latin typeface="+mn-lt"/>
          <a:ea typeface="Arial Black" charset="0"/>
          <a:cs typeface="Arial Black" charset="0"/>
        </a:defRPr>
      </a:lvl5pPr>
      <a:lvl6pPr marL="365751" indent="-182875" algn="l" defTabSz="1734634" rtl="0" eaLnBrk="1" latinLnBrk="0" hangingPunct="1">
        <a:lnSpc>
          <a:spcPct val="90000"/>
        </a:lnSpc>
        <a:spcBef>
          <a:spcPts val="800"/>
        </a:spcBef>
        <a:buFont typeface="Arial" charset="0"/>
        <a:buChar char="•"/>
        <a:defRPr sz="2133" b="1" i="0" kern="1200" cap="none" baseline="0">
          <a:solidFill>
            <a:schemeClr val="tx2"/>
          </a:solidFill>
          <a:latin typeface="Arial Bold" charset="0"/>
          <a:ea typeface="Arial Bold" charset="0"/>
          <a:cs typeface="Arial Bold" charset="0"/>
        </a:defRPr>
      </a:lvl6pPr>
      <a:lvl7pPr marL="0" indent="0" algn="l" defTabSz="1734634" rtl="0" eaLnBrk="1" latinLnBrk="0" hangingPunct="1">
        <a:lnSpc>
          <a:spcPct val="90000"/>
        </a:lnSpc>
        <a:spcBef>
          <a:spcPts val="800"/>
        </a:spcBef>
        <a:buFont typeface="Arial" charset="0"/>
        <a:buNone/>
        <a:defRPr sz="1867" b="1" i="0" kern="1200" cap="none" baseline="0">
          <a:solidFill>
            <a:schemeClr val="tx1"/>
          </a:solidFill>
          <a:latin typeface="Arial Bold" charset="0"/>
          <a:ea typeface="Arial Bold" charset="0"/>
          <a:cs typeface="Arial Bold" charset="0"/>
        </a:defRPr>
      </a:lvl7pPr>
      <a:lvl8pPr marL="182875" indent="-182875" algn="l" defTabSz="1734634" rtl="0" eaLnBrk="1" latinLnBrk="0" hangingPunct="1">
        <a:lnSpc>
          <a:spcPct val="90000"/>
        </a:lnSpc>
        <a:spcBef>
          <a:spcPts val="800"/>
        </a:spcBef>
        <a:buFont typeface="Arial" charset="0"/>
        <a:buChar char="•"/>
        <a:defRPr sz="1867" b="1" i="0" kern="1200" cap="none" baseline="0">
          <a:solidFill>
            <a:schemeClr val="tx1"/>
          </a:solidFill>
          <a:latin typeface="Arial Bold" charset="0"/>
          <a:ea typeface="Arial Bold" charset="0"/>
          <a:cs typeface="Arial Bold" charset="0"/>
        </a:defRPr>
      </a:lvl8pPr>
      <a:lvl9pPr marL="365751" indent="-182875" algn="l" defTabSz="1734634" rtl="0" eaLnBrk="1" latinLnBrk="0" hangingPunct="1">
        <a:lnSpc>
          <a:spcPct val="90000"/>
        </a:lnSpc>
        <a:spcBef>
          <a:spcPts val="800"/>
        </a:spcBef>
        <a:buFont typeface="Arial" charset="0"/>
        <a:buChar char="•"/>
        <a:defRPr sz="1867" b="1" i="0" kern="1200" cap="none" baseline="0">
          <a:solidFill>
            <a:schemeClr val="tx1"/>
          </a:solidFill>
          <a:latin typeface="Arial Bold" charset="0"/>
          <a:ea typeface="Arial Black" charset="0"/>
          <a:cs typeface="Arial Black" charset="0"/>
        </a:defRPr>
      </a:lvl9pPr>
    </p:bodyStyle>
    <p:otherStyle>
      <a:defPPr>
        <a:defRPr lang="en-US"/>
      </a:defPPr>
      <a:lvl1pPr marL="0" algn="l" defTabSz="1734634" rtl="0" eaLnBrk="1" latinLnBrk="0" hangingPunct="1">
        <a:defRPr sz="3467" kern="1200">
          <a:solidFill>
            <a:schemeClr val="tx1"/>
          </a:solidFill>
          <a:latin typeface="+mn-lt"/>
          <a:ea typeface="+mn-ea"/>
          <a:cs typeface="+mn-cs"/>
        </a:defRPr>
      </a:lvl1pPr>
      <a:lvl2pPr marL="867317" algn="l" defTabSz="1734634" rtl="0" eaLnBrk="1" latinLnBrk="0" hangingPunct="1">
        <a:defRPr sz="3467" kern="1200">
          <a:solidFill>
            <a:schemeClr val="tx1"/>
          </a:solidFill>
          <a:latin typeface="+mn-lt"/>
          <a:ea typeface="+mn-ea"/>
          <a:cs typeface="+mn-cs"/>
        </a:defRPr>
      </a:lvl2pPr>
      <a:lvl3pPr marL="1734634" algn="l" defTabSz="1734634" rtl="0" eaLnBrk="1" latinLnBrk="0" hangingPunct="1">
        <a:defRPr sz="3467" kern="1200">
          <a:solidFill>
            <a:schemeClr val="tx1"/>
          </a:solidFill>
          <a:latin typeface="+mn-lt"/>
          <a:ea typeface="+mn-ea"/>
          <a:cs typeface="+mn-cs"/>
        </a:defRPr>
      </a:lvl3pPr>
      <a:lvl4pPr marL="2601951" algn="l" defTabSz="1734634" rtl="0" eaLnBrk="1" latinLnBrk="0" hangingPunct="1">
        <a:defRPr sz="3467" kern="1200">
          <a:solidFill>
            <a:schemeClr val="tx1"/>
          </a:solidFill>
          <a:latin typeface="+mn-lt"/>
          <a:ea typeface="+mn-ea"/>
          <a:cs typeface="+mn-cs"/>
        </a:defRPr>
      </a:lvl4pPr>
      <a:lvl5pPr marL="3469269" algn="l" defTabSz="1734634" rtl="0" eaLnBrk="1" latinLnBrk="0" hangingPunct="1">
        <a:defRPr sz="3467" kern="1200">
          <a:solidFill>
            <a:schemeClr val="tx1"/>
          </a:solidFill>
          <a:latin typeface="+mn-lt"/>
          <a:ea typeface="+mn-ea"/>
          <a:cs typeface="+mn-cs"/>
        </a:defRPr>
      </a:lvl5pPr>
      <a:lvl6pPr marL="4336586" algn="l" defTabSz="1734634" rtl="0" eaLnBrk="1" latinLnBrk="0" hangingPunct="1">
        <a:defRPr sz="3467" kern="1200">
          <a:solidFill>
            <a:schemeClr val="tx1"/>
          </a:solidFill>
          <a:latin typeface="+mn-lt"/>
          <a:ea typeface="+mn-ea"/>
          <a:cs typeface="+mn-cs"/>
        </a:defRPr>
      </a:lvl6pPr>
      <a:lvl7pPr marL="5203903" algn="l" defTabSz="1734634" rtl="0" eaLnBrk="1" latinLnBrk="0" hangingPunct="1">
        <a:defRPr sz="3467" kern="1200">
          <a:solidFill>
            <a:schemeClr val="tx1"/>
          </a:solidFill>
          <a:latin typeface="+mn-lt"/>
          <a:ea typeface="+mn-ea"/>
          <a:cs typeface="+mn-cs"/>
        </a:defRPr>
      </a:lvl7pPr>
      <a:lvl8pPr marL="6071220" algn="l" defTabSz="1734634" rtl="0" eaLnBrk="1" latinLnBrk="0" hangingPunct="1">
        <a:defRPr sz="3467" kern="1200">
          <a:solidFill>
            <a:schemeClr val="tx1"/>
          </a:solidFill>
          <a:latin typeface="+mn-lt"/>
          <a:ea typeface="+mn-ea"/>
          <a:cs typeface="+mn-cs"/>
        </a:defRPr>
      </a:lvl8pPr>
      <a:lvl9pPr marL="6938537" algn="l" defTabSz="1734634" rtl="0" eaLnBrk="1" latinLnBrk="0" hangingPunct="1">
        <a:defRPr sz="346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52">
          <p15:clr>
            <a:srgbClr val="F26B43"/>
          </p15:clr>
        </p15:guide>
        <p15:guide id="3" pos="240">
          <p15:clr>
            <a:srgbClr val="F26B43"/>
          </p15:clr>
        </p15:guide>
        <p15:guide id="5" orient="horz" pos="2160">
          <p15:clr>
            <a:srgbClr val="F26B43"/>
          </p15:clr>
        </p15:guide>
        <p15:guide id="7" orient="horz" pos="240">
          <p15:clr>
            <a:srgbClr val="F26B43"/>
          </p15:clr>
        </p15:guide>
        <p15:guide id="8" orient="horz" pos="4224">
          <p15:clr>
            <a:srgbClr val="F26B43"/>
          </p15:clr>
        </p15:guide>
        <p15:guide id="9" orient="horz">
          <p15:clr>
            <a:srgbClr val="F26B43"/>
          </p15:clr>
        </p15:guide>
        <p15:guide id="11" pos="7440">
          <p15:clr>
            <a:srgbClr val="F26B43"/>
          </p15:clr>
        </p15:guide>
        <p15:guide id="16" pos="3840">
          <p15:clr>
            <a:srgbClr val="F26B43"/>
          </p15:clr>
        </p15:guide>
        <p15:guide id="21">
          <p15:clr>
            <a:srgbClr val="F26B43"/>
          </p15:clr>
        </p15:guide>
        <p15:guide id="24" pos="7680">
          <p15:clr>
            <a:srgbClr val="F26B43"/>
          </p15:clr>
        </p15:guide>
        <p15:guide id="25" orient="horz" pos="1056">
          <p15:clr>
            <a:srgbClr val="F26B43"/>
          </p15:clr>
        </p15:guide>
        <p15:guide id="26" orient="horz" pos="4104">
          <p15:clr>
            <a:srgbClr val="F26B43"/>
          </p15:clr>
        </p15:guide>
        <p15:guide id="27" orient="horz" pos="2640">
          <p15:clr>
            <a:srgbClr val="F26B43"/>
          </p15:clr>
        </p15:guide>
        <p15:guide id="28" orient="horz" pos="1680">
          <p15:clr>
            <a:srgbClr val="F26B43"/>
          </p15:clr>
        </p15:guide>
        <p15:guide id="29" pos="2955">
          <p15:clr>
            <a:srgbClr val="F26B43"/>
          </p15:clr>
        </p15:guide>
        <p15:guide id="30" pos="4725">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86437F10-8332-47AA-90AF-8DAE477AE6B0}"/>
              </a:ext>
            </a:extLst>
          </p:cNvPr>
          <p:cNvGraphicFramePr>
            <a:graphicFrameLocks noChangeAspect="1"/>
          </p:cNvGraphicFramePr>
          <p:nvPr userDrawn="1">
            <p:custDataLst>
              <p:tags r:id="rId7"/>
            </p:custDataLst>
            <p:extLst>
              <p:ext uri="{D42A27DB-BD31-4B8C-83A1-F6EECF244321}">
                <p14:modId xmlns:p14="http://schemas.microsoft.com/office/powerpoint/2010/main" val="5302951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5" imgH="476" progId="TCLayout.ActiveDocument.1">
                  <p:embed/>
                </p:oleObj>
              </mc:Choice>
              <mc:Fallback>
                <p:oleObj name="think-cell Slide" r:id="rId9" imgW="475" imgH="476" progId="TCLayout.ActiveDocument.1">
                  <p:embed/>
                  <p:pic>
                    <p:nvPicPr>
                      <p:cNvPr id="5" name="Objekt 4" hidden="1">
                        <a:extLst>
                          <a:ext uri="{FF2B5EF4-FFF2-40B4-BE49-F238E27FC236}">
                            <a16:creationId xmlns:a16="http://schemas.microsoft.com/office/drawing/2014/main" id="{86437F10-8332-47AA-90AF-8DAE477AE6B0}"/>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Rechteck 3" hidden="1">
            <a:extLst>
              <a:ext uri="{FF2B5EF4-FFF2-40B4-BE49-F238E27FC236}">
                <a16:creationId xmlns:a16="http://schemas.microsoft.com/office/drawing/2014/main" id="{45EEABC6-BA81-4E7F-8CD6-636D0DB4A62C}"/>
              </a:ext>
            </a:extLst>
          </p:cNvPr>
          <p:cNvSpPr/>
          <p:nvPr userDrawn="1">
            <p:custDataLst>
              <p:tags r:id="rId8"/>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Graphik Black" panose="020B0A03030202060203" pitchFamily="34" charset="0"/>
              <a:ea typeface="+mj-ea"/>
              <a:cs typeface="Arial" panose="020B0604020202020204" pitchFamily="34" charset="0"/>
              <a:sym typeface="Graphik Black" panose="020B0A03030202060203" pitchFamily="34" charset="0"/>
            </a:endParaRPr>
          </a:p>
        </p:txBody>
      </p:sp>
      <p:pic>
        <p:nvPicPr>
          <p:cNvPr id="38" name="Picture 9" descr="A picture containing object, clock&#10;&#10;Description automatically generated">
            <a:extLst>
              <a:ext uri="{FF2B5EF4-FFF2-40B4-BE49-F238E27FC236}">
                <a16:creationId xmlns:a16="http://schemas.microsoft.com/office/drawing/2014/main" id="{B95110D4-0D5E-4F12-B505-F248D055CED9}"/>
              </a:ext>
            </a:extLst>
          </p:cNvPr>
          <p:cNvPicPr>
            <a:picLocks noChangeAspect="1"/>
          </p:cNvPicPr>
          <p:nvPr userDrawn="1"/>
        </p:nvPicPr>
        <p:blipFill rotWithShape="1">
          <a:blip r:embed="rId11"/>
          <a:srcRect l="2822"/>
          <a:stretch/>
        </p:blipFill>
        <p:spPr>
          <a:xfrm>
            <a:off x="371554" y="6418326"/>
            <a:ext cx="770415" cy="288000"/>
          </a:xfrm>
          <a:prstGeom prst="rect">
            <a:avLst/>
          </a:prstGeom>
        </p:spPr>
      </p:pic>
      <p:sp>
        <p:nvSpPr>
          <p:cNvPr id="2" name="Text Placeholder 10"/>
          <p:cNvSpPr>
            <a:spLocks noGrp="1"/>
          </p:cNvSpPr>
          <p:nvPr>
            <p:ph type="title"/>
          </p:nvPr>
        </p:nvSpPr>
        <p:spPr>
          <a:xfrm>
            <a:off x="381000" y="380999"/>
            <a:ext cx="11430000" cy="990601"/>
          </a:xfrm>
          <a:prstGeom prst="rect">
            <a:avLst/>
          </a:prstGeom>
        </p:spPr>
        <p:txBody>
          <a:bodyPr wrap="square" lIns="0" tIns="0" rIns="0" bIns="0" anchor="t" anchorCtr="0">
            <a:noAutofit/>
          </a:bodyPr>
          <a:lstStyle/>
          <a:p>
            <a:pPr lvl="0" defTabSz="1734634" fontAlgn="base">
              <a:spcBef>
                <a:spcPts val="0"/>
              </a:spcBef>
              <a:spcAft>
                <a:spcPct val="0"/>
              </a:spcAft>
              <a:buFontTx/>
            </a:pPr>
            <a:r>
              <a:rPr lang="en-US" err="1"/>
              <a:t>Mastertitelformat</a:t>
            </a:r>
            <a:r>
              <a:rPr lang="en-US"/>
              <a:t> </a:t>
            </a:r>
            <a:r>
              <a:rPr lang="en-US" err="1"/>
              <a:t>bearbeiten</a:t>
            </a:r>
            <a:endParaRPr lang="en-US"/>
          </a:p>
        </p:txBody>
      </p:sp>
      <p:sp>
        <p:nvSpPr>
          <p:cNvPr id="3" name="Text Placeholder 2"/>
          <p:cNvSpPr>
            <a:spLocks noGrp="1"/>
          </p:cNvSpPr>
          <p:nvPr>
            <p:ph type="body" idx="1"/>
          </p:nvPr>
        </p:nvSpPr>
        <p:spPr>
          <a:xfrm>
            <a:off x="381000" y="1828800"/>
            <a:ext cx="11430000" cy="4686300"/>
          </a:xfrm>
          <a:prstGeom prst="rect">
            <a:avLst/>
          </a:prstGeom>
        </p:spPr>
        <p:txBody>
          <a:bodyPr vert="horz" lIns="0" tIns="91440" rIns="0" bIns="45720" rtlCol="0">
            <a:normAutofit/>
          </a:bodyPr>
          <a:lstStyle/>
          <a:p>
            <a:pPr lvl="0"/>
            <a:r>
              <a:rPr lang="en-US"/>
              <a:t>Edit Master text styles</a:t>
            </a:r>
          </a:p>
          <a:p>
            <a:pPr lvl="1"/>
            <a:r>
              <a:rPr lang="en-US"/>
              <a:t>Second level</a:t>
            </a:r>
          </a:p>
          <a:p>
            <a:pPr lvl="2"/>
            <a:r>
              <a:rPr lang="en-US"/>
              <a:t>Third level</a:t>
            </a:r>
          </a:p>
        </p:txBody>
      </p:sp>
      <p:sp>
        <p:nvSpPr>
          <p:cNvPr id="6" name="Slide Number Placeholder 5"/>
          <p:cNvSpPr>
            <a:spLocks noGrp="1"/>
          </p:cNvSpPr>
          <p:nvPr>
            <p:ph type="sldNum" sz="quarter" idx="4"/>
          </p:nvPr>
        </p:nvSpPr>
        <p:spPr>
          <a:xfrm>
            <a:off x="11506202" y="6529169"/>
            <a:ext cx="304799" cy="206375"/>
          </a:xfrm>
          <a:prstGeom prst="rect">
            <a:avLst/>
          </a:prstGeom>
        </p:spPr>
        <p:txBody>
          <a:bodyPr vert="horz" lIns="0" tIns="0" rIns="0" bIns="0" rtlCol="0" anchor="ctr" anchorCtr="0"/>
          <a:lstStyle>
            <a:lvl1pPr algn="r">
              <a:defRPr sz="1000">
                <a:solidFill>
                  <a:schemeClr val="bg1">
                    <a:lumMod val="6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cxnSp>
        <p:nvCxnSpPr>
          <p:cNvPr id="7" name="Straight Connector 76">
            <a:extLst>
              <a:ext uri="{FF2B5EF4-FFF2-40B4-BE49-F238E27FC236}">
                <a16:creationId xmlns:a16="http://schemas.microsoft.com/office/drawing/2014/main" id="{BBA6F41D-E313-45F8-8EB1-5D4E98485D9F}"/>
              </a:ext>
            </a:extLst>
          </p:cNvPr>
          <p:cNvCxnSpPr>
            <a:cxnSpLocks/>
          </p:cNvCxnSpPr>
          <p:nvPr userDrawn="1"/>
        </p:nvCxnSpPr>
        <p:spPr>
          <a:xfrm flipV="1">
            <a:off x="381000" y="-195414"/>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8" name="TextBox 73">
            <a:extLst>
              <a:ext uri="{FF2B5EF4-FFF2-40B4-BE49-F238E27FC236}">
                <a16:creationId xmlns:a16="http://schemas.microsoft.com/office/drawing/2014/main" id="{1D3B50A8-E61E-4497-AF34-4A7BAD921A3D}"/>
              </a:ext>
            </a:extLst>
          </p:cNvPr>
          <p:cNvSpPr txBox="1"/>
          <p:nvPr userDrawn="1"/>
        </p:nvSpPr>
        <p:spPr>
          <a:xfrm>
            <a:off x="420713" y="-233053"/>
            <a:ext cx="1871812" cy="127639"/>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Begin Content Area</a:t>
            </a:r>
          </a:p>
        </p:txBody>
      </p:sp>
      <p:sp>
        <p:nvSpPr>
          <p:cNvPr id="9" name="TextBox 74">
            <a:extLst>
              <a:ext uri="{FF2B5EF4-FFF2-40B4-BE49-F238E27FC236}">
                <a16:creationId xmlns:a16="http://schemas.microsoft.com/office/drawing/2014/main" id="{CB581BF0-D5CF-4253-AABC-1851366635A8}"/>
              </a:ext>
            </a:extLst>
          </p:cNvPr>
          <p:cNvSpPr txBox="1"/>
          <p:nvPr userDrawn="1"/>
        </p:nvSpPr>
        <p:spPr>
          <a:xfrm>
            <a:off x="10028974" y="-222232"/>
            <a:ext cx="1827269" cy="144000"/>
          </a:xfrm>
          <a:prstGeom prst="rect">
            <a:avLst/>
          </a:prstGeom>
          <a:noFill/>
        </p:spPr>
        <p:txBody>
          <a:bodyPr wrap="square" lIns="0" tIns="0" rIns="88615"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End Content Area</a:t>
            </a:r>
          </a:p>
        </p:txBody>
      </p:sp>
      <p:sp>
        <p:nvSpPr>
          <p:cNvPr id="10" name="TextBox 75">
            <a:extLst>
              <a:ext uri="{FF2B5EF4-FFF2-40B4-BE49-F238E27FC236}">
                <a16:creationId xmlns:a16="http://schemas.microsoft.com/office/drawing/2014/main" id="{08235F3F-3208-4021-A38C-293BB53DDBF1}"/>
              </a:ext>
            </a:extLst>
          </p:cNvPr>
          <p:cNvSpPr txBox="1"/>
          <p:nvPr userDrawn="1"/>
        </p:nvSpPr>
        <p:spPr>
          <a:xfrm>
            <a:off x="6107205" y="-222232"/>
            <a:ext cx="1827269" cy="144000"/>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Center Type Area</a:t>
            </a:r>
          </a:p>
        </p:txBody>
      </p:sp>
      <p:cxnSp>
        <p:nvCxnSpPr>
          <p:cNvPr id="11" name="Straight Connector 77">
            <a:extLst>
              <a:ext uri="{FF2B5EF4-FFF2-40B4-BE49-F238E27FC236}">
                <a16:creationId xmlns:a16="http://schemas.microsoft.com/office/drawing/2014/main" id="{C212747B-83BD-49A5-B6D5-A9FF8AB024AE}"/>
              </a:ext>
            </a:extLst>
          </p:cNvPr>
          <p:cNvCxnSpPr>
            <a:cxnSpLocks/>
          </p:cNvCxnSpPr>
          <p:nvPr userDrawn="1"/>
        </p:nvCxnSpPr>
        <p:spPr>
          <a:xfrm flipV="1">
            <a:off x="6096000" y="-195414"/>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12" name="Straight Connector 78">
            <a:extLst>
              <a:ext uri="{FF2B5EF4-FFF2-40B4-BE49-F238E27FC236}">
                <a16:creationId xmlns:a16="http://schemas.microsoft.com/office/drawing/2014/main" id="{491642C6-CEB5-41B4-8E2E-7C5DB84844E9}"/>
              </a:ext>
            </a:extLst>
          </p:cNvPr>
          <p:cNvCxnSpPr>
            <a:cxnSpLocks/>
          </p:cNvCxnSpPr>
          <p:nvPr userDrawn="1"/>
        </p:nvCxnSpPr>
        <p:spPr>
          <a:xfrm flipV="1">
            <a:off x="11825060" y="-198712"/>
            <a:ext cx="0" cy="18000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39" name="Straight Connector 41">
            <a:extLst>
              <a:ext uri="{FF2B5EF4-FFF2-40B4-BE49-F238E27FC236}">
                <a16:creationId xmlns:a16="http://schemas.microsoft.com/office/drawing/2014/main" id="{B9234442-B252-42DE-8E0C-C95637F7B6AB}"/>
              </a:ext>
            </a:extLst>
          </p:cNvPr>
          <p:cNvCxnSpPr/>
          <p:nvPr userDrawn="1"/>
        </p:nvCxnSpPr>
        <p:spPr>
          <a:xfrm>
            <a:off x="-252640" y="1673414"/>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40" name="Straight Connector 50">
            <a:extLst>
              <a:ext uri="{FF2B5EF4-FFF2-40B4-BE49-F238E27FC236}">
                <a16:creationId xmlns:a16="http://schemas.microsoft.com/office/drawing/2014/main" id="{9BB24E25-B98D-448A-A4CC-8D7919866873}"/>
              </a:ext>
            </a:extLst>
          </p:cNvPr>
          <p:cNvCxnSpPr/>
          <p:nvPr userDrawn="1"/>
        </p:nvCxnSpPr>
        <p:spPr>
          <a:xfrm>
            <a:off x="-252640" y="182996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41" name="TextBox 51">
            <a:extLst>
              <a:ext uri="{FF2B5EF4-FFF2-40B4-BE49-F238E27FC236}">
                <a16:creationId xmlns:a16="http://schemas.microsoft.com/office/drawing/2014/main" id="{3B967E5D-4A09-4E74-B613-6534CD066B67}"/>
              </a:ext>
            </a:extLst>
          </p:cNvPr>
          <p:cNvSpPr txBox="1"/>
          <p:nvPr userDrawn="1"/>
        </p:nvSpPr>
        <p:spPr>
          <a:xfrm>
            <a:off x="-1980884" y="1878613"/>
            <a:ext cx="1778865" cy="222546"/>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Upper Guide Content</a:t>
            </a:r>
          </a:p>
        </p:txBody>
      </p:sp>
      <p:sp>
        <p:nvSpPr>
          <p:cNvPr id="42" name="TextBox 52">
            <a:extLst>
              <a:ext uri="{FF2B5EF4-FFF2-40B4-BE49-F238E27FC236}">
                <a16:creationId xmlns:a16="http://schemas.microsoft.com/office/drawing/2014/main" id="{7866663C-4EFE-4AEB-9D00-8D0E0E617FB4}"/>
              </a:ext>
            </a:extLst>
          </p:cNvPr>
          <p:cNvSpPr txBox="1"/>
          <p:nvPr userDrawn="1"/>
        </p:nvSpPr>
        <p:spPr>
          <a:xfrm>
            <a:off x="-1860884" y="142551"/>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Tagline</a:t>
            </a:r>
          </a:p>
        </p:txBody>
      </p:sp>
      <p:cxnSp>
        <p:nvCxnSpPr>
          <p:cNvPr id="43" name="Straight Connector 53">
            <a:extLst>
              <a:ext uri="{FF2B5EF4-FFF2-40B4-BE49-F238E27FC236}">
                <a16:creationId xmlns:a16="http://schemas.microsoft.com/office/drawing/2014/main" id="{D4C6AF35-F476-4369-A03F-6270CB2776D9}"/>
              </a:ext>
            </a:extLst>
          </p:cNvPr>
          <p:cNvCxnSpPr>
            <a:cxnSpLocks/>
          </p:cNvCxnSpPr>
          <p:nvPr userDrawn="1"/>
        </p:nvCxnSpPr>
        <p:spPr>
          <a:xfrm flipV="1">
            <a:off x="-252640" y="37662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44" name="TextBox 54">
            <a:extLst>
              <a:ext uri="{FF2B5EF4-FFF2-40B4-BE49-F238E27FC236}">
                <a16:creationId xmlns:a16="http://schemas.microsoft.com/office/drawing/2014/main" id="{5CFA1D5B-C13B-46FC-9854-0340CBC863F5}"/>
              </a:ext>
            </a:extLst>
          </p:cNvPr>
          <p:cNvSpPr txBox="1"/>
          <p:nvPr userDrawn="1"/>
        </p:nvSpPr>
        <p:spPr>
          <a:xfrm>
            <a:off x="-1860720" y="2836100"/>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Accent 3</a:t>
            </a:r>
          </a:p>
        </p:txBody>
      </p:sp>
      <p:sp>
        <p:nvSpPr>
          <p:cNvPr id="45" name="Rectangle 55">
            <a:extLst>
              <a:ext uri="{FF2B5EF4-FFF2-40B4-BE49-F238E27FC236}">
                <a16:creationId xmlns:a16="http://schemas.microsoft.com/office/drawing/2014/main" id="{1EA7CD5F-FE88-4562-AB12-418657B6DFE4}"/>
              </a:ext>
            </a:extLst>
          </p:cNvPr>
          <p:cNvSpPr/>
          <p:nvPr userDrawn="1"/>
        </p:nvSpPr>
        <p:spPr bwMode="gray">
          <a:xfrm>
            <a:off x="-324720" y="2836102"/>
            <a:ext cx="180000" cy="180000"/>
          </a:xfrm>
          <a:prstGeom prst="rect">
            <a:avLst/>
          </a:prstGeom>
          <a:solidFill>
            <a:schemeClr val="accent3">
              <a:lumMod val="100000"/>
            </a:schemeClr>
          </a:solidFill>
          <a:ln w="6350" cap="flat" cmpd="sng" algn="ctr">
            <a:solidFill>
              <a:schemeClr val="bg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46" name="TextBox 56">
            <a:extLst>
              <a:ext uri="{FF2B5EF4-FFF2-40B4-BE49-F238E27FC236}">
                <a16:creationId xmlns:a16="http://schemas.microsoft.com/office/drawing/2014/main" id="{D03AC6F4-0FEF-4FD7-86C2-8E00A3DB1B94}"/>
              </a:ext>
            </a:extLst>
          </p:cNvPr>
          <p:cNvSpPr txBox="1"/>
          <p:nvPr userDrawn="1"/>
        </p:nvSpPr>
        <p:spPr>
          <a:xfrm>
            <a:off x="-1860720" y="2407438"/>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Accent 1</a:t>
            </a:r>
          </a:p>
        </p:txBody>
      </p:sp>
      <p:sp>
        <p:nvSpPr>
          <p:cNvPr id="47" name="Rectangle 57">
            <a:extLst>
              <a:ext uri="{FF2B5EF4-FFF2-40B4-BE49-F238E27FC236}">
                <a16:creationId xmlns:a16="http://schemas.microsoft.com/office/drawing/2014/main" id="{7D6FD44F-87B1-4698-87F4-3DF1CBAC0648}"/>
              </a:ext>
            </a:extLst>
          </p:cNvPr>
          <p:cNvSpPr/>
          <p:nvPr userDrawn="1"/>
        </p:nvSpPr>
        <p:spPr bwMode="gray">
          <a:xfrm>
            <a:off x="-324720" y="2407438"/>
            <a:ext cx="180000" cy="180000"/>
          </a:xfrm>
          <a:prstGeom prst="rect">
            <a:avLst/>
          </a:prstGeom>
          <a:solidFill>
            <a:schemeClr val="accent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48" name="Rectangle 58">
            <a:extLst>
              <a:ext uri="{FF2B5EF4-FFF2-40B4-BE49-F238E27FC236}">
                <a16:creationId xmlns:a16="http://schemas.microsoft.com/office/drawing/2014/main" id="{F0057B15-BB3E-4E0D-A8D8-07652A463DB0}"/>
              </a:ext>
            </a:extLst>
          </p:cNvPr>
          <p:cNvSpPr/>
          <p:nvPr userDrawn="1"/>
        </p:nvSpPr>
        <p:spPr bwMode="gray">
          <a:xfrm>
            <a:off x="-324720" y="2621770"/>
            <a:ext cx="180000" cy="180000"/>
          </a:xfrm>
          <a:prstGeom prst="rect">
            <a:avLst/>
          </a:prstGeom>
          <a:solidFill>
            <a:schemeClr val="accent2">
              <a:lumMod val="100000"/>
            </a:schemeClr>
          </a:solidFill>
          <a:ln w="6350" cap="flat" cmpd="sng" algn="ctr">
            <a:solidFill>
              <a:schemeClr val="bg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49" name="TextBox 59">
            <a:extLst>
              <a:ext uri="{FF2B5EF4-FFF2-40B4-BE49-F238E27FC236}">
                <a16:creationId xmlns:a16="http://schemas.microsoft.com/office/drawing/2014/main" id="{CB3C9791-0EB8-41F7-93DE-DBFFC4B03634}"/>
              </a:ext>
            </a:extLst>
          </p:cNvPr>
          <p:cNvSpPr txBox="1"/>
          <p:nvPr userDrawn="1"/>
        </p:nvSpPr>
        <p:spPr>
          <a:xfrm>
            <a:off x="-1860720" y="2621769"/>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Accent 2</a:t>
            </a:r>
          </a:p>
        </p:txBody>
      </p:sp>
      <p:sp>
        <p:nvSpPr>
          <p:cNvPr id="50" name="Rectangle 60">
            <a:extLst>
              <a:ext uri="{FF2B5EF4-FFF2-40B4-BE49-F238E27FC236}">
                <a16:creationId xmlns:a16="http://schemas.microsoft.com/office/drawing/2014/main" id="{014CD3FA-65B4-409B-9746-C7D829C98EBD}"/>
              </a:ext>
            </a:extLst>
          </p:cNvPr>
          <p:cNvSpPr/>
          <p:nvPr userDrawn="1"/>
        </p:nvSpPr>
        <p:spPr bwMode="gray">
          <a:xfrm>
            <a:off x="-324720" y="4026766"/>
            <a:ext cx="180000" cy="180000"/>
          </a:xfrm>
          <a:prstGeom prst="rect">
            <a:avLst/>
          </a:prstGeom>
          <a:solidFill>
            <a:srgbClr val="BEBEBE"/>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Regular" panose="020B0503030202060203" pitchFamily="34" charset="0"/>
              <a:ea typeface="+mn-ea"/>
              <a:cs typeface="+mn-cs"/>
            </a:endParaRPr>
          </a:p>
        </p:txBody>
      </p:sp>
      <p:sp>
        <p:nvSpPr>
          <p:cNvPr id="51" name="Rectangle 61">
            <a:extLst>
              <a:ext uri="{FF2B5EF4-FFF2-40B4-BE49-F238E27FC236}">
                <a16:creationId xmlns:a16="http://schemas.microsoft.com/office/drawing/2014/main" id="{81C3C769-5142-404D-A016-3F678A9A1B6E}"/>
              </a:ext>
            </a:extLst>
          </p:cNvPr>
          <p:cNvSpPr/>
          <p:nvPr userDrawn="1"/>
        </p:nvSpPr>
        <p:spPr bwMode="gray">
          <a:xfrm>
            <a:off x="-324720" y="4241098"/>
            <a:ext cx="180000" cy="180000"/>
          </a:xfrm>
          <a:prstGeom prst="rect">
            <a:avLst/>
          </a:prstGeom>
          <a:solidFill>
            <a:srgbClr val="969696"/>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Regular" panose="020B0503030202060203" pitchFamily="34" charset="0"/>
              <a:ea typeface="+mn-ea"/>
              <a:cs typeface="+mn-cs"/>
            </a:endParaRPr>
          </a:p>
        </p:txBody>
      </p:sp>
      <p:sp>
        <p:nvSpPr>
          <p:cNvPr id="52" name="TextBox 65">
            <a:extLst>
              <a:ext uri="{FF2B5EF4-FFF2-40B4-BE49-F238E27FC236}">
                <a16:creationId xmlns:a16="http://schemas.microsoft.com/office/drawing/2014/main" id="{2E530266-6DE9-488E-96E0-87C017D79D9B}"/>
              </a:ext>
            </a:extLst>
          </p:cNvPr>
          <p:cNvSpPr txBox="1"/>
          <p:nvPr userDrawn="1"/>
        </p:nvSpPr>
        <p:spPr>
          <a:xfrm>
            <a:off x="-1860720" y="466975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White</a:t>
            </a:r>
          </a:p>
        </p:txBody>
      </p:sp>
      <p:sp>
        <p:nvSpPr>
          <p:cNvPr id="53" name="Rectangle 66">
            <a:extLst>
              <a:ext uri="{FF2B5EF4-FFF2-40B4-BE49-F238E27FC236}">
                <a16:creationId xmlns:a16="http://schemas.microsoft.com/office/drawing/2014/main" id="{F65471BF-488B-416F-BE74-29FF86568453}"/>
              </a:ext>
            </a:extLst>
          </p:cNvPr>
          <p:cNvSpPr/>
          <p:nvPr userDrawn="1"/>
        </p:nvSpPr>
        <p:spPr bwMode="gray">
          <a:xfrm>
            <a:off x="-324720" y="4455430"/>
            <a:ext cx="180000" cy="180000"/>
          </a:xfrm>
          <a:prstGeom prst="rect">
            <a:avLst/>
          </a:prstGeom>
          <a:solidFill>
            <a:srgbClr val="5A5A5A"/>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Regular" panose="020B0503030202060203" pitchFamily="34" charset="0"/>
              <a:ea typeface="+mn-ea"/>
              <a:cs typeface="+mn-cs"/>
            </a:endParaRPr>
          </a:p>
        </p:txBody>
      </p:sp>
      <p:sp>
        <p:nvSpPr>
          <p:cNvPr id="54" name="Rectangle 67">
            <a:extLst>
              <a:ext uri="{FF2B5EF4-FFF2-40B4-BE49-F238E27FC236}">
                <a16:creationId xmlns:a16="http://schemas.microsoft.com/office/drawing/2014/main" id="{46FB61B3-3E3C-4086-BB00-2CC5DA45D4D9}"/>
              </a:ext>
            </a:extLst>
          </p:cNvPr>
          <p:cNvSpPr/>
          <p:nvPr userDrawn="1"/>
        </p:nvSpPr>
        <p:spPr bwMode="gray">
          <a:xfrm>
            <a:off x="-324720" y="4669759"/>
            <a:ext cx="180000" cy="180000"/>
          </a:xfrm>
          <a:prstGeom prst="rect">
            <a:avLst/>
          </a:prstGeom>
          <a:solidFill>
            <a:schemeClr val="bg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Regular" panose="020B0503030202060203" pitchFamily="34" charset="0"/>
              <a:ea typeface="+mn-ea"/>
              <a:cs typeface="+mn-cs"/>
            </a:endParaRPr>
          </a:p>
        </p:txBody>
      </p:sp>
      <p:sp>
        <p:nvSpPr>
          <p:cNvPr id="55" name="Rectangle 68">
            <a:extLst>
              <a:ext uri="{FF2B5EF4-FFF2-40B4-BE49-F238E27FC236}">
                <a16:creationId xmlns:a16="http://schemas.microsoft.com/office/drawing/2014/main" id="{03C8223E-3FFB-412F-B164-96B4B36DB06A}"/>
              </a:ext>
            </a:extLst>
          </p:cNvPr>
          <p:cNvSpPr>
            <a:spLocks/>
          </p:cNvSpPr>
          <p:nvPr userDrawn="1"/>
        </p:nvSpPr>
        <p:spPr bwMode="gray">
          <a:xfrm>
            <a:off x="-324884" y="3812434"/>
            <a:ext cx="180000" cy="180000"/>
          </a:xfrm>
          <a:prstGeom prst="rect">
            <a:avLst/>
          </a:prstGeom>
          <a:solidFill>
            <a:schemeClr val="tx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Regular" panose="020B0503030202060203" pitchFamily="34" charset="0"/>
              <a:ea typeface="+mn-ea"/>
              <a:cs typeface="+mn-cs"/>
            </a:endParaRPr>
          </a:p>
        </p:txBody>
      </p:sp>
      <p:sp>
        <p:nvSpPr>
          <p:cNvPr id="56" name="TextBox 69">
            <a:extLst>
              <a:ext uri="{FF2B5EF4-FFF2-40B4-BE49-F238E27FC236}">
                <a16:creationId xmlns:a16="http://schemas.microsoft.com/office/drawing/2014/main" id="{4591C5CD-FFF6-4B25-BB29-0A01842248E4}"/>
              </a:ext>
            </a:extLst>
          </p:cNvPr>
          <p:cNvSpPr txBox="1"/>
          <p:nvPr userDrawn="1"/>
        </p:nvSpPr>
        <p:spPr>
          <a:xfrm>
            <a:off x="-1860884" y="3812431"/>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Black (Text)</a:t>
            </a:r>
          </a:p>
        </p:txBody>
      </p:sp>
      <p:sp>
        <p:nvSpPr>
          <p:cNvPr id="57" name="TextBox 70">
            <a:extLst>
              <a:ext uri="{FF2B5EF4-FFF2-40B4-BE49-F238E27FC236}">
                <a16:creationId xmlns:a16="http://schemas.microsoft.com/office/drawing/2014/main" id="{36C75FED-D5D7-424B-8913-3D1995DA32A2}"/>
              </a:ext>
            </a:extLst>
          </p:cNvPr>
          <p:cNvSpPr txBox="1"/>
          <p:nvPr userDrawn="1"/>
        </p:nvSpPr>
        <p:spPr>
          <a:xfrm>
            <a:off x="-2100884" y="1510032"/>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Headline Line</a:t>
            </a:r>
          </a:p>
        </p:txBody>
      </p:sp>
      <p:cxnSp>
        <p:nvCxnSpPr>
          <p:cNvPr id="58" name="Straight Connector 71">
            <a:extLst>
              <a:ext uri="{FF2B5EF4-FFF2-40B4-BE49-F238E27FC236}">
                <a16:creationId xmlns:a16="http://schemas.microsoft.com/office/drawing/2014/main" id="{450736FD-D473-4F14-AFF7-3EAD8B956EB9}"/>
              </a:ext>
            </a:extLst>
          </p:cNvPr>
          <p:cNvCxnSpPr/>
          <p:nvPr userDrawn="1"/>
        </p:nvCxnSpPr>
        <p:spPr>
          <a:xfrm>
            <a:off x="-272960" y="651510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59" name="TextBox 72">
            <a:extLst>
              <a:ext uri="{FF2B5EF4-FFF2-40B4-BE49-F238E27FC236}">
                <a16:creationId xmlns:a16="http://schemas.microsoft.com/office/drawing/2014/main" id="{43F2350B-1404-40B6-B836-3BA6B3FBD9DD}"/>
              </a:ext>
            </a:extLst>
          </p:cNvPr>
          <p:cNvSpPr txBox="1"/>
          <p:nvPr userDrawn="1"/>
        </p:nvSpPr>
        <p:spPr>
          <a:xfrm>
            <a:off x="-1920720" y="6601618"/>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Footer</a:t>
            </a:r>
          </a:p>
        </p:txBody>
      </p:sp>
      <p:cxnSp>
        <p:nvCxnSpPr>
          <p:cNvPr id="60" name="Straight Connector 80">
            <a:extLst>
              <a:ext uri="{FF2B5EF4-FFF2-40B4-BE49-F238E27FC236}">
                <a16:creationId xmlns:a16="http://schemas.microsoft.com/office/drawing/2014/main" id="{72185DED-72FD-4FB0-9F60-45A26B4BFE55}"/>
              </a:ext>
            </a:extLst>
          </p:cNvPr>
          <p:cNvCxnSpPr/>
          <p:nvPr userDrawn="1"/>
        </p:nvCxnSpPr>
        <p:spPr>
          <a:xfrm>
            <a:off x="-249485" y="3429000"/>
            <a:ext cx="182880" cy="0"/>
          </a:xfrm>
          <a:prstGeom prst="line">
            <a:avLst/>
          </a:prstGeom>
          <a:ln w="3175">
            <a:solidFill>
              <a:schemeClr val="tx1">
                <a:lumMod val="75000"/>
                <a:lumOff val="25000"/>
              </a:schemeClr>
            </a:solidFill>
            <a:tailEnd type="none" w="sm" len="sm"/>
          </a:ln>
        </p:spPr>
        <p:style>
          <a:lnRef idx="1">
            <a:schemeClr val="accent1"/>
          </a:lnRef>
          <a:fillRef idx="0">
            <a:schemeClr val="accent1"/>
          </a:fillRef>
          <a:effectRef idx="0">
            <a:schemeClr val="accent1"/>
          </a:effectRef>
          <a:fontRef idx="minor">
            <a:schemeClr val="tx1"/>
          </a:fontRef>
        </p:style>
      </p:cxnSp>
      <p:sp>
        <p:nvSpPr>
          <p:cNvPr id="61" name="TextBox 62">
            <a:extLst>
              <a:ext uri="{FF2B5EF4-FFF2-40B4-BE49-F238E27FC236}">
                <a16:creationId xmlns:a16="http://schemas.microsoft.com/office/drawing/2014/main" id="{E0F06220-6FF3-47E4-840F-13E7200E2DBF}"/>
              </a:ext>
            </a:extLst>
          </p:cNvPr>
          <p:cNvSpPr txBox="1"/>
          <p:nvPr userDrawn="1"/>
        </p:nvSpPr>
        <p:spPr>
          <a:xfrm>
            <a:off x="-969476" y="4026762"/>
            <a:ext cx="576000" cy="60866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100000"/>
                  </a:srgbClr>
                </a:solidFill>
                <a:effectLst/>
                <a:uLnTx/>
                <a:uFillTx/>
                <a:latin typeface="Graphik" panose="020B0503030202060203" pitchFamily="34" charset="0"/>
                <a:ea typeface="+mn-ea"/>
                <a:cs typeface="+mn-cs"/>
              </a:rPr>
              <a:t>Grey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100000"/>
                  </a:srgbClr>
                </a:solidFill>
                <a:effectLst/>
                <a:uLnTx/>
                <a:uFillTx/>
                <a:latin typeface="Graphik" panose="020B0503030202060203" pitchFamily="34" charset="0"/>
                <a:ea typeface="+mn-ea"/>
                <a:cs typeface="+mn-cs"/>
              </a:rPr>
              <a:t>Grey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100000"/>
                  </a:srgbClr>
                </a:solidFill>
                <a:effectLst/>
                <a:uLnTx/>
                <a:uFillTx/>
                <a:latin typeface="Graphik" panose="020B0503030202060203" pitchFamily="34" charset="0"/>
                <a:ea typeface="+mn-ea"/>
                <a:cs typeface="+mn-cs"/>
              </a:rPr>
              <a:t>Grey 3</a:t>
            </a:r>
          </a:p>
        </p:txBody>
      </p:sp>
      <p:sp>
        <p:nvSpPr>
          <p:cNvPr id="62" name="TextBox 79">
            <a:extLst>
              <a:ext uri="{FF2B5EF4-FFF2-40B4-BE49-F238E27FC236}">
                <a16:creationId xmlns:a16="http://schemas.microsoft.com/office/drawing/2014/main" id="{6A53A6F6-CEFF-4115-96DA-98B11BE79307}"/>
              </a:ext>
            </a:extLst>
          </p:cNvPr>
          <p:cNvSpPr txBox="1"/>
          <p:nvPr userDrawn="1"/>
        </p:nvSpPr>
        <p:spPr>
          <a:xfrm>
            <a:off x="-1406556" y="3229257"/>
            <a:ext cx="1827269" cy="144000"/>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Center Type Area</a:t>
            </a:r>
          </a:p>
        </p:txBody>
      </p:sp>
      <p:sp>
        <p:nvSpPr>
          <p:cNvPr id="36" name="AMC_Footer">
            <a:extLst>
              <a:ext uri="{FF2B5EF4-FFF2-40B4-BE49-F238E27FC236}">
                <a16:creationId xmlns:a16="http://schemas.microsoft.com/office/drawing/2014/main" id="{AA934CC1-87EB-4BBE-82CE-C43D63D35E1D}"/>
              </a:ext>
            </a:extLst>
          </p:cNvPr>
          <p:cNvSpPr txBox="1">
            <a:spLocks/>
          </p:cNvSpPr>
          <p:nvPr userDrawn="1"/>
        </p:nvSpPr>
        <p:spPr>
          <a:xfrm>
            <a:off x="1249991" y="6529169"/>
            <a:ext cx="8253742" cy="206375"/>
          </a:xfrm>
          <a:prstGeom prst="rect">
            <a:avLst/>
          </a:prstGeom>
        </p:spPr>
        <p:txBody>
          <a:bodyPr lIns="0" tIns="0" rIns="0" bIns="0"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65000"/>
                  </a:srgbClr>
                </a:solidFill>
                <a:effectLst/>
                <a:uLnTx/>
                <a:uFillTx/>
                <a:latin typeface="Graphik" panose="020B0503030202060203" pitchFamily="34" charset="0"/>
                <a:ea typeface="+mn-ea"/>
                <a:cs typeface="Arial" panose="020B0604020202020204" pitchFamily="34" charset="0"/>
              </a:rPr>
              <a:t>Copyright © 2020 Accenture. All rights reserved. </a:t>
            </a:r>
          </a:p>
        </p:txBody>
      </p:sp>
    </p:spTree>
    <p:extLst>
      <p:ext uri="{BB962C8B-B14F-4D97-AF65-F5344CB8AC3E}">
        <p14:creationId xmlns:p14="http://schemas.microsoft.com/office/powerpoint/2010/main" val="1884638789"/>
      </p:ext>
    </p:extLst>
  </p:cSld>
  <p:clrMap bg1="lt1" tx1="dk1" bg2="lt2" tx2="dk2" accent1="accent1" accent2="accent2" accent3="accent3" accent4="accent4" accent5="accent5" accent6="accent6" hlink="hlink" folHlink="folHlink"/>
  <p:sldLayoutIdLst>
    <p:sldLayoutId id="2147483805" r:id="rId1"/>
    <p:sldLayoutId id="2147483815" r:id="rId2"/>
    <p:sldLayoutId id="2147483806" r:id="rId3"/>
    <p:sldLayoutId id="2147483807" r:id="rId4"/>
    <p:sldLayoutId id="2147483808" r:id="rId5"/>
  </p:sldLayoutIdLst>
  <p:hf hdr="0" ftr="0" dt="0"/>
  <p:txStyles>
    <p:titleStyle>
      <a:lvl1pPr marL="0" indent="0" algn="l" defTabSz="914377" rtl="0" eaLnBrk="1" latinLnBrk="0" hangingPunct="1">
        <a:lnSpc>
          <a:spcPct val="80000"/>
        </a:lnSpc>
        <a:spcBef>
          <a:spcPct val="0"/>
        </a:spcBef>
        <a:buNone/>
        <a:defRPr lang="en-US" sz="3600" b="0" i="0" u="none" strike="noStrike" kern="1200" cap="all" baseline="0" dirty="0">
          <a:solidFill>
            <a:srgbClr val="000000"/>
          </a:solidFill>
          <a:latin typeface="Graphik Black" panose="020B0503030202060203" pitchFamily="34" charset="77"/>
          <a:ea typeface="+mj-ea"/>
          <a:cs typeface="Arial" panose="020B0604020202020204" pitchFamily="34" charset="0"/>
        </a:defRPr>
      </a:lvl1pPr>
    </p:titleStyle>
    <p:bodyStyle>
      <a:lvl1pPr marL="55561" indent="0" algn="l" defTabSz="914377" rtl="0" eaLnBrk="1" latinLnBrk="0" hangingPunct="1">
        <a:lnSpc>
          <a:spcPct val="85000"/>
        </a:lnSpc>
        <a:spcBef>
          <a:spcPts val="0"/>
        </a:spcBef>
        <a:spcAft>
          <a:spcPts val="1200"/>
        </a:spcAft>
        <a:buFont typeface="Arial" panose="020B0604020202020204" pitchFamily="34" charset="0"/>
        <a:buNone/>
        <a:defRPr sz="2800" b="1" kern="1200" cap="none" baseline="0">
          <a:solidFill>
            <a:schemeClr val="tx1"/>
          </a:solidFill>
          <a:latin typeface="+mj-lt"/>
          <a:ea typeface="+mn-ea"/>
          <a:cs typeface="+mn-cs"/>
        </a:defRPr>
      </a:lvl1pPr>
      <a:lvl2pPr marL="285744" indent="-230182" algn="l" defTabSz="914377" rtl="0" eaLnBrk="1" latinLnBrk="0" hangingPunct="1">
        <a:lnSpc>
          <a:spcPct val="100000"/>
        </a:lnSpc>
        <a:spcBef>
          <a:spcPts val="0"/>
        </a:spcBef>
        <a:spcAft>
          <a:spcPts val="1200"/>
        </a:spcAft>
        <a:buFont typeface="Arial" panose="020B0604020202020204" pitchFamily="34" charset="0"/>
        <a:buChar char="•"/>
        <a:defRPr sz="2200" kern="1200">
          <a:solidFill>
            <a:schemeClr val="tx1"/>
          </a:solidFill>
          <a:latin typeface="+mn-lt"/>
          <a:ea typeface="+mn-ea"/>
          <a:cs typeface="+mn-cs"/>
        </a:defRPr>
      </a:lvl2pPr>
      <a:lvl3pPr marL="514338" indent="-230182" algn="l" defTabSz="914377" rtl="0" eaLnBrk="1" latinLnBrk="0" hangingPunct="1">
        <a:lnSpc>
          <a:spcPct val="11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3pPr>
      <a:lvl4pPr marL="685783" indent="-171446" algn="l" defTabSz="914377" rtl="0" eaLnBrk="1" latinLnBrk="0" hangingPunct="1">
        <a:lnSpc>
          <a:spcPct val="11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57229"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1028674" indent="-17303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6pPr>
      <a:lvl7pPr marL="55561"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55561"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55561"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52">
          <p15:clr>
            <a:srgbClr val="F26B43"/>
          </p15:clr>
        </p15:guide>
        <p15:guide id="2" pos="5640">
          <p15:clr>
            <a:srgbClr val="F26B43"/>
          </p15:clr>
        </p15:guide>
        <p15:guide id="3">
          <p15:clr>
            <a:srgbClr val="F26B43"/>
          </p15:clr>
        </p15:guide>
        <p15:guide id="6" orient="horz">
          <p15:clr>
            <a:srgbClr val="F26B43"/>
          </p15:clr>
        </p15:guide>
        <p15:guide id="8"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6" orient="horz" pos="240">
          <p15:clr>
            <a:srgbClr val="F26B43"/>
          </p15:clr>
        </p15:guide>
        <p15:guide id="17" orient="horz" pos="410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81000" y="381000"/>
            <a:ext cx="11430000" cy="990601"/>
          </a:xfrm>
          <a:prstGeom prst="rect">
            <a:avLst/>
          </a:prstGeom>
        </p:spPr>
        <p:txBody>
          <a:bodyPr vert="horz" lIns="0" tIns="61200" rIns="0" bIns="0" rtlCol="0" anchor="t">
            <a:noAutofit/>
          </a:bodyPr>
          <a:lstStyle/>
          <a:p>
            <a:r>
              <a:rPr lang="en-US"/>
              <a:t>Place headline here</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81000" y="1371600"/>
            <a:ext cx="11430000" cy="4936037"/>
          </a:xfrm>
          <a:prstGeom prst="rect">
            <a:avLst/>
          </a:prstGeom>
        </p:spPr>
        <p:txBody>
          <a:bodyPr vert="horz" lIns="0" tIns="0" rIns="0" bIns="0" rtlCol="0">
            <a:noAutofit/>
          </a:bodyPr>
          <a:lstStyle/>
          <a:p>
            <a:pPr lvl="0"/>
            <a:r>
              <a:rPr lang="en-US"/>
              <a:t>First level (bullet 20pt)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 level</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userDrawn="1">
            <p:ph type="dt" sz="half" idx="2"/>
          </p:nvPr>
        </p:nvSpPr>
        <p:spPr>
          <a:xfrm>
            <a:off x="9787944" y="0"/>
            <a:ext cx="2023056" cy="381000"/>
          </a:xfrm>
          <a:prstGeom prst="rect">
            <a:avLst/>
          </a:prstGeom>
        </p:spPr>
        <p:txBody>
          <a:bodyPr vert="horz" lIns="0" tIns="0" rIns="0" bIns="0" rtlCol="0" anchor="ctr"/>
          <a:lstStyle>
            <a:lvl1pPr marL="0" algn="r" defTabSz="913851" rtl="0" eaLnBrk="1" latinLnBrk="0" hangingPunct="1">
              <a:defRPr lang="en-US" sz="800" kern="1200" smtClean="0">
                <a:solidFill>
                  <a:schemeClr val="tx1">
                    <a:alpha val="75000"/>
                  </a:schemeClr>
                </a:solidFill>
                <a:latin typeface="+mn-lt"/>
                <a:ea typeface="+mn-ea"/>
                <a:cs typeface="+mn-cs"/>
              </a:defRPr>
            </a:lvl1pPr>
          </a:lstStyle>
          <a:p>
            <a:endParaRPr lang="en-US"/>
          </a:p>
        </p:txBody>
      </p:sp>
      <p:sp>
        <p:nvSpPr>
          <p:cNvPr id="9" name="GTS_Purple" descr="Accenture Greater Than symbol in purple">
            <a:extLst>
              <a:ext uri="{FF2B5EF4-FFF2-40B4-BE49-F238E27FC236}">
                <a16:creationId xmlns:a16="http://schemas.microsoft.com/office/drawing/2014/main" id="{AE0355C2-058C-4310-9508-BCC0F498FBBE}"/>
              </a:ext>
            </a:extLst>
          </p:cNvPr>
          <p:cNvSpPr>
            <a:spLocks noChangeAspect="1"/>
          </p:cNvSpPr>
          <p:nvPr userDrawn="1"/>
        </p:nvSpPr>
        <p:spPr bwMode="auto">
          <a:xfrm>
            <a:off x="380209" y="6457549"/>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383" tIns="45691" rIns="91383" bIns="45691" numCol="1" anchor="t" anchorCtr="0" compatLnSpc="1">
            <a:prstTxWarp prst="textNoShape">
              <a:avLst/>
            </a:prstTxWarp>
          </a:bodyPr>
          <a:lstStyle/>
          <a:p>
            <a:endParaRPr lang="en-US" sz="1800">
              <a:latin typeface="Graphik Regular" panose="020B0503030202060203" pitchFamily="34" charset="-18"/>
            </a:endParaRPr>
          </a:p>
        </p:txBody>
      </p:sp>
      <p:sp>
        <p:nvSpPr>
          <p:cNvPr id="8" name="Footer Placeholder 2">
            <a:extLst>
              <a:ext uri="{FF2B5EF4-FFF2-40B4-BE49-F238E27FC236}">
                <a16:creationId xmlns:a16="http://schemas.microsoft.com/office/drawing/2014/main" id="{3CA95C16-18E3-42EF-B625-D6CF296813FF}"/>
              </a:ext>
            </a:extLst>
          </p:cNvPr>
          <p:cNvSpPr>
            <a:spLocks noGrp="1"/>
          </p:cNvSpPr>
          <p:nvPr>
            <p:ph type="ftr" sz="quarter" idx="3"/>
          </p:nvPr>
        </p:nvSpPr>
        <p:spPr>
          <a:xfrm>
            <a:off x="8251825" y="6454453"/>
            <a:ext cx="3175200" cy="132523"/>
          </a:xfrm>
          <a:prstGeom prst="rect">
            <a:avLst/>
          </a:prstGeom>
        </p:spPr>
        <p:txBody>
          <a:bodyPr lIns="0" tIns="0" rIns="0" bIns="0"/>
          <a:lstStyle>
            <a:lvl1pPr algn="r">
              <a:defRPr sz="800">
                <a:solidFill>
                  <a:schemeClr val="tx1">
                    <a:alpha val="50000"/>
                  </a:schemeClr>
                </a:solidFill>
              </a:defRPr>
            </a:lvl1pPr>
          </a:lstStyle>
          <a:p>
            <a:r>
              <a:rPr lang="en-US">
                <a:latin typeface="Graphik Regular" panose="020B0503030202060203" pitchFamily="34" charset="-18"/>
              </a:rPr>
              <a:t>Copyright © 202</a:t>
            </a:r>
            <a:r>
              <a:rPr lang="pl-PL">
                <a:latin typeface="Graphik Regular" panose="020B0503030202060203" pitchFamily="34" charset="-18"/>
              </a:rPr>
              <a:t>2</a:t>
            </a:r>
            <a:r>
              <a:rPr lang="en-US">
                <a:latin typeface="Graphik Regular" panose="020B0503030202060203" pitchFamily="34" charset="-18"/>
              </a:rPr>
              <a:t> Accenture. All rights reserved.</a:t>
            </a:r>
          </a:p>
        </p:txBody>
      </p:sp>
      <p:sp>
        <p:nvSpPr>
          <p:cNvPr id="12" name="Slide Number Placeholder 7">
            <a:extLst>
              <a:ext uri="{FF2B5EF4-FFF2-40B4-BE49-F238E27FC236}">
                <a16:creationId xmlns:a16="http://schemas.microsoft.com/office/drawing/2014/main" id="{3466B3B8-D7C9-43CB-89EE-DF42335A5A0F}"/>
              </a:ext>
            </a:extLst>
          </p:cNvPr>
          <p:cNvSpPr>
            <a:spLocks noGrp="1"/>
          </p:cNvSpPr>
          <p:nvPr>
            <p:ph type="sldNum" sz="quarter" idx="4"/>
          </p:nvPr>
        </p:nvSpPr>
        <p:spPr>
          <a:xfrm>
            <a:off x="11427813" y="6454453"/>
            <a:ext cx="381600" cy="132523"/>
          </a:xfrm>
          <a:prstGeom prst="rect">
            <a:avLst/>
          </a:prstGeom>
        </p:spPr>
        <p:txBody>
          <a:bodyPr lIns="0" tIns="0" rIns="0" bIns="0"/>
          <a:lstStyle>
            <a:lvl1pPr algn="r">
              <a:defRPr sz="800">
                <a:latin typeface="Graphik Regular" panose="020B0503030202060203" pitchFamily="34" charset="-18"/>
              </a:defRPr>
            </a:lvl1pPr>
          </a:lstStyle>
          <a:p>
            <a:fld id="{7F8EB60C-7CC2-49F0-B2EE-C81F067DE041}" type="slidenum">
              <a:rPr lang="en-US" smtClean="0"/>
              <a:pPr/>
              <a:t>‹#›</a:t>
            </a:fld>
            <a:endParaRPr lang="en-US"/>
          </a:p>
        </p:txBody>
      </p:sp>
    </p:spTree>
    <p:extLst>
      <p:ext uri="{BB962C8B-B14F-4D97-AF65-F5344CB8AC3E}">
        <p14:creationId xmlns:p14="http://schemas.microsoft.com/office/powerpoint/2010/main" val="2436351762"/>
      </p:ext>
    </p:extLst>
  </p:cSld>
  <p:clrMap bg1="lt1" tx1="dk1" bg2="lt2" tx2="dk2" accent1="accent1" accent2="accent2" accent3="accent3" accent4="accent4" accent5="accent5" accent6="accent6" hlink="hlink" folHlink="folHlink"/>
  <p:sldLayoutIdLst>
    <p:sldLayoutId id="2147483817" r:id="rId1"/>
  </p:sldLayoutIdLst>
  <p:hf hdr="0" dt="0"/>
  <p:txStyles>
    <p:titleStyle>
      <a:lvl1pPr algn="l" defTabSz="913851" rtl="0" eaLnBrk="1" latinLnBrk="0" hangingPunct="1">
        <a:lnSpc>
          <a:spcPct val="80000"/>
        </a:lnSpc>
        <a:spcBef>
          <a:spcPct val="0"/>
        </a:spcBef>
        <a:buNone/>
        <a:defRPr sz="3199" b="1" kern="1200" spc="0">
          <a:solidFill>
            <a:schemeClr val="tx1"/>
          </a:solidFill>
          <a:latin typeface="+mj-lt"/>
          <a:ea typeface="+mj-ea"/>
          <a:cs typeface="+mj-cs"/>
        </a:defRPr>
      </a:lvl1pPr>
    </p:titleStyle>
    <p:bodyStyle>
      <a:lvl1pPr marL="0" indent="0" algn="l" defTabSz="228463" rtl="0" eaLnBrk="1" latinLnBrk="0" hangingPunct="1">
        <a:lnSpc>
          <a:spcPct val="100000"/>
        </a:lnSpc>
        <a:spcBef>
          <a:spcPts val="0"/>
        </a:spcBef>
        <a:spcAft>
          <a:spcPts val="600"/>
        </a:spcAft>
        <a:buFont typeface="Graphik" panose="020B0604020202020204" pitchFamily="34" charset="0"/>
        <a:buNone/>
        <a:defRPr sz="1999" b="0" kern="1200">
          <a:solidFill>
            <a:schemeClr val="tx1"/>
          </a:solidFill>
          <a:latin typeface="+mj-lt"/>
          <a:ea typeface="+mn-ea"/>
          <a:cs typeface="+mn-cs"/>
        </a:defRPr>
      </a:lvl1pPr>
      <a:lvl2pPr marL="0" indent="0" algn="l" defTabSz="228463" rtl="0" eaLnBrk="1" latinLnBrk="0" hangingPunct="1">
        <a:lnSpc>
          <a:spcPct val="100000"/>
        </a:lnSpc>
        <a:spcBef>
          <a:spcPts val="0"/>
        </a:spcBef>
        <a:spcAft>
          <a:spcPts val="600"/>
        </a:spcAft>
        <a:buClrTx/>
        <a:buFont typeface="Arial" panose="020B0604020202020204" pitchFamily="34" charset="0"/>
        <a:buNone/>
        <a:defRPr sz="1800" b="0" kern="1200">
          <a:solidFill>
            <a:schemeClr val="tx1"/>
          </a:solidFill>
          <a:latin typeface="+mn-lt"/>
          <a:ea typeface="+mn-ea"/>
          <a:cs typeface="+mn-cs"/>
        </a:defRPr>
      </a:lvl2pPr>
      <a:lvl3pPr marL="182526" indent="-182526" algn="l" defTabSz="228463"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3pPr>
      <a:lvl4pPr marL="353942" indent="-171416" algn="l" defTabSz="228463" rtl="0" eaLnBrk="1" latinLnBrk="0" hangingPunct="1">
        <a:lnSpc>
          <a:spcPct val="100000"/>
        </a:lnSpc>
        <a:spcBef>
          <a:spcPts val="0"/>
        </a:spcBef>
        <a:spcAft>
          <a:spcPts val="600"/>
        </a:spcAft>
        <a:buSzPct val="70000"/>
        <a:buFont typeface="Graphik Light" panose="020B0403030202060203" pitchFamily="34" charset="-18"/>
        <a:buChar char="–"/>
        <a:defRPr sz="1799" kern="1200">
          <a:solidFill>
            <a:schemeClr val="tx1"/>
          </a:solidFill>
          <a:latin typeface="+mn-lt"/>
          <a:ea typeface="+mn-ea"/>
          <a:cs typeface="+mn-cs"/>
        </a:defRPr>
      </a:lvl4pPr>
      <a:lvl5pPr marL="536468" indent="-182526" algn="l" defTabSz="228463" rtl="0" eaLnBrk="1" latinLnBrk="0" hangingPunct="1">
        <a:lnSpc>
          <a:spcPct val="100000"/>
        </a:lnSpc>
        <a:spcBef>
          <a:spcPts val="0"/>
        </a:spcBef>
        <a:spcAft>
          <a:spcPts val="600"/>
        </a:spcAft>
        <a:buFont typeface="Graphik" panose="020B0503030202060203" pitchFamily="34" charset="-18"/>
        <a:buChar char="|"/>
        <a:defRPr sz="1400" kern="1200">
          <a:solidFill>
            <a:schemeClr val="tx1"/>
          </a:solidFill>
          <a:latin typeface="+mn-lt"/>
          <a:ea typeface="+mn-ea"/>
          <a:cs typeface="+mn-cs"/>
        </a:defRPr>
      </a:lvl5pPr>
      <a:lvl6pPr marL="11107" indent="0" algn="l" defTabSz="228463" rtl="0" eaLnBrk="1" latinLnBrk="0" hangingPunct="1">
        <a:lnSpc>
          <a:spcPct val="90000"/>
        </a:lnSpc>
        <a:spcBef>
          <a:spcPts val="0"/>
        </a:spcBef>
        <a:spcAft>
          <a:spcPts val="600"/>
        </a:spcAft>
        <a:buFont typeface="Graphik" panose="020B0503030202060203" pitchFamily="34" charset="0"/>
        <a:buNone/>
        <a:tabLst/>
        <a:defRPr sz="1200" kern="1200">
          <a:solidFill>
            <a:schemeClr val="tx1"/>
          </a:solidFill>
          <a:latin typeface="+mn-lt"/>
          <a:ea typeface="+mn-ea"/>
          <a:cs typeface="+mn-cs"/>
        </a:defRPr>
      </a:lvl6pPr>
      <a:lvl7pPr marL="0" indent="0" algn="l" defTabSz="228463" rtl="0" eaLnBrk="1" latinLnBrk="0" hangingPunct="1">
        <a:lnSpc>
          <a:spcPct val="90000"/>
        </a:lnSpc>
        <a:spcBef>
          <a:spcPts val="0"/>
        </a:spcBef>
        <a:spcAft>
          <a:spcPts val="600"/>
        </a:spcAft>
        <a:buFont typeface="Graphik" panose="020B0604020202020204" pitchFamily="34" charset="0"/>
        <a:buNone/>
        <a:defRPr sz="1050" kern="1200">
          <a:solidFill>
            <a:schemeClr val="tx1"/>
          </a:solidFill>
          <a:latin typeface="+mn-lt"/>
          <a:ea typeface="+mn-ea"/>
          <a:cs typeface="+mn-cs"/>
        </a:defRPr>
      </a:lvl7pPr>
      <a:lvl8pPr marL="0" indent="0" algn="l" defTabSz="228463" rtl="0" eaLnBrk="1" latinLnBrk="0" hangingPunct="1">
        <a:lnSpc>
          <a:spcPct val="90000"/>
        </a:lnSpc>
        <a:spcBef>
          <a:spcPts val="0"/>
        </a:spcBef>
        <a:spcAft>
          <a:spcPts val="600"/>
        </a:spcAft>
        <a:buFont typeface="Graphik" panose="020B0604020202020204" pitchFamily="34" charset="0"/>
        <a:buNone/>
        <a:defRPr sz="900" b="1" kern="1200">
          <a:solidFill>
            <a:schemeClr val="tx1"/>
          </a:solidFill>
          <a:latin typeface="+mn-lt"/>
          <a:ea typeface="+mn-ea"/>
          <a:cs typeface="+mn-cs"/>
        </a:defRPr>
      </a:lvl8pPr>
      <a:lvl9pPr marL="0" indent="0" algn="l" defTabSz="228463"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3851" rtl="0" eaLnBrk="1" latinLnBrk="0" hangingPunct="1">
        <a:defRPr sz="1399" kern="1200">
          <a:solidFill>
            <a:schemeClr val="tx1"/>
          </a:solidFill>
          <a:latin typeface="+mn-lt"/>
          <a:ea typeface="+mn-ea"/>
          <a:cs typeface="+mn-cs"/>
        </a:defRPr>
      </a:lvl1pPr>
      <a:lvl2pPr marL="456926" algn="l" defTabSz="913851" rtl="0" eaLnBrk="1" latinLnBrk="0" hangingPunct="1">
        <a:defRPr sz="1399" kern="1200">
          <a:solidFill>
            <a:schemeClr val="tx1"/>
          </a:solidFill>
          <a:latin typeface="+mn-lt"/>
          <a:ea typeface="+mn-ea"/>
          <a:cs typeface="+mn-cs"/>
        </a:defRPr>
      </a:lvl2pPr>
      <a:lvl3pPr marL="913851" algn="l" defTabSz="913851" rtl="0" eaLnBrk="1" latinLnBrk="0" hangingPunct="1">
        <a:defRPr sz="1399" kern="1200">
          <a:solidFill>
            <a:schemeClr val="tx1"/>
          </a:solidFill>
          <a:latin typeface="+mn-lt"/>
          <a:ea typeface="+mn-ea"/>
          <a:cs typeface="+mn-cs"/>
        </a:defRPr>
      </a:lvl3pPr>
      <a:lvl4pPr marL="1370777" algn="l" defTabSz="913851" rtl="0" eaLnBrk="1" latinLnBrk="0" hangingPunct="1">
        <a:defRPr sz="1399" kern="1200">
          <a:solidFill>
            <a:schemeClr val="tx1"/>
          </a:solidFill>
          <a:latin typeface="+mn-lt"/>
          <a:ea typeface="+mn-ea"/>
          <a:cs typeface="+mn-cs"/>
        </a:defRPr>
      </a:lvl4pPr>
      <a:lvl5pPr marL="1827702" algn="l" defTabSz="913851" rtl="0" eaLnBrk="1" latinLnBrk="0" hangingPunct="1">
        <a:defRPr sz="1399" kern="1200">
          <a:solidFill>
            <a:schemeClr val="tx1"/>
          </a:solidFill>
          <a:latin typeface="+mn-lt"/>
          <a:ea typeface="+mn-ea"/>
          <a:cs typeface="+mn-cs"/>
        </a:defRPr>
      </a:lvl5pPr>
      <a:lvl6pPr marL="2284629" algn="l" defTabSz="913851" rtl="0" eaLnBrk="1" latinLnBrk="0" hangingPunct="1">
        <a:defRPr sz="1399" kern="1200">
          <a:solidFill>
            <a:schemeClr val="tx1"/>
          </a:solidFill>
          <a:latin typeface="+mn-lt"/>
          <a:ea typeface="+mn-ea"/>
          <a:cs typeface="+mn-cs"/>
        </a:defRPr>
      </a:lvl6pPr>
      <a:lvl7pPr marL="2741555" algn="l" defTabSz="913851" rtl="0" eaLnBrk="1" latinLnBrk="0" hangingPunct="1">
        <a:defRPr sz="1399" kern="1200">
          <a:solidFill>
            <a:schemeClr val="tx1"/>
          </a:solidFill>
          <a:latin typeface="+mn-lt"/>
          <a:ea typeface="+mn-ea"/>
          <a:cs typeface="+mn-cs"/>
        </a:defRPr>
      </a:lvl7pPr>
      <a:lvl8pPr marL="3198480" algn="l" defTabSz="913851" rtl="0" eaLnBrk="1" latinLnBrk="0" hangingPunct="1">
        <a:defRPr sz="1399" kern="1200">
          <a:solidFill>
            <a:schemeClr val="tx1"/>
          </a:solidFill>
          <a:latin typeface="+mn-lt"/>
          <a:ea typeface="+mn-ea"/>
          <a:cs typeface="+mn-cs"/>
        </a:defRPr>
      </a:lvl8pPr>
      <a:lvl9pPr marL="3655406" algn="l" defTabSz="913851" rtl="0" eaLnBrk="1" latinLnBrk="0" hangingPunct="1">
        <a:defRPr sz="13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C35EA4"/>
          </p15:clr>
        </p15:guide>
        <p15:guide id="2" orient="horz" pos="3976">
          <p15:clr>
            <a:srgbClr val="C35EA4"/>
          </p15:clr>
        </p15:guide>
        <p15:guide id="3" pos="240">
          <p15:clr>
            <a:srgbClr val="C35EA4"/>
          </p15:clr>
        </p15:guide>
        <p15:guide id="4" pos="7440">
          <p15:clr>
            <a:srgbClr val="C35EA4"/>
          </p15:clr>
        </p15:guide>
        <p15:guide id="5" pos="80">
          <p15:clr>
            <a:srgbClr val="F26B43"/>
          </p15:clr>
        </p15:guide>
        <p15:guide id="6" orient="horz" pos="80">
          <p15:clr>
            <a:srgbClr val="F26B43"/>
          </p15:clr>
        </p15:guide>
        <p15:guide id="7" pos="7598">
          <p15:clr>
            <a:srgbClr val="F26B43"/>
          </p15:clr>
        </p15:guide>
        <p15:guide id="8" orient="horz" pos="4240">
          <p15:clr>
            <a:srgbClr val="F26B43"/>
          </p15:clr>
        </p15:guide>
        <p15:guide id="9" pos="1305">
          <p15:clr>
            <a:srgbClr val="F26B43"/>
          </p15:clr>
        </p15:guide>
        <p15:guide id="10" pos="1468">
          <p15:clr>
            <a:srgbClr val="F26B43"/>
          </p15:clr>
        </p15:guide>
        <p15:guide id="11" pos="2530">
          <p15:clr>
            <a:srgbClr val="F26B43"/>
          </p15:clr>
        </p15:guide>
        <p15:guide id="12" pos="2693">
          <p15:clr>
            <a:srgbClr val="F26B43"/>
          </p15:clr>
        </p15:guide>
        <p15:guide id="13" pos="3758">
          <p15:clr>
            <a:srgbClr val="F26B43"/>
          </p15:clr>
        </p15:guide>
        <p15:guide id="14" pos="3919">
          <p15:clr>
            <a:srgbClr val="F26B43"/>
          </p15:clr>
        </p15:guide>
        <p15:guide id="15" pos="4985">
          <p15:clr>
            <a:srgbClr val="F26B43"/>
          </p15:clr>
        </p15:guide>
        <p15:guide id="16" pos="5148">
          <p15:clr>
            <a:srgbClr val="F26B43"/>
          </p15:clr>
        </p15:guide>
        <p15:guide id="17" pos="6213">
          <p15:clr>
            <a:srgbClr val="F26B43"/>
          </p15:clr>
        </p15:guide>
        <p15:guide id="18" pos="637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A6DC818-F2B2-5B0F-9326-0D8A2D7B4F94}"/>
              </a:ext>
            </a:extLst>
          </p:cNvPr>
          <p:cNvGraphicFramePr>
            <a:graphicFrameLocks noChangeAspect="1"/>
          </p:cNvGraphicFramePr>
          <p:nvPr userDrawn="1">
            <p:custDataLst>
              <p:tags r:id="rId6"/>
            </p:custDataLst>
            <p:extLst>
              <p:ext uri="{D42A27DB-BD31-4B8C-83A1-F6EECF244321}">
                <p14:modId xmlns:p14="http://schemas.microsoft.com/office/powerpoint/2010/main" val="31515285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26" imgH="426" progId="TCLayout.ActiveDocument.1">
                  <p:embed/>
                </p:oleObj>
              </mc:Choice>
              <mc:Fallback>
                <p:oleObj name="think-cell Slide" r:id="rId7" imgW="426" imgH="426" progId="TCLayout.ActiveDocument.1">
                  <p:embed/>
                  <p:pic>
                    <p:nvPicPr>
                      <p:cNvPr id="6" name="think-cell data - do not delete" hidden="1">
                        <a:extLst>
                          <a:ext uri="{FF2B5EF4-FFF2-40B4-BE49-F238E27FC236}">
                            <a16:creationId xmlns:a16="http://schemas.microsoft.com/office/drawing/2014/main" id="{6A6DC818-F2B2-5B0F-9326-0D8A2D7B4F94}"/>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81000" y="380999"/>
            <a:ext cx="11430000" cy="990601"/>
          </a:xfrm>
          <a:prstGeom prst="rect">
            <a:avLst/>
          </a:prstGeom>
        </p:spPr>
        <p:txBody>
          <a:bodyPr vert="horz" lIns="0" tIns="0" rIns="0" bIns="0" rtlCol="0" anchor="t">
            <a:noAutofit/>
          </a:bodyPr>
          <a:lstStyle/>
          <a:p>
            <a:r>
              <a:rPr lang="en-US"/>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81000" y="1371600"/>
            <a:ext cx="11430000" cy="4936037"/>
          </a:xfrm>
          <a:prstGeom prst="rect">
            <a:avLst/>
          </a:prstGeom>
        </p:spPr>
        <p:txBody>
          <a:bodyPr vert="horz" lIns="0" tIns="0" rIns="0" bIns="0" rtlCol="0">
            <a:noAutofit/>
          </a:bodyPr>
          <a:lstStyle/>
          <a:p>
            <a:pPr lvl="0"/>
            <a:r>
              <a:rPr lang="en-US"/>
              <a:t>First level (bullet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userDrawn="1">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endParaRPr lang="en-US"/>
          </a:p>
        </p:txBody>
      </p:sp>
      <p:sp>
        <p:nvSpPr>
          <p:cNvPr id="10" name="Footer Placeholder 3">
            <a:extLst>
              <a:ext uri="{FF2B5EF4-FFF2-40B4-BE49-F238E27FC236}">
                <a16:creationId xmlns:a16="http://schemas.microsoft.com/office/drawing/2014/main" id="{9624E0B2-760E-457A-8367-213CE89D65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pPr algn="r" defTabSz="228600">
              <a:spcAft>
                <a:spcPts val="1200"/>
              </a:spcAft>
              <a:defRPr/>
            </a:pPr>
            <a:endParaRPr lang="en-GB"/>
          </a:p>
        </p:txBody>
      </p:sp>
      <p:sp>
        <p:nvSpPr>
          <p:cNvPr id="4" name="Slide Number Placeholder 3">
            <a:extLst>
              <a:ext uri="{FF2B5EF4-FFF2-40B4-BE49-F238E27FC236}">
                <a16:creationId xmlns:a16="http://schemas.microsoft.com/office/drawing/2014/main" id="{B069DFD1-72F5-4590-A067-19F2501AABC0}"/>
              </a:ext>
            </a:extLst>
          </p:cNvPr>
          <p:cNvSpPr>
            <a:spLocks noGrp="1"/>
          </p:cNvSpPr>
          <p:nvPr>
            <p:ph type="sldNum" sz="quarter" idx="4"/>
          </p:nvPr>
        </p:nvSpPr>
        <p:spPr>
          <a:xfrm>
            <a:off x="11484746" y="6490025"/>
            <a:ext cx="326254" cy="201168"/>
          </a:xfrm>
          <a:prstGeom prst="rect">
            <a:avLst/>
          </a:prstGeom>
        </p:spPr>
        <p:txBody>
          <a:bodyPr vert="horz" wrap="none" lIns="0" tIns="0" rIns="0" bIns="0" rtlCol="0" anchor="ctr"/>
          <a:lstStyle>
            <a:lvl1pPr algn="r">
              <a:defRPr sz="800">
                <a:solidFill>
                  <a:schemeClr val="tx1"/>
                </a:solidFill>
              </a:defRPr>
            </a:lvl1pPr>
          </a:lstStyle>
          <a:p>
            <a:fld id="{1F90F471-3972-4120-B8B3-0237DE626C35}" type="slidenum">
              <a:rPr lang="en-US" smtClean="0"/>
              <a:pPr/>
              <a:t>‹#›</a:t>
            </a:fld>
            <a:endParaRPr lang="en-US"/>
          </a:p>
        </p:txBody>
      </p:sp>
      <p:sp>
        <p:nvSpPr>
          <p:cNvPr id="5" name="GTS_Purple">
            <a:extLst>
              <a:ext uri="{FF2B5EF4-FFF2-40B4-BE49-F238E27FC236}">
                <a16:creationId xmlns:a16="http://schemas.microsoft.com/office/drawing/2014/main" id="{72B8D356-AC9F-509B-5C79-B6FB2E6981D4}"/>
              </a:ext>
              <a:ext uri="{C183D7F6-B498-43B3-948B-1728B52AA6E4}">
                <adec:decorative xmlns:adec="http://schemas.microsoft.com/office/drawing/2017/decorative" val="1"/>
              </a:ext>
            </a:extLst>
          </p:cNvPr>
          <p:cNvSpPr>
            <a:spLocks noChangeAspect="1"/>
          </p:cNvSpPr>
          <p:nvPr userDrawn="1"/>
        </p:nvSpPr>
        <p:spPr bwMode="auto">
          <a:xfrm>
            <a:off x="380209"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Graphik" panose="020B0503030202060203" pitchFamily="34" charset="77"/>
            </a:endParaRPr>
          </a:p>
        </p:txBody>
      </p:sp>
    </p:spTree>
    <p:extLst>
      <p:ext uri="{BB962C8B-B14F-4D97-AF65-F5344CB8AC3E}">
        <p14:creationId xmlns:p14="http://schemas.microsoft.com/office/powerpoint/2010/main" val="3050406189"/>
      </p:ext>
    </p:extLst>
  </p:cSld>
  <p:clrMap bg1="lt1" tx1="dk1" bg2="lt2" tx2="dk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Lst>
  <p:hf sldNum="0" hdr="0" ftr="0" dt="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C35EA4"/>
          </p15:clr>
        </p15:guide>
        <p15:guide id="2" orient="horz" pos="3976">
          <p15:clr>
            <a:srgbClr val="C35EA4"/>
          </p15:clr>
        </p15:guide>
        <p15:guide id="3" pos="240">
          <p15:clr>
            <a:srgbClr val="C35EA4"/>
          </p15:clr>
        </p15:guide>
        <p15:guide id="4" pos="7440">
          <p15:clr>
            <a:srgbClr val="C35E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1794C989-BBAA-4EE9-9994-5A82DE1695F1}"/>
              </a:ext>
            </a:extLst>
          </p:cNvPr>
          <p:cNvGraphicFramePr>
            <a:graphicFrameLocks noChangeAspect="1"/>
          </p:cNvGraphicFramePr>
          <p:nvPr userDrawn="1">
            <p:custDataLst>
              <p:tags r:id="rId28"/>
            </p:custDataLst>
            <p:extLst>
              <p:ext uri="{D42A27DB-BD31-4B8C-83A1-F6EECF244321}">
                <p14:modId xmlns:p14="http://schemas.microsoft.com/office/powerpoint/2010/main" val="5878205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0" imgW="424" imgH="424" progId="TCLayout.ActiveDocument.1">
                  <p:embed/>
                </p:oleObj>
              </mc:Choice>
              <mc:Fallback>
                <p:oleObj name="think-cell Folie" r:id="rId30" imgW="424" imgH="424" progId="TCLayout.ActiveDocument.1">
                  <p:embed/>
                  <p:pic>
                    <p:nvPicPr>
                      <p:cNvPr id="5" name="Objekt 4" hidden="1">
                        <a:extLst>
                          <a:ext uri="{FF2B5EF4-FFF2-40B4-BE49-F238E27FC236}">
                            <a16:creationId xmlns:a16="http://schemas.microsoft.com/office/drawing/2014/main" id="{1794C989-BBAA-4EE9-9994-5A82DE1695F1}"/>
                          </a:ext>
                        </a:extLst>
                      </p:cNvPr>
                      <p:cNvPicPr/>
                      <p:nvPr/>
                    </p:nvPicPr>
                    <p:blipFill>
                      <a:blip r:embed="rId31"/>
                      <a:stretch>
                        <a:fillRect/>
                      </a:stretch>
                    </p:blipFill>
                    <p:spPr>
                      <a:xfrm>
                        <a:off x="1588" y="1588"/>
                        <a:ext cx="1588" cy="1588"/>
                      </a:xfrm>
                      <a:prstGeom prst="rect">
                        <a:avLst/>
                      </a:prstGeom>
                    </p:spPr>
                  </p:pic>
                </p:oleObj>
              </mc:Fallback>
            </mc:AlternateContent>
          </a:graphicData>
        </a:graphic>
      </p:graphicFrame>
      <p:sp>
        <p:nvSpPr>
          <p:cNvPr id="4" name="Rechteck 3" hidden="1">
            <a:extLst>
              <a:ext uri="{FF2B5EF4-FFF2-40B4-BE49-F238E27FC236}">
                <a16:creationId xmlns:a16="http://schemas.microsoft.com/office/drawing/2014/main" id="{5E367C1E-D07A-4CEE-8735-8E2C61BD021E}"/>
              </a:ext>
            </a:extLst>
          </p:cNvPr>
          <p:cNvSpPr/>
          <p:nvPr userDrawn="1">
            <p:custDataLst>
              <p:tags r:id="rId29"/>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3000" b="1" i="0" baseline="0" dirty="0" err="1">
              <a:latin typeface="Graphik" panose="020B0503030202060203" pitchFamily="34" charset="0"/>
              <a:ea typeface="+mj-ea"/>
              <a:cs typeface="+mj-cs"/>
              <a:sym typeface="Graphik" panose="020B0503030202060203" pitchFamily="34" charset="0"/>
            </a:endParaRPr>
          </a:p>
        </p:txBody>
      </p:sp>
      <p:sp>
        <p:nvSpPr>
          <p:cNvPr id="25" name="TextBox 24">
            <a:extLst>
              <a:ext uri="{FF2B5EF4-FFF2-40B4-BE49-F238E27FC236}">
                <a16:creationId xmlns:a16="http://schemas.microsoft.com/office/drawing/2014/main" id="{8DEAF7F0-ADBE-DA4B-80DE-727BD0E615AA}"/>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alpha val="75000"/>
                  </a:schemeClr>
                </a:solidFill>
              </a:rPr>
              <a:t>Copyright © Accenture. All rights reserved.</a:t>
            </a:r>
            <a:endParaRPr lang="en-US" noProof="0" dirty="0">
              <a:solidFill>
                <a:schemeClr val="tx1">
                  <a:alpha val="75000"/>
                </a:schemeClr>
              </a:solidFill>
            </a:endParaRPr>
          </a:p>
        </p:txBody>
      </p:sp>
      <p:sp>
        <p:nvSpPr>
          <p:cNvPr id="26" name="TextBox 25">
            <a:extLst>
              <a:ext uri="{FF2B5EF4-FFF2-40B4-BE49-F238E27FC236}">
                <a16:creationId xmlns:a16="http://schemas.microsoft.com/office/drawing/2014/main" id="{A54DE5B9-F305-CC4E-9A6A-0DC78956D275}"/>
              </a:ext>
            </a:extLst>
          </p:cNvPr>
          <p:cNvSpPr txBox="1"/>
          <p:nvPr userDrawn="1"/>
        </p:nvSpPr>
        <p:spPr>
          <a:xfrm>
            <a:off x="11430000" y="648079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rPr>
              <a:t>‹#›</a:t>
            </a:fld>
            <a:endParaRPr lang="en-US" noProof="0" dirty="0">
              <a:solidFill>
                <a:schemeClr val="tx1">
                  <a:alpha val="75000"/>
                </a:schemeClr>
              </a:solidFill>
            </a:endParaRPr>
          </a:p>
        </p:txBody>
      </p:sp>
      <p:sp>
        <p:nvSpPr>
          <p:cNvPr id="7" name="Slide Number Placeholder 6">
            <a:extLst>
              <a:ext uri="{FF2B5EF4-FFF2-40B4-BE49-F238E27FC236}">
                <a16:creationId xmlns:a16="http://schemas.microsoft.com/office/drawing/2014/main" id="{D6C2DB82-2141-42CD-9AE7-8A744B363FBC}"/>
              </a:ext>
            </a:extLst>
          </p:cNvPr>
          <p:cNvSpPr>
            <a:spLocks noGrp="1"/>
          </p:cNvSpPr>
          <p:nvPr userDrawn="1">
            <p:ph type="sldNum" sz="quarter" idx="4"/>
          </p:nvPr>
        </p:nvSpPr>
        <p:spPr>
          <a:xfrm>
            <a:off x="11429998" y="6477001"/>
            <a:ext cx="381001" cy="207843"/>
          </a:xfrm>
          <a:prstGeom prst="rect">
            <a:avLst/>
          </a:prstGeom>
          <a:noFill/>
        </p:spPr>
        <p:txBody>
          <a:bodyPr wrap="square" lIns="0" tIns="0" rIns="0" bIns="0" rtlCol="0" anchor="ctr">
            <a:noAutofit/>
          </a:bodyPr>
          <a:lstStyle>
            <a:lvl1pPr>
              <a:defRPr lang="en-US" sz="800" smtClean="0">
                <a:noFill/>
              </a:defRPr>
            </a:lvl1pPr>
          </a:lstStyle>
          <a:p>
            <a:pPr algn="r" defTabSz="228600">
              <a:spcAft>
                <a:spcPts val="1200"/>
              </a:spcAft>
            </a:pPr>
            <a:fld id="{CC9E6EB9-168E-4914-8CC7-2E853AFB4F1B}" type="slidenum">
              <a:rPr lang="en-US" smtClean="0"/>
              <a:pPr algn="r" defTabSz="228600">
                <a:spcAft>
                  <a:spcPts val="1200"/>
                </a:spcAft>
              </a:pPr>
              <a:t>‹#›</a:t>
            </a:fld>
            <a:endParaRPr lang="en-US" dirty="0"/>
          </a:p>
        </p:txBody>
      </p:sp>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81000" y="381000"/>
            <a:ext cx="11430000" cy="705803"/>
          </a:xfrm>
          <a:prstGeom prst="rect">
            <a:avLst/>
          </a:prstGeom>
        </p:spPr>
        <p:txBody>
          <a:bodyPr vert="horz" lIns="0" tIns="0" rIns="0" bIns="0" rtlCol="0" anchor="t">
            <a:noAutofit/>
          </a:bodyPr>
          <a:lstStyle/>
          <a:p>
            <a:r>
              <a:rPr lang="en-US" dirty="0"/>
              <a:t>Place headline here (30pt)</a:t>
            </a:r>
            <a:br>
              <a:rPr lang="en-US" dirty="0"/>
            </a:br>
            <a:endParaRPr lang="en-US" dirty="0"/>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81000" y="1376678"/>
            <a:ext cx="11430000" cy="4897123"/>
          </a:xfrm>
          <a:prstGeom prst="rect">
            <a:avLst/>
          </a:prstGeom>
        </p:spPr>
        <p:txBody>
          <a:bodyPr vert="horz" lIns="0" tIns="0" rIns="0" bIns="0" rtlCol="0">
            <a:noAutofit/>
          </a:bodyPr>
          <a:lstStyle/>
          <a:p>
            <a:pPr lvl="0"/>
            <a:r>
              <a:rPr lang="en-US" dirty="0"/>
              <a:t>First level (copy 20pt)</a:t>
            </a:r>
          </a:p>
          <a:p>
            <a:pPr lvl="1"/>
            <a:r>
              <a:rPr lang="en-US" dirty="0"/>
              <a:t>Second level (bullet 20pt)</a:t>
            </a:r>
          </a:p>
          <a:p>
            <a:pPr lvl="2"/>
            <a:r>
              <a:rPr lang="en-US" dirty="0"/>
              <a:t>Third level (bullet 20pt)</a:t>
            </a:r>
          </a:p>
          <a:p>
            <a:pPr lvl="3"/>
            <a:r>
              <a:rPr lang="en-US" dirty="0"/>
              <a:t>Fourth level (bullet 18pt)</a:t>
            </a:r>
          </a:p>
          <a:p>
            <a:pPr lvl="4"/>
            <a:r>
              <a:rPr lang="en-US" dirty="0"/>
              <a:t>Fifth level (bullet 18pt)</a:t>
            </a:r>
          </a:p>
        </p:txBody>
      </p:sp>
      <p:pic>
        <p:nvPicPr>
          <p:cNvPr id="6" name="Picture 5" descr="A picture containing drawing, clock&#10;&#10;Description automatically generated">
            <a:extLst>
              <a:ext uri="{FF2B5EF4-FFF2-40B4-BE49-F238E27FC236}">
                <a16:creationId xmlns:a16="http://schemas.microsoft.com/office/drawing/2014/main" id="{E306151F-579E-4A3E-8949-882557B1D7B1}"/>
              </a:ext>
            </a:extLst>
          </p:cNvPr>
          <p:cNvPicPr>
            <a:picLocks noChangeAspect="1"/>
          </p:cNvPicPr>
          <p:nvPr userDrawn="1"/>
        </p:nvPicPr>
        <p:blipFill>
          <a:blip r:embed="rId32" cstate="print">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cxnSp>
        <p:nvCxnSpPr>
          <p:cNvPr id="12" name="Straight Connector 41">
            <a:extLst>
              <a:ext uri="{FF2B5EF4-FFF2-40B4-BE49-F238E27FC236}">
                <a16:creationId xmlns:a16="http://schemas.microsoft.com/office/drawing/2014/main" id="{8B5CF7D3-9D11-43C8-9C96-352C50278771}"/>
              </a:ext>
            </a:extLst>
          </p:cNvPr>
          <p:cNvCxnSpPr/>
          <p:nvPr userDrawn="1"/>
        </p:nvCxnSpPr>
        <p:spPr>
          <a:xfrm>
            <a:off x="-252640" y="1380044"/>
            <a:ext cx="182880" cy="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13" name="Straight Connector 50">
            <a:extLst>
              <a:ext uri="{FF2B5EF4-FFF2-40B4-BE49-F238E27FC236}">
                <a16:creationId xmlns:a16="http://schemas.microsoft.com/office/drawing/2014/main" id="{88AE0773-EE52-4910-9A72-00D0E5988EB0}"/>
              </a:ext>
            </a:extLst>
          </p:cNvPr>
          <p:cNvCxnSpPr/>
          <p:nvPr userDrawn="1"/>
        </p:nvCxnSpPr>
        <p:spPr>
          <a:xfrm>
            <a:off x="-252640" y="1662728"/>
            <a:ext cx="182880" cy="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sp>
        <p:nvSpPr>
          <p:cNvPr id="14" name="TextBox 51">
            <a:extLst>
              <a:ext uri="{FF2B5EF4-FFF2-40B4-BE49-F238E27FC236}">
                <a16:creationId xmlns:a16="http://schemas.microsoft.com/office/drawing/2014/main" id="{3F278CEE-58D7-4347-8A48-AC347988EF73}"/>
              </a:ext>
            </a:extLst>
          </p:cNvPr>
          <p:cNvSpPr txBox="1"/>
          <p:nvPr userDrawn="1"/>
        </p:nvSpPr>
        <p:spPr>
          <a:xfrm>
            <a:off x="-2102745" y="1549691"/>
            <a:ext cx="1778865" cy="222546"/>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Upper Guide Content</a:t>
            </a:r>
          </a:p>
        </p:txBody>
      </p:sp>
      <p:sp>
        <p:nvSpPr>
          <p:cNvPr id="15" name="TextBox 52">
            <a:extLst>
              <a:ext uri="{FF2B5EF4-FFF2-40B4-BE49-F238E27FC236}">
                <a16:creationId xmlns:a16="http://schemas.microsoft.com/office/drawing/2014/main" id="{72837ACB-C53A-4B19-B46C-12F0BD14D74D}"/>
              </a:ext>
            </a:extLst>
          </p:cNvPr>
          <p:cNvSpPr txBox="1"/>
          <p:nvPr userDrawn="1"/>
        </p:nvSpPr>
        <p:spPr>
          <a:xfrm>
            <a:off x="-2099880" y="308408"/>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Tagline</a:t>
            </a:r>
          </a:p>
        </p:txBody>
      </p:sp>
      <p:cxnSp>
        <p:nvCxnSpPr>
          <p:cNvPr id="16" name="Straight Connector 53">
            <a:extLst>
              <a:ext uri="{FF2B5EF4-FFF2-40B4-BE49-F238E27FC236}">
                <a16:creationId xmlns:a16="http://schemas.microsoft.com/office/drawing/2014/main" id="{88641946-2B20-4A59-89E2-45EA2C30F3C7}"/>
              </a:ext>
            </a:extLst>
          </p:cNvPr>
          <p:cNvCxnSpPr>
            <a:cxnSpLocks/>
          </p:cNvCxnSpPr>
          <p:nvPr userDrawn="1"/>
        </p:nvCxnSpPr>
        <p:spPr>
          <a:xfrm flipV="1">
            <a:off x="-252640" y="383287"/>
            <a:ext cx="182880" cy="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sp>
        <p:nvSpPr>
          <p:cNvPr id="17" name="TextBox 54">
            <a:extLst>
              <a:ext uri="{FF2B5EF4-FFF2-40B4-BE49-F238E27FC236}">
                <a16:creationId xmlns:a16="http://schemas.microsoft.com/office/drawing/2014/main" id="{89A408B4-95CF-45CC-B30E-DCC3DFABDFB3}"/>
              </a:ext>
            </a:extLst>
          </p:cNvPr>
          <p:cNvSpPr txBox="1">
            <a:spLocks/>
          </p:cNvSpPr>
          <p:nvPr userDrawn="1"/>
        </p:nvSpPr>
        <p:spPr>
          <a:xfrm>
            <a:off x="-1859880" y="310259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3</a:t>
            </a:r>
          </a:p>
        </p:txBody>
      </p:sp>
      <p:sp>
        <p:nvSpPr>
          <p:cNvPr id="18" name="Rectangle 55">
            <a:extLst>
              <a:ext uri="{FF2B5EF4-FFF2-40B4-BE49-F238E27FC236}">
                <a16:creationId xmlns:a16="http://schemas.microsoft.com/office/drawing/2014/main" id="{3769ACFA-9470-41B4-9729-E3F76DBF5BCE}"/>
              </a:ext>
            </a:extLst>
          </p:cNvPr>
          <p:cNvSpPr/>
          <p:nvPr userDrawn="1"/>
        </p:nvSpPr>
        <p:spPr bwMode="gray">
          <a:xfrm>
            <a:off x="-324720" y="3102598"/>
            <a:ext cx="180000" cy="180000"/>
          </a:xfrm>
          <a:prstGeom prst="rect">
            <a:avLst/>
          </a:prstGeom>
          <a:solidFill>
            <a:schemeClr val="accent3"/>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19" name="TextBox 56">
            <a:extLst>
              <a:ext uri="{FF2B5EF4-FFF2-40B4-BE49-F238E27FC236}">
                <a16:creationId xmlns:a16="http://schemas.microsoft.com/office/drawing/2014/main" id="{7AAC5BC3-3691-44AA-8748-7A93CC0912CF}"/>
              </a:ext>
            </a:extLst>
          </p:cNvPr>
          <p:cNvSpPr txBox="1">
            <a:spLocks/>
          </p:cNvSpPr>
          <p:nvPr userDrawn="1"/>
        </p:nvSpPr>
        <p:spPr>
          <a:xfrm>
            <a:off x="-1859880" y="2673934"/>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1</a:t>
            </a:r>
          </a:p>
        </p:txBody>
      </p:sp>
      <p:sp>
        <p:nvSpPr>
          <p:cNvPr id="20" name="Rectangle 57">
            <a:extLst>
              <a:ext uri="{FF2B5EF4-FFF2-40B4-BE49-F238E27FC236}">
                <a16:creationId xmlns:a16="http://schemas.microsoft.com/office/drawing/2014/main" id="{0CDD69FD-794D-4C03-8423-ED265820553B}"/>
              </a:ext>
            </a:extLst>
          </p:cNvPr>
          <p:cNvSpPr/>
          <p:nvPr userDrawn="1"/>
        </p:nvSpPr>
        <p:spPr bwMode="gray">
          <a:xfrm>
            <a:off x="-324720" y="2673934"/>
            <a:ext cx="180000" cy="180000"/>
          </a:xfrm>
          <a:prstGeom prst="rect">
            <a:avLst/>
          </a:prstGeom>
          <a:solidFill>
            <a:schemeClr val="accent1"/>
          </a:solidFill>
          <a:ln w="6350" cap="flat" cmpd="sng" algn="ctr">
            <a:solidFill>
              <a:schemeClr val="bg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srgbClr val="BEBEBE">
                  <a:lumMod val="100000"/>
                </a:srgbClr>
              </a:solidFill>
              <a:effectLst/>
              <a:uLnTx/>
              <a:uFillTx/>
              <a:latin typeface="Graphik"/>
              <a:ea typeface="+mn-ea"/>
              <a:cs typeface="+mn-cs"/>
            </a:endParaRPr>
          </a:p>
        </p:txBody>
      </p:sp>
      <p:sp>
        <p:nvSpPr>
          <p:cNvPr id="21" name="Rectangle 58">
            <a:extLst>
              <a:ext uri="{FF2B5EF4-FFF2-40B4-BE49-F238E27FC236}">
                <a16:creationId xmlns:a16="http://schemas.microsoft.com/office/drawing/2014/main" id="{2751F756-AE43-4D0B-BAED-2D185E1F57CB}"/>
              </a:ext>
            </a:extLst>
          </p:cNvPr>
          <p:cNvSpPr/>
          <p:nvPr userDrawn="1"/>
        </p:nvSpPr>
        <p:spPr bwMode="gray">
          <a:xfrm>
            <a:off x="-324720" y="2888266"/>
            <a:ext cx="180000" cy="180000"/>
          </a:xfrm>
          <a:prstGeom prst="rect">
            <a:avLst/>
          </a:prstGeom>
          <a:solidFill>
            <a:schemeClr val="accent2"/>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2" name="TextBox 59">
            <a:extLst>
              <a:ext uri="{FF2B5EF4-FFF2-40B4-BE49-F238E27FC236}">
                <a16:creationId xmlns:a16="http://schemas.microsoft.com/office/drawing/2014/main" id="{F591BCA9-2B98-4642-B284-E42591051701}"/>
              </a:ext>
            </a:extLst>
          </p:cNvPr>
          <p:cNvSpPr txBox="1">
            <a:spLocks/>
          </p:cNvSpPr>
          <p:nvPr userDrawn="1"/>
        </p:nvSpPr>
        <p:spPr>
          <a:xfrm>
            <a:off x="-1859880" y="2888266"/>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Primary color 2</a:t>
            </a:r>
          </a:p>
        </p:txBody>
      </p:sp>
      <p:sp>
        <p:nvSpPr>
          <p:cNvPr id="23" name="TextBox 65">
            <a:extLst>
              <a:ext uri="{FF2B5EF4-FFF2-40B4-BE49-F238E27FC236}">
                <a16:creationId xmlns:a16="http://schemas.microsoft.com/office/drawing/2014/main" id="{F13441F1-4B5D-44E6-99C3-7816583211E9}"/>
              </a:ext>
            </a:extLst>
          </p:cNvPr>
          <p:cNvSpPr txBox="1"/>
          <p:nvPr userDrawn="1"/>
        </p:nvSpPr>
        <p:spPr>
          <a:xfrm>
            <a:off x="-1859880" y="5819900"/>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White</a:t>
            </a:r>
          </a:p>
        </p:txBody>
      </p:sp>
      <p:sp>
        <p:nvSpPr>
          <p:cNvPr id="24" name="Rectangle 67">
            <a:extLst>
              <a:ext uri="{FF2B5EF4-FFF2-40B4-BE49-F238E27FC236}">
                <a16:creationId xmlns:a16="http://schemas.microsoft.com/office/drawing/2014/main" id="{50159B7A-57FC-4CA5-9162-09658FE5B727}"/>
              </a:ext>
            </a:extLst>
          </p:cNvPr>
          <p:cNvSpPr/>
          <p:nvPr userDrawn="1"/>
        </p:nvSpPr>
        <p:spPr bwMode="gray">
          <a:xfrm>
            <a:off x="-324720" y="5819903"/>
            <a:ext cx="180000" cy="180000"/>
          </a:xfrm>
          <a:prstGeom prst="rect">
            <a:avLst/>
          </a:prstGeom>
          <a:solidFill>
            <a:schemeClr val="bg1"/>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7" name="Rectangle 68">
            <a:extLst>
              <a:ext uri="{FF2B5EF4-FFF2-40B4-BE49-F238E27FC236}">
                <a16:creationId xmlns:a16="http://schemas.microsoft.com/office/drawing/2014/main" id="{134B466C-711D-4048-880C-A55E92C1E482}"/>
              </a:ext>
            </a:extLst>
          </p:cNvPr>
          <p:cNvSpPr>
            <a:spLocks/>
          </p:cNvSpPr>
          <p:nvPr userDrawn="1"/>
        </p:nvSpPr>
        <p:spPr bwMode="gray">
          <a:xfrm>
            <a:off x="-324884" y="4962578"/>
            <a:ext cx="180000" cy="180000"/>
          </a:xfrm>
          <a:prstGeom prst="rect">
            <a:avLst/>
          </a:prstGeom>
          <a:solidFill>
            <a:schemeClr val="tx1"/>
          </a:solidFill>
          <a:ln w="6350" cap="flat" cmpd="sng" algn="ctr">
            <a:solidFill>
              <a:schemeClr val="bg1"/>
            </a:solidFill>
            <a:prstDash val="solid"/>
            <a:miter lim="800000"/>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28" name="TextBox 69">
            <a:extLst>
              <a:ext uri="{FF2B5EF4-FFF2-40B4-BE49-F238E27FC236}">
                <a16:creationId xmlns:a16="http://schemas.microsoft.com/office/drawing/2014/main" id="{3C12579F-9A74-44A9-868A-D3ABCA9173E5}"/>
              </a:ext>
            </a:extLst>
          </p:cNvPr>
          <p:cNvSpPr txBox="1">
            <a:spLocks/>
          </p:cNvSpPr>
          <p:nvPr userDrawn="1"/>
        </p:nvSpPr>
        <p:spPr>
          <a:xfrm>
            <a:off x="-1859880" y="4962575"/>
            <a:ext cx="15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Black (Text)</a:t>
            </a:r>
          </a:p>
        </p:txBody>
      </p:sp>
      <p:sp>
        <p:nvSpPr>
          <p:cNvPr id="29" name="TextBox 70">
            <a:extLst>
              <a:ext uri="{FF2B5EF4-FFF2-40B4-BE49-F238E27FC236}">
                <a16:creationId xmlns:a16="http://schemas.microsoft.com/office/drawing/2014/main" id="{7193BC93-6750-439C-8E80-7E4265A0FCA9}"/>
              </a:ext>
            </a:extLst>
          </p:cNvPr>
          <p:cNvSpPr txBox="1"/>
          <p:nvPr userDrawn="1"/>
        </p:nvSpPr>
        <p:spPr>
          <a:xfrm>
            <a:off x="-2099880" y="1302877"/>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Sub-Headline Line</a:t>
            </a:r>
          </a:p>
        </p:txBody>
      </p:sp>
      <p:cxnSp>
        <p:nvCxnSpPr>
          <p:cNvPr id="30" name="Straight Connector 71">
            <a:extLst>
              <a:ext uri="{FF2B5EF4-FFF2-40B4-BE49-F238E27FC236}">
                <a16:creationId xmlns:a16="http://schemas.microsoft.com/office/drawing/2014/main" id="{53DA90D0-56E5-41B8-B4C8-F24B30636CDA}"/>
              </a:ext>
            </a:extLst>
          </p:cNvPr>
          <p:cNvCxnSpPr/>
          <p:nvPr userDrawn="1"/>
        </p:nvCxnSpPr>
        <p:spPr>
          <a:xfrm>
            <a:off x="-272960" y="6275072"/>
            <a:ext cx="182880" cy="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sp>
        <p:nvSpPr>
          <p:cNvPr id="31" name="TextBox 72">
            <a:extLst>
              <a:ext uri="{FF2B5EF4-FFF2-40B4-BE49-F238E27FC236}">
                <a16:creationId xmlns:a16="http://schemas.microsoft.com/office/drawing/2014/main" id="{D3C70D1E-1583-446E-8B57-E0C623B29BEF}"/>
              </a:ext>
            </a:extLst>
          </p:cNvPr>
          <p:cNvSpPr txBox="1"/>
          <p:nvPr userDrawn="1"/>
        </p:nvSpPr>
        <p:spPr>
          <a:xfrm>
            <a:off x="-2099880" y="6204621"/>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Footer</a:t>
            </a:r>
          </a:p>
        </p:txBody>
      </p:sp>
      <p:sp>
        <p:nvSpPr>
          <p:cNvPr id="33" name="TextBox 54">
            <a:extLst>
              <a:ext uri="{FF2B5EF4-FFF2-40B4-BE49-F238E27FC236}">
                <a16:creationId xmlns:a16="http://schemas.microsoft.com/office/drawing/2014/main" id="{A52D8D4E-1A24-43F5-B72E-0386AB2C7308}"/>
              </a:ext>
            </a:extLst>
          </p:cNvPr>
          <p:cNvSpPr txBox="1">
            <a:spLocks/>
          </p:cNvSpPr>
          <p:nvPr userDrawn="1"/>
        </p:nvSpPr>
        <p:spPr>
          <a:xfrm>
            <a:off x="-1259880" y="397262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3</a:t>
            </a:r>
          </a:p>
        </p:txBody>
      </p:sp>
      <p:sp>
        <p:nvSpPr>
          <p:cNvPr id="34" name="Rectangle 55">
            <a:extLst>
              <a:ext uri="{FF2B5EF4-FFF2-40B4-BE49-F238E27FC236}">
                <a16:creationId xmlns:a16="http://schemas.microsoft.com/office/drawing/2014/main" id="{695C2899-C1E6-4D25-AA61-13D5FC8706B9}"/>
              </a:ext>
            </a:extLst>
          </p:cNvPr>
          <p:cNvSpPr/>
          <p:nvPr userDrawn="1"/>
        </p:nvSpPr>
        <p:spPr bwMode="gray">
          <a:xfrm>
            <a:off x="-324884" y="3972625"/>
            <a:ext cx="180000" cy="180000"/>
          </a:xfrm>
          <a:prstGeom prst="rect">
            <a:avLst/>
          </a:prstGeom>
          <a:solidFill>
            <a:srgbClr val="BE82FF"/>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35" name="TextBox 56">
            <a:extLst>
              <a:ext uri="{FF2B5EF4-FFF2-40B4-BE49-F238E27FC236}">
                <a16:creationId xmlns:a16="http://schemas.microsoft.com/office/drawing/2014/main" id="{7D017051-A8C8-41B8-9620-0E06CC21A658}"/>
              </a:ext>
            </a:extLst>
          </p:cNvPr>
          <p:cNvSpPr txBox="1">
            <a:spLocks/>
          </p:cNvSpPr>
          <p:nvPr userDrawn="1"/>
        </p:nvSpPr>
        <p:spPr>
          <a:xfrm>
            <a:off x="-1259880" y="353580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1</a:t>
            </a:r>
          </a:p>
        </p:txBody>
      </p:sp>
      <p:sp>
        <p:nvSpPr>
          <p:cNvPr id="36" name="Rectangle 57">
            <a:extLst>
              <a:ext uri="{FF2B5EF4-FFF2-40B4-BE49-F238E27FC236}">
                <a16:creationId xmlns:a16="http://schemas.microsoft.com/office/drawing/2014/main" id="{788FCADF-A5EF-41FC-90E1-79BAAA396C82}"/>
              </a:ext>
            </a:extLst>
          </p:cNvPr>
          <p:cNvSpPr/>
          <p:nvPr userDrawn="1"/>
        </p:nvSpPr>
        <p:spPr bwMode="gray">
          <a:xfrm>
            <a:off x="-324884" y="3535805"/>
            <a:ext cx="180000" cy="180000"/>
          </a:xfrm>
          <a:prstGeom prst="rect">
            <a:avLst/>
          </a:prstGeom>
          <a:solidFill>
            <a:schemeClr val="accent4"/>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37" name="Rectangle 58">
            <a:extLst>
              <a:ext uri="{FF2B5EF4-FFF2-40B4-BE49-F238E27FC236}">
                <a16:creationId xmlns:a16="http://schemas.microsoft.com/office/drawing/2014/main" id="{B6E85F73-B1D9-4669-95D7-F51B365CFC04}"/>
              </a:ext>
            </a:extLst>
          </p:cNvPr>
          <p:cNvSpPr/>
          <p:nvPr userDrawn="1"/>
        </p:nvSpPr>
        <p:spPr bwMode="gray">
          <a:xfrm>
            <a:off x="-324884" y="3754215"/>
            <a:ext cx="180000" cy="180000"/>
          </a:xfrm>
          <a:prstGeom prst="rect">
            <a:avLst/>
          </a:prstGeom>
          <a:solidFill>
            <a:srgbClr val="A055F5"/>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38" name="TextBox 59">
            <a:extLst>
              <a:ext uri="{FF2B5EF4-FFF2-40B4-BE49-F238E27FC236}">
                <a16:creationId xmlns:a16="http://schemas.microsoft.com/office/drawing/2014/main" id="{E4F5FCBB-3CE0-485D-A4BD-E6093B4C1908}"/>
              </a:ext>
            </a:extLst>
          </p:cNvPr>
          <p:cNvSpPr txBox="1">
            <a:spLocks/>
          </p:cNvSpPr>
          <p:nvPr userDrawn="1"/>
        </p:nvSpPr>
        <p:spPr>
          <a:xfrm>
            <a:off x="-1259880" y="3754215"/>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2</a:t>
            </a:r>
          </a:p>
        </p:txBody>
      </p:sp>
      <p:sp>
        <p:nvSpPr>
          <p:cNvPr id="39" name="Rectangle 66">
            <a:extLst>
              <a:ext uri="{FF2B5EF4-FFF2-40B4-BE49-F238E27FC236}">
                <a16:creationId xmlns:a16="http://schemas.microsoft.com/office/drawing/2014/main" id="{C49B7019-A660-4B20-906E-D629FC10F854}"/>
              </a:ext>
            </a:extLst>
          </p:cNvPr>
          <p:cNvSpPr/>
          <p:nvPr userDrawn="1"/>
        </p:nvSpPr>
        <p:spPr bwMode="gray">
          <a:xfrm>
            <a:off x="-324720" y="5608521"/>
            <a:ext cx="180000" cy="180000"/>
          </a:xfrm>
          <a:prstGeom prst="rect">
            <a:avLst/>
          </a:prstGeom>
          <a:solidFill>
            <a:schemeClr val="tx1">
              <a:lumMod val="65000"/>
              <a:lumOff val="35000"/>
            </a:schemeClr>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40" name="TextBox 54">
            <a:extLst>
              <a:ext uri="{FF2B5EF4-FFF2-40B4-BE49-F238E27FC236}">
                <a16:creationId xmlns:a16="http://schemas.microsoft.com/office/drawing/2014/main" id="{D091C4F6-D1AC-43B7-B422-654BA1679C32}"/>
              </a:ext>
            </a:extLst>
          </p:cNvPr>
          <p:cNvSpPr txBox="1"/>
          <p:nvPr userDrawn="1"/>
        </p:nvSpPr>
        <p:spPr>
          <a:xfrm>
            <a:off x="-863880" y="5608521"/>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3</a:t>
            </a:r>
          </a:p>
        </p:txBody>
      </p:sp>
      <p:sp>
        <p:nvSpPr>
          <p:cNvPr id="41" name="Rectangle 60">
            <a:extLst>
              <a:ext uri="{FF2B5EF4-FFF2-40B4-BE49-F238E27FC236}">
                <a16:creationId xmlns:a16="http://schemas.microsoft.com/office/drawing/2014/main" id="{DE6B737B-200D-44DC-950E-DF7B3A020B5C}"/>
              </a:ext>
            </a:extLst>
          </p:cNvPr>
          <p:cNvSpPr/>
          <p:nvPr userDrawn="1"/>
        </p:nvSpPr>
        <p:spPr bwMode="gray">
          <a:xfrm>
            <a:off x="-324720" y="5183545"/>
            <a:ext cx="180000" cy="180000"/>
          </a:xfrm>
          <a:prstGeom prst="rect">
            <a:avLst/>
          </a:prstGeom>
          <a:solidFill>
            <a:srgbClr val="96968C"/>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42" name="TextBox 56">
            <a:extLst>
              <a:ext uri="{FF2B5EF4-FFF2-40B4-BE49-F238E27FC236}">
                <a16:creationId xmlns:a16="http://schemas.microsoft.com/office/drawing/2014/main" id="{5FC7FE5F-030B-466E-BF8C-5EAD8D6D9557}"/>
              </a:ext>
            </a:extLst>
          </p:cNvPr>
          <p:cNvSpPr txBox="1"/>
          <p:nvPr userDrawn="1"/>
        </p:nvSpPr>
        <p:spPr>
          <a:xfrm>
            <a:off x="-863880" y="5183545"/>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1</a:t>
            </a:r>
          </a:p>
        </p:txBody>
      </p:sp>
      <p:sp>
        <p:nvSpPr>
          <p:cNvPr id="43" name="Rectangle 61">
            <a:extLst>
              <a:ext uri="{FF2B5EF4-FFF2-40B4-BE49-F238E27FC236}">
                <a16:creationId xmlns:a16="http://schemas.microsoft.com/office/drawing/2014/main" id="{E983DA1B-2E00-4ECE-8876-EF5C0B01CA13}"/>
              </a:ext>
            </a:extLst>
          </p:cNvPr>
          <p:cNvSpPr/>
          <p:nvPr userDrawn="1"/>
        </p:nvSpPr>
        <p:spPr bwMode="gray">
          <a:xfrm>
            <a:off x="-324884" y="5396033"/>
            <a:ext cx="180000" cy="180000"/>
          </a:xfrm>
          <a:prstGeom prst="rect">
            <a:avLst/>
          </a:prstGeom>
          <a:solidFill>
            <a:srgbClr val="E6E6DC"/>
          </a:solidFill>
          <a:ln w="6350">
            <a:solidFill>
              <a:schemeClr val="bg1"/>
            </a:solidFill>
            <a:miter lim="800000"/>
            <a:headEnd/>
            <a:tailEn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tab pos="265852" algn="l"/>
              </a:tabLst>
              <a:defRPr/>
            </a:pPr>
            <a:endParaRPr kumimoji="0" lang="en-US" sz="985" b="0" i="0" u="none" strike="noStrike" kern="1200" cap="none" spc="0" normalizeH="0" baseline="0" noProof="0">
              <a:ln>
                <a:noFill/>
              </a:ln>
              <a:solidFill>
                <a:prstClr val="white"/>
              </a:solidFill>
              <a:effectLst/>
              <a:uLnTx/>
              <a:uFillTx/>
              <a:latin typeface="Graphik"/>
              <a:ea typeface="+mn-ea"/>
              <a:cs typeface="+mn-cs"/>
            </a:endParaRPr>
          </a:p>
        </p:txBody>
      </p:sp>
      <p:sp>
        <p:nvSpPr>
          <p:cNvPr id="44" name="TextBox 59">
            <a:extLst>
              <a:ext uri="{FF2B5EF4-FFF2-40B4-BE49-F238E27FC236}">
                <a16:creationId xmlns:a16="http://schemas.microsoft.com/office/drawing/2014/main" id="{3D49303F-4DD2-44AC-83F9-41375D864621}"/>
              </a:ext>
            </a:extLst>
          </p:cNvPr>
          <p:cNvSpPr txBox="1"/>
          <p:nvPr userDrawn="1"/>
        </p:nvSpPr>
        <p:spPr>
          <a:xfrm>
            <a:off x="-863880" y="5396033"/>
            <a:ext cx="540000" cy="180000"/>
          </a:xfrm>
          <a:prstGeom prst="rect">
            <a:avLst/>
          </a:prstGeom>
          <a:noFill/>
        </p:spPr>
        <p:txBody>
          <a:bodyPr wrap="square" lIns="0" tIns="0" rIns="132923"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Grey 2</a:t>
            </a:r>
          </a:p>
        </p:txBody>
      </p:sp>
      <p:sp>
        <p:nvSpPr>
          <p:cNvPr id="45" name="TextBox 73">
            <a:extLst>
              <a:ext uri="{FF2B5EF4-FFF2-40B4-BE49-F238E27FC236}">
                <a16:creationId xmlns:a16="http://schemas.microsoft.com/office/drawing/2014/main" id="{212372A9-BD2D-48C3-801D-82EF38D423BA}"/>
              </a:ext>
            </a:extLst>
          </p:cNvPr>
          <p:cNvSpPr txBox="1"/>
          <p:nvPr userDrawn="1"/>
        </p:nvSpPr>
        <p:spPr>
          <a:xfrm>
            <a:off x="420713" y="-233053"/>
            <a:ext cx="1871812" cy="127639"/>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Begin Content Area</a:t>
            </a:r>
          </a:p>
        </p:txBody>
      </p:sp>
      <p:sp>
        <p:nvSpPr>
          <p:cNvPr id="46" name="TextBox 74">
            <a:extLst>
              <a:ext uri="{FF2B5EF4-FFF2-40B4-BE49-F238E27FC236}">
                <a16:creationId xmlns:a16="http://schemas.microsoft.com/office/drawing/2014/main" id="{A40A2785-F6E5-4102-B50C-9379EEC4A667}"/>
              </a:ext>
            </a:extLst>
          </p:cNvPr>
          <p:cNvSpPr txBox="1"/>
          <p:nvPr userDrawn="1"/>
        </p:nvSpPr>
        <p:spPr>
          <a:xfrm>
            <a:off x="10028974" y="-222232"/>
            <a:ext cx="1827269" cy="144000"/>
          </a:xfrm>
          <a:prstGeom prst="rect">
            <a:avLst/>
          </a:prstGeom>
          <a:noFill/>
        </p:spPr>
        <p:txBody>
          <a:bodyPr wrap="square" lIns="0" tIns="0" rIns="88615"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End Content Area</a:t>
            </a:r>
          </a:p>
        </p:txBody>
      </p:sp>
      <p:sp>
        <p:nvSpPr>
          <p:cNvPr id="47" name="TextBox 75">
            <a:extLst>
              <a:ext uri="{FF2B5EF4-FFF2-40B4-BE49-F238E27FC236}">
                <a16:creationId xmlns:a16="http://schemas.microsoft.com/office/drawing/2014/main" id="{EAD8716C-FF3D-4B3C-AE09-B668EAD0E3DA}"/>
              </a:ext>
            </a:extLst>
          </p:cNvPr>
          <p:cNvSpPr txBox="1"/>
          <p:nvPr userDrawn="1"/>
        </p:nvSpPr>
        <p:spPr>
          <a:xfrm>
            <a:off x="6107205" y="-222232"/>
            <a:ext cx="1827269" cy="144000"/>
          </a:xfrm>
          <a:prstGeom prst="rect">
            <a:avLst/>
          </a:prstGeom>
          <a:noFill/>
        </p:spPr>
        <p:txBody>
          <a:bodyPr wrap="square" lIns="88615"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mn-cs"/>
              </a:rPr>
              <a:t>Center Type Area</a:t>
            </a:r>
          </a:p>
        </p:txBody>
      </p:sp>
      <p:cxnSp>
        <p:nvCxnSpPr>
          <p:cNvPr id="48" name="Straight Connector 77">
            <a:extLst>
              <a:ext uri="{FF2B5EF4-FFF2-40B4-BE49-F238E27FC236}">
                <a16:creationId xmlns:a16="http://schemas.microsoft.com/office/drawing/2014/main" id="{F5067342-DAC4-45AB-9B35-7BBDA44E1A7C}"/>
              </a:ext>
            </a:extLst>
          </p:cNvPr>
          <p:cNvCxnSpPr>
            <a:cxnSpLocks/>
          </p:cNvCxnSpPr>
          <p:nvPr userDrawn="1"/>
        </p:nvCxnSpPr>
        <p:spPr>
          <a:xfrm flipV="1">
            <a:off x="6096000" y="-195414"/>
            <a:ext cx="0" cy="18000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50" name="Straight Connector 76">
            <a:extLst>
              <a:ext uri="{FF2B5EF4-FFF2-40B4-BE49-F238E27FC236}">
                <a16:creationId xmlns:a16="http://schemas.microsoft.com/office/drawing/2014/main" id="{1721202A-D225-46BA-A581-EE3758FAF593}"/>
              </a:ext>
            </a:extLst>
          </p:cNvPr>
          <p:cNvCxnSpPr>
            <a:cxnSpLocks/>
          </p:cNvCxnSpPr>
          <p:nvPr userDrawn="1"/>
        </p:nvCxnSpPr>
        <p:spPr>
          <a:xfrm flipV="1">
            <a:off x="381000" y="-195414"/>
            <a:ext cx="0" cy="18000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sp>
        <p:nvSpPr>
          <p:cNvPr id="49" name="TextBox 70">
            <a:extLst>
              <a:ext uri="{FF2B5EF4-FFF2-40B4-BE49-F238E27FC236}">
                <a16:creationId xmlns:a16="http://schemas.microsoft.com/office/drawing/2014/main" id="{3B65EA9A-1C0C-4754-8423-9AB40802F9BB}"/>
              </a:ext>
            </a:extLst>
          </p:cNvPr>
          <p:cNvSpPr txBox="1"/>
          <p:nvPr userDrawn="1"/>
        </p:nvSpPr>
        <p:spPr>
          <a:xfrm>
            <a:off x="-2099880" y="1018146"/>
            <a:ext cx="1776000" cy="144000"/>
          </a:xfrm>
          <a:prstGeom prst="rect">
            <a:avLst/>
          </a:prstGeom>
          <a:noFill/>
        </p:spPr>
        <p:txBody>
          <a:bodyPr wrap="square" lIns="0" tIns="0" rIns="0"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Headline Line</a:t>
            </a:r>
          </a:p>
        </p:txBody>
      </p:sp>
      <p:cxnSp>
        <p:nvCxnSpPr>
          <p:cNvPr id="52" name="Straight Connector 71">
            <a:extLst>
              <a:ext uri="{FF2B5EF4-FFF2-40B4-BE49-F238E27FC236}">
                <a16:creationId xmlns:a16="http://schemas.microsoft.com/office/drawing/2014/main" id="{ABC7E73C-8028-4C63-B187-F1D1D2906A36}"/>
              </a:ext>
            </a:extLst>
          </p:cNvPr>
          <p:cNvCxnSpPr/>
          <p:nvPr userDrawn="1"/>
        </p:nvCxnSpPr>
        <p:spPr>
          <a:xfrm>
            <a:off x="-272960" y="6453190"/>
            <a:ext cx="182880" cy="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54" name="Straight Connector 41">
            <a:extLst>
              <a:ext uri="{FF2B5EF4-FFF2-40B4-BE49-F238E27FC236}">
                <a16:creationId xmlns:a16="http://schemas.microsoft.com/office/drawing/2014/main" id="{CF534E76-33C6-447D-8424-22CBE9F88928}"/>
              </a:ext>
            </a:extLst>
          </p:cNvPr>
          <p:cNvCxnSpPr/>
          <p:nvPr userDrawn="1"/>
        </p:nvCxnSpPr>
        <p:spPr>
          <a:xfrm>
            <a:off x="-252640" y="1087627"/>
            <a:ext cx="182880" cy="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sp>
        <p:nvSpPr>
          <p:cNvPr id="75" name="TextBox 54">
            <a:extLst>
              <a:ext uri="{FF2B5EF4-FFF2-40B4-BE49-F238E27FC236}">
                <a16:creationId xmlns:a16="http://schemas.microsoft.com/office/drawing/2014/main" id="{6CCAA815-27D9-4460-A77D-610A60C14775}"/>
              </a:ext>
            </a:extLst>
          </p:cNvPr>
          <p:cNvSpPr txBox="1">
            <a:spLocks/>
          </p:cNvSpPr>
          <p:nvPr userDrawn="1"/>
        </p:nvSpPr>
        <p:spPr>
          <a:xfrm>
            <a:off x="-1259880" y="4409443"/>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5</a:t>
            </a:r>
          </a:p>
        </p:txBody>
      </p:sp>
      <p:sp>
        <p:nvSpPr>
          <p:cNvPr id="76" name="Rectangle 55">
            <a:extLst>
              <a:ext uri="{FF2B5EF4-FFF2-40B4-BE49-F238E27FC236}">
                <a16:creationId xmlns:a16="http://schemas.microsoft.com/office/drawing/2014/main" id="{79F9B763-F9B7-4EB5-8C66-61103B4F3C5A}"/>
              </a:ext>
            </a:extLst>
          </p:cNvPr>
          <p:cNvSpPr/>
          <p:nvPr userDrawn="1"/>
        </p:nvSpPr>
        <p:spPr bwMode="gray">
          <a:xfrm>
            <a:off x="-324884" y="4409445"/>
            <a:ext cx="180000" cy="180000"/>
          </a:xfrm>
          <a:prstGeom prst="rect">
            <a:avLst/>
          </a:prstGeom>
          <a:solidFill>
            <a:srgbClr val="E6DCFF"/>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77" name="Rectangle 58">
            <a:extLst>
              <a:ext uri="{FF2B5EF4-FFF2-40B4-BE49-F238E27FC236}">
                <a16:creationId xmlns:a16="http://schemas.microsoft.com/office/drawing/2014/main" id="{7DC62BEE-1EBA-400C-AAB8-AFC0C6A94B7C}"/>
              </a:ext>
            </a:extLst>
          </p:cNvPr>
          <p:cNvSpPr/>
          <p:nvPr userDrawn="1"/>
        </p:nvSpPr>
        <p:spPr bwMode="gray">
          <a:xfrm>
            <a:off x="-324884" y="4191035"/>
            <a:ext cx="180000" cy="180000"/>
          </a:xfrm>
          <a:prstGeom prst="rect">
            <a:avLst/>
          </a:prstGeom>
          <a:solidFill>
            <a:srgbClr val="DCAFFF"/>
          </a:solidFill>
          <a:ln w="9525" cap="flat" cmpd="sng" algn="ctr">
            <a:solidFill>
              <a:schemeClr val="bg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200" b="0" i="0" u="none" strike="noStrike" cap="none" spc="0" normalizeH="0" baseline="0" noProof="0">
              <a:ln>
                <a:noFill/>
              </a:ln>
              <a:solidFill>
                <a:srgbClr val="FFFFFF"/>
              </a:solidFill>
              <a:effectLst/>
              <a:uLnTx/>
              <a:uFillTx/>
              <a:latin typeface="Graphik"/>
            </a:endParaRPr>
          </a:p>
        </p:txBody>
      </p:sp>
      <p:sp>
        <p:nvSpPr>
          <p:cNvPr id="78" name="TextBox 59">
            <a:extLst>
              <a:ext uri="{FF2B5EF4-FFF2-40B4-BE49-F238E27FC236}">
                <a16:creationId xmlns:a16="http://schemas.microsoft.com/office/drawing/2014/main" id="{C1BC6C5F-EAEC-4F76-9561-5411D3DAAA24}"/>
              </a:ext>
            </a:extLst>
          </p:cNvPr>
          <p:cNvSpPr txBox="1">
            <a:spLocks/>
          </p:cNvSpPr>
          <p:nvPr userDrawn="1"/>
        </p:nvSpPr>
        <p:spPr>
          <a:xfrm>
            <a:off x="-1259880" y="4191034"/>
            <a:ext cx="936000" cy="180000"/>
          </a:xfrm>
          <a:prstGeom prst="rect">
            <a:avLst/>
          </a:prstGeom>
          <a:noFill/>
        </p:spPr>
        <p:txBody>
          <a:bodyPr wrap="square" lIns="0" tIns="0" rIns="132923" bIns="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mn-cs"/>
              </a:rPr>
              <a:t>Accent 4</a:t>
            </a:r>
          </a:p>
        </p:txBody>
      </p:sp>
      <p:cxnSp>
        <p:nvCxnSpPr>
          <p:cNvPr id="79" name="Straight Connector 77">
            <a:extLst>
              <a:ext uri="{FF2B5EF4-FFF2-40B4-BE49-F238E27FC236}">
                <a16:creationId xmlns:a16="http://schemas.microsoft.com/office/drawing/2014/main" id="{5BC861BD-FBB5-4583-86D2-62624DFB0584}"/>
              </a:ext>
            </a:extLst>
          </p:cNvPr>
          <p:cNvCxnSpPr>
            <a:cxnSpLocks/>
          </p:cNvCxnSpPr>
          <p:nvPr userDrawn="1"/>
        </p:nvCxnSpPr>
        <p:spPr>
          <a:xfrm flipV="1">
            <a:off x="11807951" y="-195414"/>
            <a:ext cx="0" cy="180000"/>
          </a:xfrm>
          <a:prstGeom prst="line">
            <a:avLst/>
          </a:prstGeom>
          <a:ln w="3175">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7888508"/>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 id="2147483863" r:id="rId12"/>
    <p:sldLayoutId id="2147483864" r:id="rId13"/>
    <p:sldLayoutId id="2147483865" r:id="rId14"/>
    <p:sldLayoutId id="2147483866" r:id="rId15"/>
    <p:sldLayoutId id="2147483867" r:id="rId16"/>
    <p:sldLayoutId id="2147483868" r:id="rId17"/>
    <p:sldLayoutId id="2147483869" r:id="rId18"/>
    <p:sldLayoutId id="2147483870" r:id="rId19"/>
    <p:sldLayoutId id="2147483871" r:id="rId20"/>
    <p:sldLayoutId id="2147483872" r:id="rId21"/>
    <p:sldLayoutId id="2147483873" r:id="rId22"/>
    <p:sldLayoutId id="2147483874" r:id="rId23"/>
    <p:sldLayoutId id="2147483876" r:id="rId24"/>
    <p:sldLayoutId id="2147483877" r:id="rId25"/>
    <p:sldLayoutId id="2147483878" r:id="rId26"/>
  </p:sldLayoutIdLst>
  <p:hf hdr="0" ftr="0"/>
  <p:txStyles>
    <p:titleStyle>
      <a:lvl1pPr algn="l" defTabSz="914400" rtl="0" eaLnBrk="1" latinLnBrk="0" hangingPunct="1">
        <a:lnSpc>
          <a:spcPct val="80000"/>
        </a:lnSpc>
        <a:spcBef>
          <a:spcPct val="0"/>
        </a:spcBef>
        <a:buNone/>
        <a:defRPr sz="3000" b="1" kern="1200">
          <a:solidFill>
            <a:schemeClr val="tx1"/>
          </a:solidFill>
          <a:latin typeface="+mj-lt"/>
          <a:ea typeface="+mj-ea"/>
          <a:cs typeface="+mj-cs"/>
        </a:defRPr>
      </a:lvl1pPr>
    </p:titleStyle>
    <p:bodyStyle>
      <a:lvl1pPr marL="0" indent="0" algn="l" defTabSz="228600" rtl="0" eaLnBrk="1" latinLnBrk="0" hangingPunct="1">
        <a:lnSpc>
          <a:spcPct val="100000"/>
        </a:lnSpc>
        <a:spcBef>
          <a:spcPts val="0"/>
        </a:spcBef>
        <a:spcAft>
          <a:spcPts val="600"/>
        </a:spcAft>
        <a:buFont typeface="Arial" panose="020B0604020202020204" pitchFamily="34" charset="0"/>
        <a:buNone/>
        <a:defRPr sz="2000" b="0" kern="1200">
          <a:solidFill>
            <a:schemeClr val="tx1"/>
          </a:solidFill>
          <a:latin typeface="+mn-lt"/>
          <a:ea typeface="+mn-ea"/>
          <a:cs typeface="+mn-cs"/>
        </a:defRPr>
      </a:lvl1pPr>
      <a:lvl2pPr marL="180000" indent="-180000" algn="l" defTabSz="228600" rtl="0" eaLnBrk="1" latinLnBrk="0" hangingPunct="1">
        <a:lnSpc>
          <a:spcPct val="100000"/>
        </a:lnSpc>
        <a:spcBef>
          <a:spcPts val="0"/>
        </a:spcBef>
        <a:spcAft>
          <a:spcPts val="600"/>
        </a:spcAft>
        <a:buClrTx/>
        <a:buFont typeface="Arial" panose="020B0604020202020204" pitchFamily="34" charset="0"/>
        <a:buChar char="•"/>
        <a:defRPr sz="1400" kern="1200">
          <a:solidFill>
            <a:schemeClr val="tx1"/>
          </a:solidFill>
          <a:latin typeface="+mn-lt"/>
          <a:ea typeface="+mn-ea"/>
          <a:cs typeface="+mn-cs"/>
        </a:defRPr>
      </a:lvl2pPr>
      <a:lvl3pPr marL="360000" indent="-180000" algn="l" defTabSz="228600" rtl="0" eaLnBrk="1" latinLnBrk="0" hangingPunct="1">
        <a:lnSpc>
          <a:spcPct val="100000"/>
        </a:lnSpc>
        <a:spcBef>
          <a:spcPts val="0"/>
        </a:spcBef>
        <a:spcAft>
          <a:spcPts val="600"/>
        </a:spcAft>
        <a:buFont typeface="System Font"/>
        <a:buChar char="–"/>
        <a:defRPr sz="1400" kern="1200">
          <a:solidFill>
            <a:schemeClr val="tx1"/>
          </a:solidFill>
          <a:latin typeface="+mn-lt"/>
          <a:ea typeface="+mn-ea"/>
          <a:cs typeface="+mn-cs"/>
        </a:defRPr>
      </a:lvl3pPr>
      <a:lvl4pPr marL="540000" indent="-180000" algn="l" defTabSz="2286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720000" indent="-180000" algn="l" defTabSz="228600" rtl="0" eaLnBrk="1" latinLnBrk="0" hangingPunct="1">
        <a:lnSpc>
          <a:spcPct val="100000"/>
        </a:lnSpc>
        <a:spcBef>
          <a:spcPts val="0"/>
        </a:spcBef>
        <a:spcAft>
          <a:spcPts val="600"/>
        </a:spcAft>
        <a:buFont typeface="System Font"/>
        <a:buChar char="–"/>
        <a:defRPr sz="14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F26B43"/>
          </p15:clr>
        </p15:guide>
        <p15:guide id="2" orient="horz" pos="3952">
          <p15:clr>
            <a:srgbClr val="F26B43"/>
          </p15:clr>
        </p15:guide>
        <p15:guide id="3" pos="240">
          <p15:clr>
            <a:srgbClr val="F26B43"/>
          </p15:clr>
        </p15:guide>
        <p15:guide id="4" pos="7440">
          <p15:clr>
            <a:srgbClr val="F26B43"/>
          </p15:clr>
        </p15:guide>
        <p15:guide id="5" orient="horz" pos="4065">
          <p15:clr>
            <a:srgbClr val="F26B43"/>
          </p15:clr>
        </p15:guide>
        <p15:guide id="6" orient="horz" pos="1049">
          <p15:clr>
            <a:srgbClr val="F26B43"/>
          </p15:clr>
        </p15:guide>
        <p15:guide id="7" pos="3840">
          <p15:clr>
            <a:srgbClr val="F26B43"/>
          </p15:clr>
        </p15:guide>
        <p15:guide id="8" orient="horz" pos="867">
          <p15:clr>
            <a:srgbClr val="F26B43"/>
          </p15:clr>
        </p15:guide>
        <p15:guide id="9" orient="horz" pos="686">
          <p15:clr>
            <a:srgbClr val="F26B43"/>
          </p15:clr>
        </p15:guide>
        <p15:guide id="10" pos="3885">
          <p15:clr>
            <a:srgbClr val="F26B43"/>
          </p15:clr>
        </p15:guide>
        <p15:guide id="11" pos="379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 Id="rId3" Type="http://schemas.openxmlformats.org/officeDocument/2006/relationships/image" Target="../media/image53.svg"/></Relationships>
</file>

<file path=ppt/slides/_rels/slide2.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Layout" Target="../slideLayouts/slideLayout18.xml"/><Relationship Id="rId3" Type="http://schemas.openxmlformats.org/officeDocument/2006/relationships/notesSlide" Target="../notesSlides/notesSlide2.xml"/><Relationship Id="rId4" Type="http://schemas.openxmlformats.org/officeDocument/2006/relationships/oleObject" Target="../embeddings/oleObject23.bin"/><Relationship Id="rId5" Type="http://schemas.openxmlformats.org/officeDocument/2006/relationships/image" Target="../media/image32.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Layout" Target="../slideLayouts/slideLayout27.xml"/><Relationship Id="rId3" Type="http://schemas.openxmlformats.org/officeDocument/2006/relationships/notesSlide" Target="../notesSlides/notesSlide13.xml"/><Relationship Id="rId4" Type="http://schemas.openxmlformats.org/officeDocument/2006/relationships/oleObject" Target="../embeddings/oleObject24.bin"/><Relationship Id="rId5" Type="http://schemas.openxmlformats.org/officeDocument/2006/relationships/image" Target="../media/image34.emf"/><Relationship Id="rId6" Type="http://schemas.openxmlformats.org/officeDocument/2006/relationships/diagramData" Target="../diagrams/data1.xml"/><Relationship Id="rId7" Type="http://schemas.openxmlformats.org/officeDocument/2006/relationships/diagramLayout" Target="../diagrams/layout1.xml"/><Relationship Id="rId8" Type="http://schemas.openxmlformats.org/officeDocument/2006/relationships/diagramQuickStyle" Target="../diagrams/quickStyle1.xml"/><Relationship Id="rId9" Type="http://schemas.openxmlformats.org/officeDocument/2006/relationships/diagramColors" Target="../diagrams/colors1.xml"/><Relationship Id="rId10" Type="http://schemas.microsoft.com/office/2007/relationships/diagramDrawing" Target="../diagrams/drawing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tags" Target="../tags/tag37.xml"/><Relationship Id="rId2" Type="http://schemas.openxmlformats.org/officeDocument/2006/relationships/tags" Target="../tags/tag38.xml"/><Relationship Id="rId3" Type="http://schemas.openxmlformats.org/officeDocument/2006/relationships/tags" Target="../tags/tag39.xml"/><Relationship Id="rId4" Type="http://schemas.openxmlformats.org/officeDocument/2006/relationships/tags" Target="../tags/tag40.xml"/><Relationship Id="rId5" Type="http://schemas.openxmlformats.org/officeDocument/2006/relationships/tags" Target="../tags/tag41.xml"/><Relationship Id="rId6" Type="http://schemas.openxmlformats.org/officeDocument/2006/relationships/tags" Target="../tags/tag42.xml"/><Relationship Id="rId7" Type="http://schemas.openxmlformats.org/officeDocument/2006/relationships/tags" Target="../tags/tag43.xml"/><Relationship Id="rId8" Type="http://schemas.openxmlformats.org/officeDocument/2006/relationships/tags" Target="../tags/tag44.xml"/><Relationship Id="rId9" Type="http://schemas.openxmlformats.org/officeDocument/2006/relationships/tags" Target="../tags/tag45.xml"/><Relationship Id="rId10" Type="http://schemas.openxmlformats.org/officeDocument/2006/relationships/tags" Target="../tags/tag46.xml"/><Relationship Id="rId11" Type="http://schemas.openxmlformats.org/officeDocument/2006/relationships/tags" Target="../tags/tag47.xml"/><Relationship Id="rId12" Type="http://schemas.openxmlformats.org/officeDocument/2006/relationships/tags" Target="../tags/tag48.xml"/><Relationship Id="rId13" Type="http://schemas.openxmlformats.org/officeDocument/2006/relationships/tags" Target="../tags/tag49.xml"/><Relationship Id="rId14" Type="http://schemas.openxmlformats.org/officeDocument/2006/relationships/tags" Target="../tags/tag50.xml"/><Relationship Id="rId15" Type="http://schemas.openxmlformats.org/officeDocument/2006/relationships/tags" Target="../tags/tag51.xml"/><Relationship Id="rId16" Type="http://schemas.openxmlformats.org/officeDocument/2006/relationships/tags" Target="../tags/tag52.xml"/><Relationship Id="rId17" Type="http://schemas.openxmlformats.org/officeDocument/2006/relationships/tags" Target="../tags/tag53.xml"/><Relationship Id="rId18" Type="http://schemas.openxmlformats.org/officeDocument/2006/relationships/tags" Target="../tags/tag54.xml"/><Relationship Id="rId19" Type="http://schemas.openxmlformats.org/officeDocument/2006/relationships/slideLayout" Target="../slideLayouts/slideLayout3.xml"/><Relationship Id="rId20" Type="http://schemas.openxmlformats.org/officeDocument/2006/relationships/notesSlide" Target="../notesSlides/notesSlide15.xml"/><Relationship Id="rId21" Type="http://schemas.openxmlformats.org/officeDocument/2006/relationships/oleObject" Target="../embeddings/oleObject25.bin"/><Relationship Id="rId22" Type="http://schemas.openxmlformats.org/officeDocument/2006/relationships/image" Target="../media/image43.emf"/><Relationship Id="rId23" Type="http://schemas.openxmlformats.org/officeDocument/2006/relationships/image" Target="../media/image54.png"/><Relationship Id="rId24" Type="http://schemas.openxmlformats.org/officeDocument/2006/relationships/image" Target="../media/image5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tags" Target="../tags/tag55.xml"/><Relationship Id="rId2" Type="http://schemas.openxmlformats.org/officeDocument/2006/relationships/slideLayout" Target="../slideLayouts/slideLayout3.xml"/><Relationship Id="rId3" Type="http://schemas.openxmlformats.org/officeDocument/2006/relationships/notesSlide" Target="../notesSlides/notesSlide17.xml"/><Relationship Id="rId4" Type="http://schemas.openxmlformats.org/officeDocument/2006/relationships/oleObject" Target="../embeddings/oleObject26.bin"/><Relationship Id="rId5" Type="http://schemas.openxmlformats.org/officeDocument/2006/relationships/image" Target="../media/image10.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1F0FB7-4D72-4531-9032-854F942F7827}"/>
              </a:ext>
            </a:extLst>
          </p:cNvPr>
          <p:cNvSpPr>
            <a:spLocks noGrp="1"/>
          </p:cNvSpPr>
          <p:nvPr>
            <p:ph type="title"/>
          </p:nvPr>
        </p:nvSpPr>
        <p:spPr>
          <a:xfrm>
            <a:off x="384702" y="1576573"/>
            <a:ext cx="7530946" cy="2221454"/>
          </a:xfrm>
        </p:spPr>
        <p:txBody>
          <a:bodyPr/>
          <a:lstStyle/>
          <a:p>
            <a:pPr>
              <a:defRPr sz="2600" b="1">
                <a:latin typeface="Malgun Gothic"/>
              </a:defRPr>
            </a:pPr>
            <a:r>
              <a:t>AI·데이터 기반 경기교육 디지털플랫폼 구축</a:t>
            </a:r>
            <a:endParaRPr lang="en-GB" sz="4400" dirty="0"/>
          </a:p>
        </p:txBody>
      </p:sp>
      <p:sp>
        <p:nvSpPr>
          <p:cNvPr id="6" name="Text Placeholder 5">
            <a:extLst>
              <a:ext uri="{FF2B5EF4-FFF2-40B4-BE49-F238E27FC236}">
                <a16:creationId xmlns:a16="http://schemas.microsoft.com/office/drawing/2014/main" id="{A4A4C60D-C34D-4713-8048-D98A97148D16}"/>
              </a:ext>
            </a:extLst>
          </p:cNvPr>
          <p:cNvSpPr>
            <a:spLocks noGrp="1"/>
          </p:cNvSpPr>
          <p:nvPr>
            <p:ph type="body" sz="quarter" idx="13"/>
          </p:nvPr>
        </p:nvSpPr>
        <p:spPr>
          <a:xfrm>
            <a:off x="388210" y="4061436"/>
            <a:ext cx="7527438" cy="1092846"/>
          </a:xfrm>
        </p:spPr>
        <p:txBody>
          <a:bodyPr/>
          <a:lstStyle/>
          <a:p>
            <a:pPr>
              <a:defRPr sz="1400">
                <a:latin typeface="Malgun Gothic"/>
              </a:defRPr>
            </a:pPr>
            <a:r>
              <a:t>삼성SDS — 경기도교육청 제안 프레젠테이션 2025</a:t>
            </a:r>
            <a:endParaRPr lang="en-GB" dirty="0">
              <a:latin typeface="Graphik Semibold" panose="020B0703030202060203" pitchFamily="34" charset="0"/>
            </a:endParaRPr>
          </a:p>
        </p:txBody>
      </p:sp>
      <p:cxnSp>
        <p:nvCxnSpPr>
          <p:cNvPr id="7" name="Straight Connector 6">
            <a:extLst>
              <a:ext uri="{FF2B5EF4-FFF2-40B4-BE49-F238E27FC236}">
                <a16:creationId xmlns:a16="http://schemas.microsoft.com/office/drawing/2014/main" id="{52F8FAFB-5F1C-440C-8C3B-4CA72E9484AC}"/>
              </a:ext>
            </a:extLst>
          </p:cNvPr>
          <p:cNvCxnSpPr/>
          <p:nvPr/>
        </p:nvCxnSpPr>
        <p:spPr>
          <a:xfrm>
            <a:off x="584683" y="3700316"/>
            <a:ext cx="91383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013586D-BAD8-1FC0-6DDD-9FF2950EFFAF}"/>
              </a:ext>
            </a:extLst>
          </p:cNvPr>
          <p:cNvSpPr txBox="1"/>
          <p:nvPr/>
        </p:nvSpPr>
        <p:spPr>
          <a:xfrm>
            <a:off x="1396914" y="5377206"/>
            <a:ext cx="2445051"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FFFFFF"/>
                </a:solidFill>
                <a:effectLst/>
                <a:uLnTx/>
                <a:uFillTx/>
                <a:latin typeface="Graphik"/>
                <a:ea typeface="+mn-ea"/>
                <a:cs typeface="+mn-cs"/>
              </a:rPr>
              <a:t>xxx</a:t>
            </a:r>
            <a:endParaRPr kumimoji="0" lang="en-US" sz="1800" b="0" i="0" u="none" strike="noStrike" kern="1200" cap="none" spc="0" normalizeH="0" baseline="0" noProof="0" dirty="0">
              <a:ln>
                <a:noFill/>
              </a:ln>
              <a:solidFill>
                <a:srgbClr val="FFFFFF"/>
              </a:solidFill>
              <a:effectLst/>
              <a:uLnTx/>
              <a:uFillTx/>
              <a:latin typeface="Graphik"/>
              <a:ea typeface="+mn-ea"/>
              <a:cs typeface="+mn-cs"/>
            </a:endParaRPr>
          </a:p>
        </p:txBody>
      </p:sp>
      <p:sp>
        <p:nvSpPr>
          <p:cNvPr id="11" name="TextBox 10">
            <a:extLst>
              <a:ext uri="{FF2B5EF4-FFF2-40B4-BE49-F238E27FC236}">
                <a16:creationId xmlns:a16="http://schemas.microsoft.com/office/drawing/2014/main" id="{138C2B7F-7336-CE63-26E0-E925D3EEE58D}"/>
              </a:ext>
            </a:extLst>
          </p:cNvPr>
          <p:cNvSpPr txBox="1"/>
          <p:nvPr/>
        </p:nvSpPr>
        <p:spPr>
          <a:xfrm>
            <a:off x="1186315" y="5359113"/>
            <a:ext cx="169333"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400" b="0" i="0" u="none" strike="noStrike" kern="1200" cap="none" spc="0" normalizeH="0" baseline="0" noProof="0">
                <a:ln>
                  <a:noFill/>
                </a:ln>
                <a:solidFill>
                  <a:srgbClr val="FFFFFF"/>
                </a:solidFill>
                <a:effectLst/>
                <a:uLnTx/>
                <a:uFillTx/>
                <a:latin typeface="Graphik"/>
                <a:ea typeface="+mn-ea"/>
                <a:cs typeface="+mn-cs"/>
              </a:rPr>
              <a:t>|</a:t>
            </a:r>
            <a:endParaRPr kumimoji="0" lang="en-US" sz="1400" b="0" i="0" u="none" strike="noStrike" kern="1200" cap="none" spc="0" normalizeH="0" baseline="0" noProof="0">
              <a:ln>
                <a:noFill/>
              </a:ln>
              <a:solidFill>
                <a:srgbClr val="FFFFFF"/>
              </a:solidFill>
              <a:effectLst/>
              <a:uLnTx/>
              <a:uFillTx/>
              <a:latin typeface="Graphik"/>
              <a:ea typeface="+mn-ea"/>
              <a:cs typeface="+mn-cs"/>
            </a:endParaRPr>
          </a:p>
        </p:txBody>
      </p:sp>
      <p:sp>
        <p:nvSpPr>
          <p:cNvPr id="12" name="TextBox 11">
            <a:extLst>
              <a:ext uri="{FF2B5EF4-FFF2-40B4-BE49-F238E27FC236}">
                <a16:creationId xmlns:a16="http://schemas.microsoft.com/office/drawing/2014/main" id="{12D29F73-2A94-07C5-D6C0-DD275C7B607E}"/>
              </a:ext>
            </a:extLst>
          </p:cNvPr>
          <p:cNvSpPr txBox="1"/>
          <p:nvPr/>
        </p:nvSpPr>
        <p:spPr>
          <a:xfrm>
            <a:off x="558357" y="5377206"/>
            <a:ext cx="71262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400" b="0" i="0" u="none" strike="noStrike" kern="1200" cap="none" spc="0" normalizeH="0" baseline="0" noProof="0" dirty="0">
                <a:ln>
                  <a:noFill/>
                </a:ln>
                <a:solidFill>
                  <a:srgbClr val="FFFFFF"/>
                </a:solidFill>
                <a:effectLst/>
                <a:uLnTx/>
                <a:uFillTx/>
                <a:latin typeface="Graphik"/>
                <a:ea typeface="+mn-ea"/>
                <a:cs typeface="+mn-cs"/>
              </a:rPr>
              <a:t>2026</a:t>
            </a:r>
          </a:p>
        </p:txBody>
      </p:sp>
      <p:grpSp>
        <p:nvGrpSpPr>
          <p:cNvPr id="2" name="Group 1">
            <a:extLst>
              <a:ext uri="{FF2B5EF4-FFF2-40B4-BE49-F238E27FC236}">
                <a16:creationId xmlns:a16="http://schemas.microsoft.com/office/drawing/2014/main" id="{CDE4E834-0D91-0340-1C86-BC60B081B287}"/>
              </a:ext>
            </a:extLst>
          </p:cNvPr>
          <p:cNvGrpSpPr/>
          <p:nvPr/>
        </p:nvGrpSpPr>
        <p:grpSpPr>
          <a:xfrm>
            <a:off x="10362185" y="152659"/>
            <a:ext cx="1634155" cy="455595"/>
            <a:chOff x="10362185" y="152659"/>
            <a:chExt cx="1634155" cy="455595"/>
          </a:xfrm>
        </p:grpSpPr>
        <p:pic>
          <p:nvPicPr>
            <p:cNvPr id="3" name="Graphic 2" descr="New with solid fill">
              <a:extLst>
                <a:ext uri="{FF2B5EF4-FFF2-40B4-BE49-F238E27FC236}">
                  <a16:creationId xmlns:a16="http://schemas.microsoft.com/office/drawing/2014/main" id="{6E81056A-E4C3-1DC1-E341-60557B67C064}"/>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62185" y="152659"/>
              <a:ext cx="455595" cy="455595"/>
            </a:xfrm>
            <a:prstGeom prst="rect">
              <a:avLst/>
            </a:prstGeom>
          </p:spPr>
        </p:pic>
        <p:sp>
          <p:nvSpPr>
            <p:cNvPr id="8" name="TextBox 7">
              <a:extLst>
                <a:ext uri="{FF2B5EF4-FFF2-40B4-BE49-F238E27FC236}">
                  <a16:creationId xmlns:a16="http://schemas.microsoft.com/office/drawing/2014/main" id="{57F4396B-C799-57E2-5FBB-E31B3817BF6D}"/>
                </a:ext>
              </a:extLst>
            </p:cNvPr>
            <p:cNvSpPr txBox="1"/>
            <p:nvPr/>
          </p:nvSpPr>
          <p:spPr>
            <a:xfrm>
              <a:off x="10817780" y="270811"/>
              <a:ext cx="1178560" cy="219291"/>
            </a:xfrm>
            <a:prstGeom prst="rect">
              <a:avLst/>
            </a:prstGeom>
            <a:noFill/>
          </p:spPr>
          <p:txBody>
            <a:bodyPr wrap="square" lIns="0" tIns="0" rIns="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Graphik"/>
                  <a:ea typeface="+mn-ea"/>
                  <a:cs typeface="+mn-cs"/>
                </a:rPr>
                <a:t>AI generated</a:t>
              </a:r>
            </a:p>
          </p:txBody>
        </p:sp>
      </p:grpSp>
      <p:sp>
        <p:nvSpPr>
          <p:cNvPr id="13" name="Footer Placeholder 3">
            <a:extLst>
              <a:ext uri="{FF2B5EF4-FFF2-40B4-BE49-F238E27FC236}">
                <a16:creationId xmlns:a16="http://schemas.microsoft.com/office/drawing/2014/main" id="{10A06C65-AE10-576A-B85E-E628B2A7D6FE}"/>
              </a:ext>
            </a:extLst>
          </p:cNvPr>
          <p:cNvSpPr txBox="1">
            <a:spLocks/>
          </p:cNvSpPr>
          <p:nvPr/>
        </p:nvSpPr>
        <p:spPr>
          <a:xfrm>
            <a:off x="651148" y="6384058"/>
            <a:ext cx="10764169" cy="220336"/>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594" rtl="0" eaLnBrk="1" fontAlgn="auto" latinLnBrk="0" hangingPunct="1">
              <a:lnSpc>
                <a:spcPct val="100000"/>
              </a:lnSpc>
              <a:spcBef>
                <a:spcPts val="0"/>
              </a:spcBef>
              <a:spcAft>
                <a:spcPts val="1200"/>
              </a:spcAft>
              <a:buClrTx/>
              <a:buSzTx/>
              <a:buFontTx/>
              <a:buNone/>
              <a:tabLst/>
              <a:defRPr/>
            </a:pPr>
            <a:r>
              <a:rPr kumimoji="0" lang="en-US" sz="800" b="0" i="0" u="none" strike="noStrike" kern="1200" cap="none" spc="0" normalizeH="0" baseline="0" noProof="0" dirty="0">
                <a:ln>
                  <a:noFill/>
                </a:ln>
                <a:solidFill>
                  <a:srgbClr val="FFFFFF">
                    <a:alpha val="75000"/>
                  </a:srgbClr>
                </a:solidFill>
                <a:effectLst/>
                <a:uLnTx/>
                <a:uFillTx/>
                <a:latin typeface="Graphik"/>
                <a:ea typeface="+mn-ea"/>
                <a:cs typeface="+mn-cs"/>
              </a:rPr>
              <a:t>Copyright © 2026 Accenture. All rights reserved.</a:t>
            </a:r>
            <a:endParaRPr kumimoji="0" lang="en-GB" sz="800" b="0" i="0" u="none" strike="noStrike" kern="1200" cap="none" spc="0" normalizeH="0" baseline="0" noProof="0" dirty="0">
              <a:ln>
                <a:noFill/>
              </a:ln>
              <a:solidFill>
                <a:srgbClr val="FFFFFF">
                  <a:alpha val="75000"/>
                </a:srgbClr>
              </a:solidFill>
              <a:effectLst/>
              <a:uLnTx/>
              <a:uFillTx/>
              <a:latin typeface="Graphik"/>
              <a:ea typeface="+mn-ea"/>
              <a:cs typeface="+mn-cs"/>
            </a:endParaRPr>
          </a:p>
        </p:txBody>
      </p:sp>
    </p:spTree>
    <p:extLst>
      <p:ext uri="{BB962C8B-B14F-4D97-AF65-F5344CB8AC3E}">
        <p14:creationId xmlns:p14="http://schemas.microsoft.com/office/powerpoint/2010/main" val="1099600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hink-cell data - do not delete" hidden="1">
            <a:extLst>
              <a:ext uri="{FF2B5EF4-FFF2-40B4-BE49-F238E27FC236}">
                <a16:creationId xmlns:a16="http://schemas.microsoft.com/office/drawing/2014/main" id="{62865ABF-4B29-35B5-DC07-CD17224F1A2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6" imgH="426" progId="TCLayout.ActiveDocument.1">
                  <p:embed/>
                </p:oleObj>
              </mc:Choice>
              <mc:Fallback>
                <p:oleObj name="think-cell Slide" r:id="rId4" imgW="426" imgH="426" progId="TCLayout.ActiveDocument.1">
                  <p:embed/>
                  <p:pic>
                    <p:nvPicPr>
                      <p:cNvPr id="23" name="think-cell data - do not delete" hidden="1">
                        <a:extLst>
                          <a:ext uri="{FF2B5EF4-FFF2-40B4-BE49-F238E27FC236}">
                            <a16:creationId xmlns:a16="http://schemas.microsoft.com/office/drawing/2014/main" id="{62865ABF-4B29-35B5-DC07-CD17224F1A2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9" name="Title 2" descr="Agenda title">
            <a:extLst>
              <a:ext uri="{FF2B5EF4-FFF2-40B4-BE49-F238E27FC236}">
                <a16:creationId xmlns:a16="http://schemas.microsoft.com/office/drawing/2014/main" id="{38164A50-4043-7AE3-CCDF-46FC854F6DB2}"/>
              </a:ext>
            </a:extLst>
          </p:cNvPr>
          <p:cNvSpPr txBox="1">
            <a:spLocks/>
          </p:cNvSpPr>
          <p:nvPr/>
        </p:nvSpPr>
        <p:spPr>
          <a:xfrm>
            <a:off x="423335" y="946377"/>
            <a:ext cx="3267011" cy="810399"/>
          </a:xfrm>
          <a:prstGeom prst="rect">
            <a:avLst/>
          </a:prstGeom>
        </p:spPr>
        <p:txBody>
          <a:bodyPr vert="horz" lIns="0" tIns="0" rIns="0" bIns="0" rtlCol="0" anchor="ctr">
            <a:noAutofit/>
          </a:bodyPr>
          <a:lst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a:lstStyle>
          <a:p>
            <a:pPr marL="0" marR="0" lvl="0" indent="0" defTabSz="914400" rtl="0" eaLnBrk="1" fontAlgn="auto" latinLnBrk="0" hangingPunct="1">
              <a:lnSpc>
                <a:spcPct val="80000"/>
              </a:lnSpc>
              <a:spcBef>
                <a:spcPct val="0"/>
              </a:spcBef>
              <a:spcAft>
                <a:spcPts val="0"/>
              </a:spcAft>
              <a:buClrTx/>
              <a:buSzTx/>
              <a:buFontTx/>
              <a:buNone/>
              <a:tabLst/>
              <a:defRPr/>
            </a:pPr>
            <a:r>
              <a:rPr kumimoji="0" lang="en-GB" sz="3200" b="1" i="0" u="none" strike="noStrike" kern="1200" cap="none" spc="0" normalizeH="0" baseline="0" noProof="0" dirty="0">
                <a:ln>
                  <a:noFill/>
                </a:ln>
                <a:solidFill>
                  <a:srgbClr val="A100FF"/>
                </a:solidFill>
                <a:effectLst/>
                <a:uLnTx/>
                <a:uFillTx/>
                <a:latin typeface="Graphik"/>
                <a:ea typeface="+mj-ea"/>
                <a:cs typeface="+mj-cs"/>
              </a:rPr>
              <a:t>Table of </a:t>
            </a:r>
            <a:br>
              <a:rPr kumimoji="0" lang="en-GB" sz="3200" b="1" i="0" u="none" strike="noStrike" kern="1200" cap="none" spc="0" normalizeH="0" baseline="0" noProof="0" dirty="0">
                <a:ln>
                  <a:noFill/>
                </a:ln>
                <a:solidFill>
                  <a:srgbClr val="A100FF"/>
                </a:solidFill>
                <a:effectLst/>
                <a:uLnTx/>
                <a:uFillTx/>
                <a:latin typeface="Graphik"/>
                <a:ea typeface="+mj-ea"/>
                <a:cs typeface="+mj-cs"/>
              </a:rPr>
            </a:br>
            <a:r>
              <a:rPr kumimoji="0" lang="en-GB" sz="3200" b="1" i="0" u="none" strike="noStrike" kern="1200" cap="none" spc="0" normalizeH="0" baseline="0" noProof="0" dirty="0">
                <a:ln>
                  <a:noFill/>
                </a:ln>
                <a:solidFill>
                  <a:srgbClr val="A100FF"/>
                </a:solidFill>
                <a:effectLst/>
                <a:uLnTx/>
                <a:uFillTx/>
                <a:latin typeface="Graphik"/>
                <a:ea typeface="+mj-ea"/>
                <a:cs typeface="+mj-cs"/>
              </a:rPr>
              <a:t>Contents </a:t>
            </a:r>
            <a:endParaRPr kumimoji="0" lang="en-US" sz="3200" b="1" i="0" u="none" strike="noStrike" kern="1200" cap="none" spc="0" normalizeH="0" baseline="0" noProof="0" dirty="0">
              <a:ln>
                <a:noFill/>
              </a:ln>
              <a:solidFill>
                <a:srgbClr val="A100FF"/>
              </a:solidFill>
              <a:effectLst/>
              <a:uLnTx/>
              <a:uFillTx/>
              <a:latin typeface="Graphik"/>
              <a:ea typeface="+mj-ea"/>
              <a:cs typeface="+mj-cs"/>
            </a:endParaRPr>
          </a:p>
        </p:txBody>
      </p:sp>
      <p:sp>
        <p:nvSpPr>
          <p:cNvPr id="31" name="Text Placeholder 12" descr="No. 1">
            <a:extLst>
              <a:ext uri="{FF2B5EF4-FFF2-40B4-BE49-F238E27FC236}">
                <a16:creationId xmlns:a16="http://schemas.microsoft.com/office/drawing/2014/main" id="{E28407BE-B032-AA98-F994-B9D5137357F5}"/>
              </a:ext>
            </a:extLst>
          </p:cNvPr>
          <p:cNvSpPr txBox="1">
            <a:spLocks/>
          </p:cNvSpPr>
          <p:nvPr/>
        </p:nvSpPr>
        <p:spPr>
          <a:xfrm>
            <a:off x="4266643" y="1031046"/>
            <a:ext cx="405128" cy="485340"/>
          </a:xfrm>
          <a:prstGeom prst="rect">
            <a:avLst/>
          </a:prstGeom>
        </p:spPr>
        <p:txBody>
          <a:bodyPr vert="horz" lIns="0" tIns="0" rIns="0" bIns="0" rtlCol="0" anchor="ctr">
            <a:noAutofit/>
          </a:bodyP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kern="1200">
                <a:solidFill>
                  <a:schemeClr val="accent1"/>
                </a:solidFill>
                <a:latin typeface="+mj-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kumimoji="0" lang="en-GB" sz="1600" b="1" i="0" u="none" strike="noStrike" kern="1200" cap="none" spc="0" normalizeH="0" baseline="0" noProof="0">
                <a:ln>
                  <a:noFill/>
                </a:ln>
                <a:solidFill>
                  <a:srgbClr val="A100FF"/>
                </a:solidFill>
                <a:effectLst/>
                <a:uLnTx/>
                <a:uFillTx/>
                <a:latin typeface="Graphik"/>
                <a:ea typeface="+mn-ea"/>
                <a:cs typeface="+mn-cs"/>
              </a:rPr>
              <a:t>00</a:t>
            </a:r>
            <a:endParaRPr kumimoji="0" lang="en-US" sz="1600" b="1" i="0" u="none" strike="noStrike" kern="1200" cap="none" spc="0" normalizeH="0" baseline="0" noProof="0">
              <a:ln>
                <a:noFill/>
              </a:ln>
              <a:solidFill>
                <a:srgbClr val="A100FF"/>
              </a:solidFill>
              <a:effectLst/>
              <a:uLnTx/>
              <a:uFillTx/>
              <a:latin typeface="Graphik"/>
              <a:ea typeface="+mn-ea"/>
              <a:cs typeface="+mn-cs"/>
            </a:endParaRPr>
          </a:p>
        </p:txBody>
      </p:sp>
      <p:sp>
        <p:nvSpPr>
          <p:cNvPr id="32" name="Text Placeholder 4" descr="Agenda Item 1">
            <a:extLst>
              <a:ext uri="{FF2B5EF4-FFF2-40B4-BE49-F238E27FC236}">
                <a16:creationId xmlns:a16="http://schemas.microsoft.com/office/drawing/2014/main" id="{5BB16BC8-E75C-530B-999D-473E9F73D875}"/>
              </a:ext>
            </a:extLst>
          </p:cNvPr>
          <p:cNvSpPr txBox="1">
            <a:spLocks/>
          </p:cNvSpPr>
          <p:nvPr/>
        </p:nvSpPr>
        <p:spPr>
          <a:xfrm>
            <a:off x="4807362" y="1031046"/>
            <a:ext cx="6400800" cy="485340"/>
          </a:xfrm>
          <a:prstGeom prst="rect">
            <a:avLst/>
          </a:prstGeom>
        </p:spPr>
        <p:txBody>
          <a:bodyPr vert="horz" lIns="0" tIns="0" rIns="0" bIns="0" rtlCol="0" anchor="ctr">
            <a:noAutofit/>
          </a:bodyPr>
          <a:lstStyle>
            <a:lvl1pPr marL="228600" indent="-228600" algn="l" defTabSz="228600" rtl="0" eaLnBrk="1" latinLnBrk="0" hangingPunct="1">
              <a:lnSpc>
                <a:spcPct val="100000"/>
              </a:lnSpc>
              <a:spcBef>
                <a:spcPts val="0"/>
              </a:spcBef>
              <a:spcAft>
                <a:spcPts val="0"/>
              </a:spcAft>
              <a:buFont typeface="Graphik" panose="020B0604020202020204" pitchFamily="34" charset="0"/>
              <a:buNone/>
              <a:defRPr sz="16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kumimoji="0" lang="en-GB" sz="1600" b="0" i="0" u="none" strike="noStrike" kern="1200" cap="none" spc="0" normalizeH="0" baseline="0" noProof="0">
                <a:ln>
                  <a:noFill/>
                </a:ln>
                <a:solidFill>
                  <a:srgbClr val="000000"/>
                </a:solidFill>
                <a:effectLst/>
                <a:uLnTx/>
                <a:uFillTx/>
                <a:latin typeface="Graphik"/>
                <a:ea typeface="+mn-ea"/>
                <a:cs typeface="+mn-cs"/>
              </a:rPr>
              <a:t>Executive Summary</a:t>
            </a:r>
            <a:endParaRPr kumimoji="0" lang="en-US" sz="1600" b="0" i="0" u="none" strike="noStrike" kern="1200" cap="none" spc="0" normalizeH="0" baseline="0" noProof="0">
              <a:ln>
                <a:noFill/>
              </a:ln>
              <a:solidFill>
                <a:srgbClr val="000000"/>
              </a:solidFill>
              <a:effectLst/>
              <a:uLnTx/>
              <a:uFillTx/>
              <a:latin typeface="Graphik"/>
              <a:ea typeface="+mn-ea"/>
              <a:cs typeface="+mn-cs"/>
            </a:endParaRPr>
          </a:p>
        </p:txBody>
      </p:sp>
      <p:sp>
        <p:nvSpPr>
          <p:cNvPr id="34" name="Text Placeholder 5" descr="Agenda Item 2">
            <a:extLst>
              <a:ext uri="{FF2B5EF4-FFF2-40B4-BE49-F238E27FC236}">
                <a16:creationId xmlns:a16="http://schemas.microsoft.com/office/drawing/2014/main" id="{FF6B9AFB-9D27-42D6-191B-9296DC017BF4}"/>
              </a:ext>
            </a:extLst>
          </p:cNvPr>
          <p:cNvSpPr txBox="1">
            <a:spLocks/>
          </p:cNvSpPr>
          <p:nvPr/>
        </p:nvSpPr>
        <p:spPr>
          <a:xfrm>
            <a:off x="4807362" y="1510597"/>
            <a:ext cx="6400800" cy="485340"/>
          </a:xfrm>
          <a:prstGeom prst="rect">
            <a:avLst/>
          </a:prstGeom>
        </p:spPr>
        <p:txBody>
          <a:bodyPr vert="horz" lIns="0" tIns="0" rIns="0" bIns="0" rtlCol="0" anchor="ctr">
            <a:noAutofit/>
          </a:bodyPr>
          <a:lstStyle>
            <a:lvl1pPr marL="228600" indent="-228600" algn="l" defTabSz="228600" rtl="0" eaLnBrk="1" latinLnBrk="0" hangingPunct="1">
              <a:lnSpc>
                <a:spcPct val="100000"/>
              </a:lnSpc>
              <a:spcBef>
                <a:spcPts val="0"/>
              </a:spcBef>
              <a:spcAft>
                <a:spcPts val="0"/>
              </a:spcAft>
              <a:buFont typeface="Graphik" panose="020B0604020202020204" pitchFamily="34" charset="0"/>
              <a:buNone/>
              <a:defRPr sz="16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kumimoji="0" lang="en-GB" sz="1600" b="0" i="0" u="none" strike="noStrike" kern="1200" cap="none" spc="0" normalizeH="0" baseline="0" noProof="0" dirty="0">
                <a:ln>
                  <a:noFill/>
                </a:ln>
                <a:solidFill>
                  <a:srgbClr val="000000"/>
                </a:solidFill>
                <a:effectLst/>
                <a:uLnTx/>
                <a:uFillTx/>
                <a:latin typeface="Graphik"/>
                <a:ea typeface="+mn-ea"/>
                <a:cs typeface="+mn-cs"/>
              </a:rPr>
              <a:t>Our Understanding and Value Proposition</a:t>
            </a:r>
            <a:endParaRPr kumimoji="0" lang="en-US" sz="1600" b="0" i="0" u="none" strike="noStrike" kern="1200" cap="none" spc="0" normalizeH="0" baseline="0" noProof="0" dirty="0">
              <a:ln>
                <a:noFill/>
              </a:ln>
              <a:solidFill>
                <a:srgbClr val="000000"/>
              </a:solidFill>
              <a:effectLst/>
              <a:uLnTx/>
              <a:uFillTx/>
              <a:latin typeface="Graphik"/>
              <a:ea typeface="+mn-ea"/>
              <a:cs typeface="+mn-cs"/>
            </a:endParaRPr>
          </a:p>
        </p:txBody>
      </p:sp>
      <p:sp>
        <p:nvSpPr>
          <p:cNvPr id="36" name="Text Placeholder 6" descr="Agenda Item 3">
            <a:extLst>
              <a:ext uri="{FF2B5EF4-FFF2-40B4-BE49-F238E27FC236}">
                <a16:creationId xmlns:a16="http://schemas.microsoft.com/office/drawing/2014/main" id="{8252F2F2-399C-CE73-1FC5-8023DB78D99D}"/>
              </a:ext>
            </a:extLst>
          </p:cNvPr>
          <p:cNvSpPr txBox="1">
            <a:spLocks/>
          </p:cNvSpPr>
          <p:nvPr/>
        </p:nvSpPr>
        <p:spPr>
          <a:xfrm>
            <a:off x="4807362" y="1990148"/>
            <a:ext cx="6400800" cy="485340"/>
          </a:xfrm>
          <a:prstGeom prst="rect">
            <a:avLst/>
          </a:prstGeom>
        </p:spPr>
        <p:txBody>
          <a:bodyPr vert="horz" lIns="0" tIns="0" rIns="0" bIns="0" rtlCol="0" anchor="ctr">
            <a:noAutofit/>
          </a:bodyPr>
          <a:lstStyle>
            <a:lvl1pPr marL="228600" indent="-228600" algn="l" defTabSz="228600" rtl="0" eaLnBrk="1" latinLnBrk="0" hangingPunct="1">
              <a:lnSpc>
                <a:spcPct val="100000"/>
              </a:lnSpc>
              <a:spcBef>
                <a:spcPts val="0"/>
              </a:spcBef>
              <a:spcAft>
                <a:spcPts val="0"/>
              </a:spcAft>
              <a:buFont typeface="Graphik" panose="020B0604020202020204" pitchFamily="34" charset="0"/>
              <a:buNone/>
              <a:defRPr sz="16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lvl="0" indent="0" defTabSz="914400">
              <a:defRPr/>
            </a:pPr>
            <a:r>
              <a:rPr lang="en-AU" dirty="0">
                <a:solidFill>
                  <a:srgbClr val="000000"/>
                </a:solidFill>
              </a:rPr>
              <a:t>Detailed Delivery Approach and Solution </a:t>
            </a:r>
          </a:p>
        </p:txBody>
      </p:sp>
      <p:sp>
        <p:nvSpPr>
          <p:cNvPr id="38" name="Text Placeholder 7" descr="Agenda Item 4">
            <a:extLst>
              <a:ext uri="{FF2B5EF4-FFF2-40B4-BE49-F238E27FC236}">
                <a16:creationId xmlns:a16="http://schemas.microsoft.com/office/drawing/2014/main" id="{E7F9D811-DAD4-FB7D-36D4-EF020ECCF5F3}"/>
              </a:ext>
            </a:extLst>
          </p:cNvPr>
          <p:cNvSpPr txBox="1">
            <a:spLocks/>
          </p:cNvSpPr>
          <p:nvPr/>
        </p:nvSpPr>
        <p:spPr>
          <a:xfrm>
            <a:off x="4807362" y="2469699"/>
            <a:ext cx="6400800" cy="485340"/>
          </a:xfrm>
          <a:prstGeom prst="rect">
            <a:avLst/>
          </a:prstGeom>
        </p:spPr>
        <p:txBody>
          <a:bodyPr vert="horz" lIns="0" tIns="0" rIns="0" bIns="0" rtlCol="0" anchor="ctr">
            <a:noAutofit/>
          </a:bodyPr>
          <a:lstStyle>
            <a:lvl1pPr marL="228600" indent="-228600" algn="l" defTabSz="228600" rtl="0" eaLnBrk="1" latinLnBrk="0" hangingPunct="1">
              <a:lnSpc>
                <a:spcPct val="100000"/>
              </a:lnSpc>
              <a:spcBef>
                <a:spcPts val="0"/>
              </a:spcBef>
              <a:spcAft>
                <a:spcPts val="0"/>
              </a:spcAft>
              <a:buFont typeface="Graphik" panose="020B0604020202020204" pitchFamily="34" charset="0"/>
              <a:buNone/>
              <a:defRPr sz="16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lvl="0" indent="0">
              <a:defRPr/>
            </a:pPr>
            <a:r>
              <a:rPr lang="en-US" dirty="0">
                <a:solidFill>
                  <a:srgbClr val="000000"/>
                </a:solidFill>
              </a:rPr>
              <a:t>Project Methodology and Governance</a:t>
            </a:r>
          </a:p>
        </p:txBody>
      </p:sp>
      <p:sp>
        <p:nvSpPr>
          <p:cNvPr id="40" name="Text Placeholder 8" descr="Agenda Item 5">
            <a:extLst>
              <a:ext uri="{FF2B5EF4-FFF2-40B4-BE49-F238E27FC236}">
                <a16:creationId xmlns:a16="http://schemas.microsoft.com/office/drawing/2014/main" id="{FCEDDB4D-3279-099D-2474-1C352BAB398F}"/>
              </a:ext>
            </a:extLst>
          </p:cNvPr>
          <p:cNvSpPr txBox="1">
            <a:spLocks/>
          </p:cNvSpPr>
          <p:nvPr/>
        </p:nvSpPr>
        <p:spPr>
          <a:xfrm>
            <a:off x="4807362" y="2949250"/>
            <a:ext cx="6400800" cy="485340"/>
          </a:xfrm>
          <a:prstGeom prst="rect">
            <a:avLst/>
          </a:prstGeom>
        </p:spPr>
        <p:txBody>
          <a:bodyPr vert="horz" lIns="0" tIns="0" rIns="0" bIns="0" rtlCol="0" anchor="ctr">
            <a:noAutofit/>
          </a:bodyPr>
          <a:lstStyle>
            <a:lvl1pPr marL="228600" indent="-228600" algn="l" defTabSz="228600" rtl="0" eaLnBrk="1" latinLnBrk="0" hangingPunct="1">
              <a:lnSpc>
                <a:spcPct val="100000"/>
              </a:lnSpc>
              <a:spcBef>
                <a:spcPts val="0"/>
              </a:spcBef>
              <a:spcAft>
                <a:spcPts val="0"/>
              </a:spcAft>
              <a:buFont typeface="Graphik" panose="020B0604020202020204" pitchFamily="34" charset="0"/>
              <a:buNone/>
              <a:defRPr sz="16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kumimoji="0" lang="en-US" sz="1600" b="0" i="0" u="none" strike="noStrike" kern="1200" cap="none" spc="0" normalizeH="0" baseline="0" noProof="0" dirty="0">
                <a:ln>
                  <a:noFill/>
                </a:ln>
                <a:solidFill>
                  <a:srgbClr val="000000"/>
                </a:solidFill>
                <a:effectLst/>
                <a:uLnTx/>
                <a:uFillTx/>
                <a:latin typeface="Graphik"/>
                <a:ea typeface="+mn-ea"/>
                <a:cs typeface="+mn-cs"/>
              </a:rPr>
              <a:t>Credentials</a:t>
            </a:r>
          </a:p>
        </p:txBody>
      </p:sp>
      <p:sp>
        <p:nvSpPr>
          <p:cNvPr id="42" name="Text Placeholder 9" descr="Agenda Item 6">
            <a:extLst>
              <a:ext uri="{FF2B5EF4-FFF2-40B4-BE49-F238E27FC236}">
                <a16:creationId xmlns:a16="http://schemas.microsoft.com/office/drawing/2014/main" id="{1F3FB85C-B6F2-DA61-C15C-2A3D1C710B2F}"/>
              </a:ext>
            </a:extLst>
          </p:cNvPr>
          <p:cNvSpPr txBox="1">
            <a:spLocks/>
          </p:cNvSpPr>
          <p:nvPr/>
        </p:nvSpPr>
        <p:spPr>
          <a:xfrm>
            <a:off x="4807362" y="3428801"/>
            <a:ext cx="6400800" cy="485340"/>
          </a:xfrm>
          <a:prstGeom prst="rect">
            <a:avLst/>
          </a:prstGeom>
        </p:spPr>
        <p:txBody>
          <a:bodyPr vert="horz" lIns="0" tIns="0" rIns="0" bIns="0" rtlCol="0" anchor="ctr">
            <a:noAutofit/>
          </a:bodyPr>
          <a:lstStyle>
            <a:lvl1pPr marL="228600" indent="-228600" algn="l" defTabSz="228600" rtl="0" eaLnBrk="1" latinLnBrk="0" hangingPunct="1">
              <a:lnSpc>
                <a:spcPct val="100000"/>
              </a:lnSpc>
              <a:spcBef>
                <a:spcPts val="0"/>
              </a:spcBef>
              <a:spcAft>
                <a:spcPts val="0"/>
              </a:spcAft>
              <a:buFont typeface="Graphik" panose="020B0604020202020204" pitchFamily="34" charset="0"/>
              <a:buNone/>
              <a:defRPr sz="16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endParaRPr kumimoji="0" lang="en-US" sz="1600" b="0" i="0" u="none" strike="noStrike" kern="1200" cap="none" spc="0" normalizeH="0" baseline="0" noProof="0" dirty="0">
              <a:ln>
                <a:noFill/>
              </a:ln>
              <a:solidFill>
                <a:srgbClr val="000000"/>
              </a:solidFill>
              <a:effectLst/>
              <a:uLnTx/>
              <a:uFillTx/>
              <a:latin typeface="Graphik"/>
              <a:ea typeface="+mn-ea"/>
              <a:cs typeface="+mn-cs"/>
            </a:endParaRPr>
          </a:p>
        </p:txBody>
      </p:sp>
      <p:sp>
        <p:nvSpPr>
          <p:cNvPr id="33" name="Text Placeholder 13" descr="No. 2">
            <a:extLst>
              <a:ext uri="{FF2B5EF4-FFF2-40B4-BE49-F238E27FC236}">
                <a16:creationId xmlns:a16="http://schemas.microsoft.com/office/drawing/2014/main" id="{8B183EAE-8EE1-5BD5-8B26-ED96DB23E588}"/>
              </a:ext>
            </a:extLst>
          </p:cNvPr>
          <p:cNvSpPr txBox="1">
            <a:spLocks/>
          </p:cNvSpPr>
          <p:nvPr/>
        </p:nvSpPr>
        <p:spPr>
          <a:xfrm>
            <a:off x="4266643" y="1990152"/>
            <a:ext cx="405128" cy="485340"/>
          </a:xfrm>
          <a:prstGeom prst="rect">
            <a:avLst/>
          </a:prstGeom>
        </p:spPr>
        <p:txBody>
          <a:bodyPr vert="horz" lIns="0" tIns="0" rIns="0" bIns="0" rtlCol="0" anchor="ctr">
            <a:noAutofit/>
          </a:bodyP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kern="1200">
                <a:solidFill>
                  <a:schemeClr val="accent1"/>
                </a:solidFill>
                <a:latin typeface="+mj-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kumimoji="0" lang="en-GB" sz="1600" b="1" i="0" u="none" strike="noStrike" kern="1200" cap="none" spc="0" normalizeH="0" baseline="0" noProof="0">
                <a:ln>
                  <a:noFill/>
                </a:ln>
                <a:solidFill>
                  <a:srgbClr val="A100FF"/>
                </a:solidFill>
                <a:effectLst/>
                <a:uLnTx/>
                <a:uFillTx/>
                <a:latin typeface="Graphik"/>
                <a:ea typeface="+mn-ea"/>
                <a:cs typeface="+mn-cs"/>
              </a:rPr>
              <a:t>02</a:t>
            </a:r>
            <a:endParaRPr kumimoji="0" lang="en-US" sz="1600" b="1" i="0" u="none" strike="noStrike" kern="1200" cap="none" spc="0" normalizeH="0" baseline="0" noProof="0">
              <a:ln>
                <a:noFill/>
              </a:ln>
              <a:solidFill>
                <a:srgbClr val="A100FF"/>
              </a:solidFill>
              <a:effectLst/>
              <a:uLnTx/>
              <a:uFillTx/>
              <a:latin typeface="Graphik"/>
              <a:ea typeface="+mn-ea"/>
              <a:cs typeface="+mn-cs"/>
            </a:endParaRPr>
          </a:p>
        </p:txBody>
      </p:sp>
      <p:sp>
        <p:nvSpPr>
          <p:cNvPr id="35" name="Text Placeholder 14" descr="No. 3">
            <a:extLst>
              <a:ext uri="{FF2B5EF4-FFF2-40B4-BE49-F238E27FC236}">
                <a16:creationId xmlns:a16="http://schemas.microsoft.com/office/drawing/2014/main" id="{60DEE054-B6B5-BB77-7C5F-252B6FAFFF64}"/>
              </a:ext>
            </a:extLst>
          </p:cNvPr>
          <p:cNvSpPr txBox="1">
            <a:spLocks/>
          </p:cNvSpPr>
          <p:nvPr/>
        </p:nvSpPr>
        <p:spPr>
          <a:xfrm>
            <a:off x="4266643" y="2469703"/>
            <a:ext cx="405128" cy="485340"/>
          </a:xfrm>
          <a:prstGeom prst="rect">
            <a:avLst/>
          </a:prstGeom>
        </p:spPr>
        <p:txBody>
          <a:bodyPr vert="horz" lIns="0" tIns="0" rIns="0" bIns="0" rtlCol="0" anchor="ctr">
            <a:noAutofit/>
          </a:bodyP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kern="1200">
                <a:solidFill>
                  <a:schemeClr val="accent1"/>
                </a:solidFill>
                <a:latin typeface="+mj-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kumimoji="0" lang="en-GB" sz="1600" b="1" i="0" u="none" strike="noStrike" kern="1200" cap="none" spc="0" normalizeH="0" baseline="0" noProof="0">
                <a:ln>
                  <a:noFill/>
                </a:ln>
                <a:solidFill>
                  <a:srgbClr val="A100FF"/>
                </a:solidFill>
                <a:effectLst/>
                <a:uLnTx/>
                <a:uFillTx/>
                <a:latin typeface="Graphik"/>
                <a:ea typeface="+mn-ea"/>
                <a:cs typeface="+mn-cs"/>
              </a:rPr>
              <a:t>03</a:t>
            </a:r>
            <a:endParaRPr kumimoji="0" lang="en-US" sz="1600" b="1" i="0" u="none" strike="noStrike" kern="1200" cap="none" spc="0" normalizeH="0" baseline="0" noProof="0">
              <a:ln>
                <a:noFill/>
              </a:ln>
              <a:solidFill>
                <a:srgbClr val="A100FF"/>
              </a:solidFill>
              <a:effectLst/>
              <a:uLnTx/>
              <a:uFillTx/>
              <a:latin typeface="Graphik"/>
              <a:ea typeface="+mn-ea"/>
              <a:cs typeface="+mn-cs"/>
            </a:endParaRPr>
          </a:p>
        </p:txBody>
      </p:sp>
      <p:sp>
        <p:nvSpPr>
          <p:cNvPr id="37" name="Text Placeholder 15" descr="No. 4">
            <a:extLst>
              <a:ext uri="{FF2B5EF4-FFF2-40B4-BE49-F238E27FC236}">
                <a16:creationId xmlns:a16="http://schemas.microsoft.com/office/drawing/2014/main" id="{F41FAADC-21AB-3063-BD9C-ED73671D4C8D}"/>
              </a:ext>
            </a:extLst>
          </p:cNvPr>
          <p:cNvSpPr txBox="1">
            <a:spLocks/>
          </p:cNvSpPr>
          <p:nvPr/>
        </p:nvSpPr>
        <p:spPr>
          <a:xfrm>
            <a:off x="4266643" y="2949254"/>
            <a:ext cx="405128" cy="485340"/>
          </a:xfrm>
          <a:prstGeom prst="rect">
            <a:avLst/>
          </a:prstGeom>
        </p:spPr>
        <p:txBody>
          <a:bodyPr vert="horz" lIns="0" tIns="0" rIns="0" bIns="0" rtlCol="0" anchor="ctr">
            <a:noAutofit/>
          </a:bodyP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kern="1200">
                <a:solidFill>
                  <a:schemeClr val="accent1"/>
                </a:solidFill>
                <a:latin typeface="+mj-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kumimoji="0" lang="en-GB" sz="1600" b="1" i="0" u="none" strike="noStrike" kern="1200" cap="none" spc="0" normalizeH="0" baseline="0" noProof="0">
                <a:ln>
                  <a:noFill/>
                </a:ln>
                <a:solidFill>
                  <a:srgbClr val="A100FF"/>
                </a:solidFill>
                <a:effectLst/>
                <a:uLnTx/>
                <a:uFillTx/>
                <a:latin typeface="Graphik"/>
                <a:ea typeface="+mn-ea"/>
                <a:cs typeface="+mn-cs"/>
              </a:rPr>
              <a:t>04</a:t>
            </a:r>
            <a:endParaRPr kumimoji="0" lang="en-US" sz="1600" b="1" i="0" u="none" strike="noStrike" kern="1200" cap="none" spc="0" normalizeH="0" baseline="0" noProof="0">
              <a:ln>
                <a:noFill/>
              </a:ln>
              <a:solidFill>
                <a:srgbClr val="A100FF"/>
              </a:solidFill>
              <a:effectLst/>
              <a:uLnTx/>
              <a:uFillTx/>
              <a:latin typeface="Graphik"/>
              <a:ea typeface="+mn-ea"/>
              <a:cs typeface="+mn-cs"/>
            </a:endParaRPr>
          </a:p>
        </p:txBody>
      </p:sp>
      <p:sp>
        <p:nvSpPr>
          <p:cNvPr id="39" name="Text Placeholder 16" descr="No. 5">
            <a:extLst>
              <a:ext uri="{FF2B5EF4-FFF2-40B4-BE49-F238E27FC236}">
                <a16:creationId xmlns:a16="http://schemas.microsoft.com/office/drawing/2014/main" id="{A7E97174-6003-5389-13DB-0CFCF2068323}"/>
              </a:ext>
            </a:extLst>
          </p:cNvPr>
          <p:cNvSpPr txBox="1">
            <a:spLocks/>
          </p:cNvSpPr>
          <p:nvPr/>
        </p:nvSpPr>
        <p:spPr>
          <a:xfrm>
            <a:off x="4266643" y="3428805"/>
            <a:ext cx="405128" cy="485340"/>
          </a:xfrm>
          <a:prstGeom prst="rect">
            <a:avLst/>
          </a:prstGeom>
        </p:spPr>
        <p:txBody>
          <a:bodyPr vert="horz" lIns="0" tIns="0" rIns="0" bIns="0" rtlCol="0" anchor="ctr">
            <a:noAutofit/>
          </a:bodyP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kern="1200">
                <a:solidFill>
                  <a:schemeClr val="accent1"/>
                </a:solidFill>
                <a:latin typeface="+mj-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kumimoji="0" lang="en-GB" sz="1600" b="1" i="0" u="none" strike="noStrike" kern="1200" cap="none" spc="0" normalizeH="0" baseline="0" noProof="0">
                <a:ln>
                  <a:noFill/>
                </a:ln>
                <a:solidFill>
                  <a:srgbClr val="A100FF"/>
                </a:solidFill>
                <a:effectLst/>
                <a:uLnTx/>
                <a:uFillTx/>
                <a:latin typeface="Graphik"/>
                <a:ea typeface="+mn-ea"/>
                <a:cs typeface="+mn-cs"/>
              </a:rPr>
              <a:t>05</a:t>
            </a:r>
            <a:endParaRPr kumimoji="0" lang="en-US" sz="1600" b="1" i="0" u="none" strike="noStrike" kern="1200" cap="none" spc="0" normalizeH="0" baseline="0" noProof="0">
              <a:ln>
                <a:noFill/>
              </a:ln>
              <a:solidFill>
                <a:srgbClr val="A100FF"/>
              </a:solidFill>
              <a:effectLst/>
              <a:uLnTx/>
              <a:uFillTx/>
              <a:latin typeface="Graphik"/>
              <a:ea typeface="+mn-ea"/>
              <a:cs typeface="+mn-cs"/>
            </a:endParaRPr>
          </a:p>
        </p:txBody>
      </p:sp>
      <p:sp>
        <p:nvSpPr>
          <p:cNvPr id="19" name="Text Placeholder 19" descr="No. 8">
            <a:extLst>
              <a:ext uri="{FF2B5EF4-FFF2-40B4-BE49-F238E27FC236}">
                <a16:creationId xmlns:a16="http://schemas.microsoft.com/office/drawing/2014/main" id="{563BF0FB-247B-F821-10F0-B861B6733A80}"/>
              </a:ext>
            </a:extLst>
          </p:cNvPr>
          <p:cNvSpPr txBox="1">
            <a:spLocks/>
          </p:cNvSpPr>
          <p:nvPr/>
        </p:nvSpPr>
        <p:spPr>
          <a:xfrm>
            <a:off x="4266643" y="5826560"/>
            <a:ext cx="405128" cy="485340"/>
          </a:xfrm>
          <a:prstGeom prst="rect">
            <a:avLst/>
          </a:prstGeom>
        </p:spPr>
        <p:txBody>
          <a:bodyPr vert="horz" lIns="0" tIns="0" rIns="0" bIns="0" rtlCol="0" anchor="ctr">
            <a:noAutofit/>
          </a:bodyP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kern="1200">
                <a:solidFill>
                  <a:schemeClr val="accent1"/>
                </a:solidFill>
                <a:latin typeface="+mj-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kumimoji="0" lang="en-GB" sz="1600" b="1" i="0" u="none" strike="noStrike" kern="1200" cap="none" spc="0" normalizeH="0" baseline="0" noProof="0">
                <a:ln>
                  <a:noFill/>
                </a:ln>
                <a:solidFill>
                  <a:srgbClr val="A100FF"/>
                </a:solidFill>
                <a:effectLst/>
                <a:uLnTx/>
                <a:uFillTx/>
                <a:latin typeface="Graphik"/>
                <a:ea typeface="+mn-ea"/>
                <a:cs typeface="+mn-cs"/>
              </a:rPr>
              <a:t> </a:t>
            </a:r>
            <a:endParaRPr kumimoji="0" lang="en-US" sz="1600" b="1" i="0" u="none" strike="noStrike" kern="1200" cap="none" spc="0" normalizeH="0" baseline="0" noProof="0">
              <a:ln>
                <a:noFill/>
              </a:ln>
              <a:solidFill>
                <a:srgbClr val="A100FF"/>
              </a:solidFill>
              <a:effectLst/>
              <a:uLnTx/>
              <a:uFillTx/>
              <a:latin typeface="Graphik"/>
              <a:ea typeface="+mn-ea"/>
              <a:cs typeface="+mn-cs"/>
            </a:endParaRPr>
          </a:p>
        </p:txBody>
      </p:sp>
      <p:sp>
        <p:nvSpPr>
          <p:cNvPr id="3" name="Text Placeholder 11" descr="Agenda Item 8">
            <a:extLst>
              <a:ext uri="{FF2B5EF4-FFF2-40B4-BE49-F238E27FC236}">
                <a16:creationId xmlns:a16="http://schemas.microsoft.com/office/drawing/2014/main" id="{51F0D4E0-81E4-CBE8-D8EC-1364A27BFCF9}"/>
              </a:ext>
            </a:extLst>
          </p:cNvPr>
          <p:cNvSpPr txBox="1">
            <a:spLocks/>
          </p:cNvSpPr>
          <p:nvPr/>
        </p:nvSpPr>
        <p:spPr>
          <a:xfrm>
            <a:off x="4807362" y="5826560"/>
            <a:ext cx="6400800" cy="485340"/>
          </a:xfrm>
          <a:prstGeom prst="rect">
            <a:avLst/>
          </a:prstGeom>
        </p:spPr>
        <p:txBody>
          <a:bodyPr vert="horz" lIns="0" tIns="0" rIns="0" bIns="0" rtlCol="0" anchor="ctr">
            <a:noAutofit/>
          </a:bodyPr>
          <a:lstStyle>
            <a:lvl1pPr marL="228600" indent="-228600" algn="l" defTabSz="228600" rtl="0" eaLnBrk="1" latinLnBrk="0" hangingPunct="1">
              <a:lnSpc>
                <a:spcPct val="100000"/>
              </a:lnSpc>
              <a:spcBef>
                <a:spcPts val="0"/>
              </a:spcBef>
              <a:spcAft>
                <a:spcPts val="0"/>
              </a:spcAft>
              <a:buFont typeface="Graphik" panose="020B0604020202020204" pitchFamily="34" charset="0"/>
              <a:buNone/>
              <a:defRPr sz="16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kumimoji="0" lang="en-US" sz="1600" b="0" i="0" u="none" strike="noStrike" kern="1200" cap="none" spc="0" normalizeH="0" baseline="0" noProof="0" dirty="0">
                <a:ln>
                  <a:noFill/>
                </a:ln>
                <a:solidFill>
                  <a:srgbClr val="000000"/>
                </a:solidFill>
                <a:effectLst/>
                <a:uLnTx/>
                <a:uFillTx/>
                <a:latin typeface="Graphik"/>
                <a:ea typeface="+mn-ea"/>
                <a:cs typeface="+mn-cs"/>
              </a:rPr>
              <a:t> </a:t>
            </a:r>
          </a:p>
        </p:txBody>
      </p:sp>
      <p:sp>
        <p:nvSpPr>
          <p:cNvPr id="5" name="Text Placeholder 13" descr="No. 2">
            <a:extLst>
              <a:ext uri="{FF2B5EF4-FFF2-40B4-BE49-F238E27FC236}">
                <a16:creationId xmlns:a16="http://schemas.microsoft.com/office/drawing/2014/main" id="{1CFDFDEF-495C-1B22-E801-B7918E540A98}"/>
              </a:ext>
            </a:extLst>
          </p:cNvPr>
          <p:cNvSpPr txBox="1">
            <a:spLocks/>
          </p:cNvSpPr>
          <p:nvPr/>
        </p:nvSpPr>
        <p:spPr>
          <a:xfrm>
            <a:off x="4266643" y="1516386"/>
            <a:ext cx="405128" cy="485340"/>
          </a:xfrm>
          <a:prstGeom prst="rect">
            <a:avLst/>
          </a:prstGeom>
        </p:spPr>
        <p:txBody>
          <a:bodyPr vert="horz" lIns="0" tIns="0" rIns="0" bIns="0" rtlCol="0" anchor="ctr">
            <a:noAutofit/>
          </a:bodyP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kern="1200">
                <a:solidFill>
                  <a:schemeClr val="accent1"/>
                </a:solidFill>
                <a:latin typeface="+mj-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kumimoji="0" lang="en-GB" sz="1600" b="1" i="0" u="none" strike="noStrike" kern="1200" cap="none" spc="0" normalizeH="0" baseline="0" noProof="0">
                <a:ln>
                  <a:noFill/>
                </a:ln>
                <a:solidFill>
                  <a:srgbClr val="A100FF"/>
                </a:solidFill>
                <a:effectLst/>
                <a:uLnTx/>
                <a:uFillTx/>
                <a:latin typeface="Graphik"/>
                <a:ea typeface="+mn-ea"/>
                <a:cs typeface="+mn-cs"/>
              </a:rPr>
              <a:t>01</a:t>
            </a:r>
            <a:endParaRPr kumimoji="0" lang="en-US" sz="1600" b="1" i="0" u="none" strike="noStrike" kern="1200" cap="none" spc="0" normalizeH="0" baseline="0" noProof="0">
              <a:ln>
                <a:noFill/>
              </a:ln>
              <a:solidFill>
                <a:srgbClr val="A100FF"/>
              </a:solidFill>
              <a:effectLst/>
              <a:uLnTx/>
              <a:uFillTx/>
              <a:latin typeface="Graphik"/>
              <a:ea typeface="+mn-ea"/>
              <a:cs typeface="+mn-cs"/>
            </a:endParaRPr>
          </a:p>
        </p:txBody>
      </p:sp>
      <p:sp>
        <p:nvSpPr>
          <p:cNvPr id="8" name="Footer Placeholder 3">
            <a:extLst>
              <a:ext uri="{FF2B5EF4-FFF2-40B4-BE49-F238E27FC236}">
                <a16:creationId xmlns:a16="http://schemas.microsoft.com/office/drawing/2014/main" id="{2BB85994-DF92-4BFB-C753-69AB8632CF9E}"/>
              </a:ext>
            </a:extLst>
          </p:cNvPr>
          <p:cNvSpPr txBox="1">
            <a:spLocks/>
          </p:cNvSpPr>
          <p:nvPr/>
        </p:nvSpPr>
        <p:spPr>
          <a:xfrm>
            <a:off x="651148" y="6384058"/>
            <a:ext cx="10764169" cy="220336"/>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All rights reserved.</a:t>
            </a:r>
          </a:p>
        </p:txBody>
      </p:sp>
      <p:sp>
        <p:nvSpPr>
          <p:cNvPr id="15" name="Text Placeholder 8" descr="Agenda Item 5">
            <a:extLst>
              <a:ext uri="{FF2B5EF4-FFF2-40B4-BE49-F238E27FC236}">
                <a16:creationId xmlns:a16="http://schemas.microsoft.com/office/drawing/2014/main" id="{A9C87F38-AE71-4CF3-E586-D0280907C5C9}"/>
              </a:ext>
            </a:extLst>
          </p:cNvPr>
          <p:cNvSpPr txBox="1">
            <a:spLocks/>
          </p:cNvSpPr>
          <p:nvPr/>
        </p:nvSpPr>
        <p:spPr>
          <a:xfrm>
            <a:off x="4807362" y="3434445"/>
            <a:ext cx="6400800" cy="485340"/>
          </a:xfrm>
          <a:prstGeom prst="rect">
            <a:avLst/>
          </a:prstGeom>
        </p:spPr>
        <p:txBody>
          <a:bodyPr vert="horz" lIns="0" tIns="0" rIns="0" bIns="0" rtlCol="0" anchor="ctr">
            <a:noAutofit/>
          </a:bodyPr>
          <a:lstStyle>
            <a:lvl1pPr marL="228600" indent="-228600" algn="l" defTabSz="228600" rtl="0" eaLnBrk="1" latinLnBrk="0" hangingPunct="1">
              <a:lnSpc>
                <a:spcPct val="100000"/>
              </a:lnSpc>
              <a:spcBef>
                <a:spcPts val="0"/>
              </a:spcBef>
              <a:spcAft>
                <a:spcPts val="0"/>
              </a:spcAft>
              <a:buFont typeface="Graphik" panose="020B0604020202020204" pitchFamily="34" charset="0"/>
              <a:buNone/>
              <a:defRPr sz="16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kumimoji="0" lang="en-US" sz="1600" b="0" i="0" u="none" strike="noStrike" kern="1200" cap="none" spc="0" normalizeH="0" baseline="0" noProof="0" dirty="0">
                <a:ln>
                  <a:noFill/>
                </a:ln>
                <a:solidFill>
                  <a:srgbClr val="000000"/>
                </a:solidFill>
                <a:effectLst/>
                <a:uLnTx/>
                <a:uFillTx/>
                <a:latin typeface="Graphik"/>
                <a:ea typeface="+mn-ea"/>
                <a:cs typeface="+mn-cs"/>
              </a:rPr>
              <a:t>Appendix</a:t>
            </a:r>
          </a:p>
        </p:txBody>
      </p:sp>
    </p:spTree>
    <p:extLst>
      <p:ext uri="{BB962C8B-B14F-4D97-AF65-F5344CB8AC3E}">
        <p14:creationId xmlns:p14="http://schemas.microsoft.com/office/powerpoint/2010/main" val="3511528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3">
            <a:extLst>
              <a:ext uri="{FF2B5EF4-FFF2-40B4-BE49-F238E27FC236}">
                <a16:creationId xmlns:a16="http://schemas.microsoft.com/office/drawing/2014/main" id="{2ADE7A03-B7CF-69FC-891D-4C4F04871324}"/>
              </a:ext>
            </a:extLst>
          </p:cNvPr>
          <p:cNvSpPr txBox="1">
            <a:spLocks/>
          </p:cNvSpPr>
          <p:nvPr/>
        </p:nvSpPr>
        <p:spPr>
          <a:xfrm>
            <a:off x="381000" y="2195531"/>
            <a:ext cx="3561143" cy="3868385"/>
          </a:xfrm>
          <a:prstGeom prst="rect">
            <a:avLst/>
          </a:prstGeom>
          <a:solidFill>
            <a:schemeClr val="bg1">
              <a:lumMod val="95000"/>
              <a:alpha val="40000"/>
            </a:schemeClr>
          </a:solid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l" defTabSz="228463" rtl="0" eaLnBrk="1" fontAlgn="auto" latinLnBrk="0" hangingPunct="1">
              <a:lnSpc>
                <a:spcPct val="100000"/>
              </a:lnSpc>
              <a:spcBef>
                <a:spcPct val="0"/>
              </a:spcBef>
              <a:spcAft>
                <a:spcPct val="0"/>
              </a:spcAft>
              <a:buClrTx/>
              <a:buSzTx/>
              <a:buFontTx/>
              <a:buNone/>
              <a:tabLst/>
              <a:defRPr/>
            </a:pPr>
            <a:endParaRPr kumimoji="0" lang="pl-PL" sz="1399" b="0" i="0" u="none" strike="noStrike" kern="1200" cap="none" spc="0" normalizeH="0" baseline="0" noProof="0">
              <a:ln>
                <a:noFill/>
              </a:ln>
              <a:solidFill>
                <a:srgbClr val="000000"/>
              </a:solidFill>
              <a:effectLst/>
              <a:uLnTx/>
              <a:uFillTx/>
              <a:latin typeface="Graphik"/>
              <a:ea typeface="+mn-ea"/>
              <a:cs typeface="Arial" charset="0"/>
            </a:endParaRPr>
          </a:p>
        </p:txBody>
      </p:sp>
      <p:sp>
        <p:nvSpPr>
          <p:cNvPr id="4" name="Rectangle: Top Corners Rounded 3">
            <a:extLst>
              <a:ext uri="{FF2B5EF4-FFF2-40B4-BE49-F238E27FC236}">
                <a16:creationId xmlns:a16="http://schemas.microsoft.com/office/drawing/2014/main" id="{C8A63C85-7D6F-794C-8249-4F3D860FA76E}"/>
              </a:ext>
            </a:extLst>
          </p:cNvPr>
          <p:cNvSpPr/>
          <p:nvPr/>
        </p:nvSpPr>
        <p:spPr>
          <a:xfrm>
            <a:off x="381000" y="1393204"/>
            <a:ext cx="3561142" cy="804672"/>
          </a:xfrm>
          <a:prstGeom prst="round2SameRect">
            <a:avLst>
              <a:gd name="adj1" fmla="val 14248"/>
              <a:gd name="adj2" fmla="val 0"/>
            </a:avLst>
          </a:prstGeom>
          <a:gradFill flip="none" rotWithShape="1">
            <a:gsLst>
              <a:gs pos="0">
                <a:srgbClr val="C061FF">
                  <a:shade val="30000"/>
                  <a:satMod val="115000"/>
                </a:srgbClr>
              </a:gs>
              <a:gs pos="50000">
                <a:srgbClr val="C061FF">
                  <a:shade val="67500"/>
                  <a:satMod val="115000"/>
                </a:srgbClr>
              </a:gs>
              <a:gs pos="100000">
                <a:srgbClr val="C061FF">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5" name="Content Placeholder 3">
            <a:extLst>
              <a:ext uri="{FF2B5EF4-FFF2-40B4-BE49-F238E27FC236}">
                <a16:creationId xmlns:a16="http://schemas.microsoft.com/office/drawing/2014/main" id="{F08D5AD9-91F3-20AD-D332-A00A187D6EE1}"/>
              </a:ext>
            </a:extLst>
          </p:cNvPr>
          <p:cNvSpPr txBox="1">
            <a:spLocks/>
          </p:cNvSpPr>
          <p:nvPr/>
        </p:nvSpPr>
        <p:spPr>
          <a:xfrm>
            <a:off x="1217441" y="1566940"/>
            <a:ext cx="2377440" cy="457200"/>
          </a:xfrm>
          <a:prstGeom prst="rect">
            <a:avLst/>
          </a:prstGeom>
          <a:noFill/>
          <a:ln w="9525" cap="flat" cmpd="sng" algn="ctr">
            <a:noFill/>
            <a:prstDash val="solid"/>
            <a:miter lim="800000"/>
            <a:tailEnd type="oval"/>
          </a:ln>
          <a:effectLst/>
        </p:spPr>
        <p:txBody>
          <a:bodyPr vert="horz" lIns="91440" tIns="91440" rIns="9144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1200"/>
              </a:spcAft>
              <a:buClrTx/>
              <a:buSzTx/>
              <a:buFontTx/>
              <a:buNone/>
              <a:tabLst/>
              <a:defRPr sz="1300" b="1">
                <a:latin typeface="Malgun Gothic"/>
              </a:defRPr>
            </a:pPr>
            <a:r>
              <a:t>추진 배경</a:t>
            </a:r>
          </a:p>
        </p:txBody>
      </p:sp>
      <p:grpSp>
        <p:nvGrpSpPr>
          <p:cNvPr id="10" name="Group 9">
            <a:extLst>
              <a:ext uri="{FF2B5EF4-FFF2-40B4-BE49-F238E27FC236}">
                <a16:creationId xmlns:a16="http://schemas.microsoft.com/office/drawing/2014/main" id="{0E411088-C6D5-894A-BDE2-6662AAE38196}"/>
              </a:ext>
            </a:extLst>
          </p:cNvPr>
          <p:cNvGrpSpPr/>
          <p:nvPr/>
        </p:nvGrpSpPr>
        <p:grpSpPr>
          <a:xfrm>
            <a:off x="570621" y="1566940"/>
            <a:ext cx="457200" cy="457200"/>
            <a:chOff x="7168032" y="3421717"/>
            <a:chExt cx="392794" cy="392794"/>
          </a:xfrm>
          <a:solidFill>
            <a:schemeClr val="bg1"/>
          </a:solidFill>
        </p:grpSpPr>
        <p:sp>
          <p:nvSpPr>
            <p:cNvPr id="11" name="Freeform 132">
              <a:extLst>
                <a:ext uri="{FF2B5EF4-FFF2-40B4-BE49-F238E27FC236}">
                  <a16:creationId xmlns:a16="http://schemas.microsoft.com/office/drawing/2014/main" id="{9F70AAF2-EE4A-D81A-4CDD-61F92CF17635}"/>
                </a:ext>
              </a:extLst>
            </p:cNvPr>
            <p:cNvSpPr>
              <a:spLocks/>
            </p:cNvSpPr>
            <p:nvPr/>
          </p:nvSpPr>
          <p:spPr bwMode="auto">
            <a:xfrm>
              <a:off x="7454067" y="3447903"/>
              <a:ext cx="89638" cy="79566"/>
            </a:xfrm>
            <a:custGeom>
              <a:avLst/>
              <a:gdLst>
                <a:gd name="T0" fmla="*/ 10 w 60"/>
                <a:gd name="T1" fmla="*/ 53 h 53"/>
                <a:gd name="T2" fmla="*/ 4 w 60"/>
                <a:gd name="T3" fmla="*/ 48 h 53"/>
                <a:gd name="T4" fmla="*/ 0 w 60"/>
                <a:gd name="T5" fmla="*/ 7 h 53"/>
                <a:gd name="T6" fmla="*/ 2 w 60"/>
                <a:gd name="T7" fmla="*/ 2 h 53"/>
                <a:gd name="T8" fmla="*/ 7 w 60"/>
                <a:gd name="T9" fmla="*/ 1 h 53"/>
                <a:gd name="T10" fmla="*/ 54 w 60"/>
                <a:gd name="T11" fmla="*/ 10 h 53"/>
                <a:gd name="T12" fmla="*/ 59 w 60"/>
                <a:gd name="T13" fmla="*/ 17 h 53"/>
                <a:gd name="T14" fmla="*/ 52 w 60"/>
                <a:gd name="T15" fmla="*/ 22 h 53"/>
                <a:gd name="T16" fmla="*/ 13 w 60"/>
                <a:gd name="T17" fmla="*/ 14 h 53"/>
                <a:gd name="T18" fmla="*/ 16 w 60"/>
                <a:gd name="T19" fmla="*/ 46 h 53"/>
                <a:gd name="T20" fmla="*/ 10 w 60"/>
                <a:gd name="T21" fmla="*/ 53 h 53"/>
                <a:gd name="T22" fmla="*/ 10 w 60"/>
                <a:gd name="T2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0" h="53">
                  <a:moveTo>
                    <a:pt x="10" y="53"/>
                  </a:moveTo>
                  <a:cubicBezTo>
                    <a:pt x="7" y="53"/>
                    <a:pt x="4" y="51"/>
                    <a:pt x="4" y="48"/>
                  </a:cubicBezTo>
                  <a:cubicBezTo>
                    <a:pt x="0" y="7"/>
                    <a:pt x="0" y="7"/>
                    <a:pt x="0" y="7"/>
                  </a:cubicBezTo>
                  <a:cubicBezTo>
                    <a:pt x="0" y="5"/>
                    <a:pt x="1" y="3"/>
                    <a:pt x="2" y="2"/>
                  </a:cubicBezTo>
                  <a:cubicBezTo>
                    <a:pt x="3" y="1"/>
                    <a:pt x="5" y="0"/>
                    <a:pt x="7" y="1"/>
                  </a:cubicBezTo>
                  <a:cubicBezTo>
                    <a:pt x="54" y="10"/>
                    <a:pt x="54" y="10"/>
                    <a:pt x="54" y="10"/>
                  </a:cubicBezTo>
                  <a:cubicBezTo>
                    <a:pt x="58" y="11"/>
                    <a:pt x="60" y="14"/>
                    <a:pt x="59" y="17"/>
                  </a:cubicBezTo>
                  <a:cubicBezTo>
                    <a:pt x="58" y="20"/>
                    <a:pt x="55" y="22"/>
                    <a:pt x="52" y="22"/>
                  </a:cubicBezTo>
                  <a:cubicBezTo>
                    <a:pt x="13" y="14"/>
                    <a:pt x="13" y="14"/>
                    <a:pt x="13" y="14"/>
                  </a:cubicBezTo>
                  <a:cubicBezTo>
                    <a:pt x="16" y="46"/>
                    <a:pt x="16" y="46"/>
                    <a:pt x="16" y="46"/>
                  </a:cubicBezTo>
                  <a:cubicBezTo>
                    <a:pt x="16" y="50"/>
                    <a:pt x="14" y="53"/>
                    <a:pt x="10" y="53"/>
                  </a:cubicBezTo>
                  <a:cubicBezTo>
                    <a:pt x="10" y="53"/>
                    <a:pt x="10" y="53"/>
                    <a:pt x="10" y="53"/>
                  </a:cubicBezTo>
                  <a:close/>
                </a:path>
              </a:pathLst>
            </a:custGeom>
            <a:grpFill/>
            <a:ln w="63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450073"/>
                </a:solidFill>
                <a:effectLst/>
                <a:uLnTx/>
                <a:uFillTx/>
                <a:latin typeface="Graphik"/>
                <a:ea typeface="+mn-ea"/>
                <a:cs typeface="Arial" charset="0"/>
              </a:endParaRPr>
            </a:p>
          </p:txBody>
        </p:sp>
        <p:sp>
          <p:nvSpPr>
            <p:cNvPr id="12" name="Freeform 133">
              <a:extLst>
                <a:ext uri="{FF2B5EF4-FFF2-40B4-BE49-F238E27FC236}">
                  <a16:creationId xmlns:a16="http://schemas.microsoft.com/office/drawing/2014/main" id="{B191C5AB-BF5F-0BEE-5A00-3B05B061305C}"/>
                </a:ext>
              </a:extLst>
            </p:cNvPr>
            <p:cNvSpPr>
              <a:spLocks/>
            </p:cNvSpPr>
            <p:nvPr/>
          </p:nvSpPr>
          <p:spPr bwMode="auto">
            <a:xfrm>
              <a:off x="7175082" y="3707752"/>
              <a:ext cx="98702" cy="78559"/>
            </a:xfrm>
            <a:custGeom>
              <a:avLst/>
              <a:gdLst>
                <a:gd name="T0" fmla="*/ 60 w 66"/>
                <a:gd name="T1" fmla="*/ 53 h 53"/>
                <a:gd name="T2" fmla="*/ 59 w 66"/>
                <a:gd name="T3" fmla="*/ 53 h 53"/>
                <a:gd name="T4" fmla="*/ 5 w 66"/>
                <a:gd name="T5" fmla="*/ 41 h 53"/>
                <a:gd name="T6" fmla="*/ 1 w 66"/>
                <a:gd name="T7" fmla="*/ 34 h 53"/>
                <a:gd name="T8" fmla="*/ 8 w 66"/>
                <a:gd name="T9" fmla="*/ 30 h 53"/>
                <a:gd name="T10" fmla="*/ 53 w 66"/>
                <a:gd name="T11" fmla="*/ 39 h 53"/>
                <a:gd name="T12" fmla="*/ 50 w 66"/>
                <a:gd name="T13" fmla="*/ 7 h 53"/>
                <a:gd name="T14" fmla="*/ 55 w 66"/>
                <a:gd name="T15" fmla="*/ 0 h 53"/>
                <a:gd name="T16" fmla="*/ 62 w 66"/>
                <a:gd name="T17" fmla="*/ 6 h 53"/>
                <a:gd name="T18" fmla="*/ 66 w 66"/>
                <a:gd name="T19" fmla="*/ 46 h 53"/>
                <a:gd name="T20" fmla="*/ 64 w 66"/>
                <a:gd name="T21" fmla="*/ 51 h 53"/>
                <a:gd name="T22" fmla="*/ 60 w 66"/>
                <a:gd name="T2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53">
                  <a:moveTo>
                    <a:pt x="60" y="53"/>
                  </a:moveTo>
                  <a:cubicBezTo>
                    <a:pt x="60" y="53"/>
                    <a:pt x="59" y="53"/>
                    <a:pt x="59" y="53"/>
                  </a:cubicBezTo>
                  <a:cubicBezTo>
                    <a:pt x="5" y="41"/>
                    <a:pt x="5" y="41"/>
                    <a:pt x="5" y="41"/>
                  </a:cubicBezTo>
                  <a:cubicBezTo>
                    <a:pt x="2" y="41"/>
                    <a:pt x="0" y="38"/>
                    <a:pt x="1" y="34"/>
                  </a:cubicBezTo>
                  <a:cubicBezTo>
                    <a:pt x="2" y="31"/>
                    <a:pt x="5" y="29"/>
                    <a:pt x="8" y="30"/>
                  </a:cubicBezTo>
                  <a:cubicBezTo>
                    <a:pt x="53" y="39"/>
                    <a:pt x="53" y="39"/>
                    <a:pt x="53" y="39"/>
                  </a:cubicBezTo>
                  <a:cubicBezTo>
                    <a:pt x="50" y="7"/>
                    <a:pt x="50" y="7"/>
                    <a:pt x="50" y="7"/>
                  </a:cubicBezTo>
                  <a:cubicBezTo>
                    <a:pt x="50" y="4"/>
                    <a:pt x="52" y="1"/>
                    <a:pt x="55" y="0"/>
                  </a:cubicBezTo>
                  <a:cubicBezTo>
                    <a:pt x="59" y="0"/>
                    <a:pt x="62" y="2"/>
                    <a:pt x="62" y="6"/>
                  </a:cubicBezTo>
                  <a:cubicBezTo>
                    <a:pt x="66" y="46"/>
                    <a:pt x="66" y="46"/>
                    <a:pt x="66" y="46"/>
                  </a:cubicBezTo>
                  <a:cubicBezTo>
                    <a:pt x="66" y="48"/>
                    <a:pt x="66" y="50"/>
                    <a:pt x="64" y="51"/>
                  </a:cubicBezTo>
                  <a:cubicBezTo>
                    <a:pt x="63" y="52"/>
                    <a:pt x="62" y="53"/>
                    <a:pt x="60" y="53"/>
                  </a:cubicBezTo>
                  <a:close/>
                </a:path>
              </a:pathLst>
            </a:custGeom>
            <a:grpFill/>
            <a:ln w="63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450073"/>
                </a:solidFill>
                <a:effectLst/>
                <a:uLnTx/>
                <a:uFillTx/>
                <a:latin typeface="Graphik"/>
                <a:ea typeface="+mn-ea"/>
                <a:cs typeface="Arial" charset="0"/>
              </a:endParaRPr>
            </a:p>
          </p:txBody>
        </p:sp>
        <p:sp>
          <p:nvSpPr>
            <p:cNvPr id="14" name="Freeform 134">
              <a:extLst>
                <a:ext uri="{FF2B5EF4-FFF2-40B4-BE49-F238E27FC236}">
                  <a16:creationId xmlns:a16="http://schemas.microsoft.com/office/drawing/2014/main" id="{8D9F8A73-402F-B0DB-0B67-C0BF2AC3F2AE}"/>
                </a:ext>
              </a:extLst>
            </p:cNvPr>
            <p:cNvSpPr>
              <a:spLocks/>
            </p:cNvSpPr>
            <p:nvPr/>
          </p:nvSpPr>
          <p:spPr bwMode="auto">
            <a:xfrm>
              <a:off x="7314071" y="3447903"/>
              <a:ext cx="246755" cy="366608"/>
            </a:xfrm>
            <a:custGeom>
              <a:avLst/>
              <a:gdLst>
                <a:gd name="T0" fmla="*/ 34 w 166"/>
                <a:gd name="T1" fmla="*/ 246 h 246"/>
                <a:gd name="T2" fmla="*/ 5 w 166"/>
                <a:gd name="T3" fmla="*/ 243 h 246"/>
                <a:gd name="T4" fmla="*/ 1 w 166"/>
                <a:gd name="T5" fmla="*/ 235 h 246"/>
                <a:gd name="T6" fmla="*/ 8 w 166"/>
                <a:gd name="T7" fmla="*/ 231 h 246"/>
                <a:gd name="T8" fmla="*/ 34 w 166"/>
                <a:gd name="T9" fmla="*/ 234 h 246"/>
                <a:gd name="T10" fmla="*/ 154 w 166"/>
                <a:gd name="T11" fmla="*/ 114 h 246"/>
                <a:gd name="T12" fmla="*/ 97 w 166"/>
                <a:gd name="T13" fmla="*/ 12 h 246"/>
                <a:gd name="T14" fmla="*/ 95 w 166"/>
                <a:gd name="T15" fmla="*/ 3 h 246"/>
                <a:gd name="T16" fmla="*/ 103 w 166"/>
                <a:gd name="T17" fmla="*/ 1 h 246"/>
                <a:gd name="T18" fmla="*/ 166 w 166"/>
                <a:gd name="T19" fmla="*/ 114 h 246"/>
                <a:gd name="T20" fmla="*/ 34 w 166"/>
                <a:gd name="T21" fmla="*/ 246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6" h="246">
                  <a:moveTo>
                    <a:pt x="34" y="246"/>
                  </a:moveTo>
                  <a:cubicBezTo>
                    <a:pt x="24" y="246"/>
                    <a:pt x="15" y="245"/>
                    <a:pt x="5" y="243"/>
                  </a:cubicBezTo>
                  <a:cubicBezTo>
                    <a:pt x="2" y="242"/>
                    <a:pt x="0" y="239"/>
                    <a:pt x="1" y="235"/>
                  </a:cubicBezTo>
                  <a:cubicBezTo>
                    <a:pt x="2" y="232"/>
                    <a:pt x="5" y="230"/>
                    <a:pt x="8" y="231"/>
                  </a:cubicBezTo>
                  <a:cubicBezTo>
                    <a:pt x="16" y="233"/>
                    <a:pt x="25" y="234"/>
                    <a:pt x="34" y="234"/>
                  </a:cubicBezTo>
                  <a:cubicBezTo>
                    <a:pt x="100" y="234"/>
                    <a:pt x="154" y="180"/>
                    <a:pt x="154" y="114"/>
                  </a:cubicBezTo>
                  <a:cubicBezTo>
                    <a:pt x="154" y="72"/>
                    <a:pt x="132" y="34"/>
                    <a:pt x="97" y="12"/>
                  </a:cubicBezTo>
                  <a:cubicBezTo>
                    <a:pt x="94" y="10"/>
                    <a:pt x="93" y="6"/>
                    <a:pt x="95" y="3"/>
                  </a:cubicBezTo>
                  <a:cubicBezTo>
                    <a:pt x="97" y="1"/>
                    <a:pt x="100" y="0"/>
                    <a:pt x="103" y="1"/>
                  </a:cubicBezTo>
                  <a:cubicBezTo>
                    <a:pt x="142" y="26"/>
                    <a:pt x="166" y="68"/>
                    <a:pt x="166" y="114"/>
                  </a:cubicBezTo>
                  <a:cubicBezTo>
                    <a:pt x="166" y="186"/>
                    <a:pt x="106" y="246"/>
                    <a:pt x="34" y="246"/>
                  </a:cubicBezTo>
                  <a:close/>
                </a:path>
              </a:pathLst>
            </a:custGeom>
            <a:grpFill/>
            <a:ln w="63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450073"/>
                </a:solidFill>
                <a:effectLst/>
                <a:uLnTx/>
                <a:uFillTx/>
                <a:latin typeface="Graphik"/>
                <a:ea typeface="+mn-ea"/>
                <a:cs typeface="Arial" charset="0"/>
              </a:endParaRPr>
            </a:p>
          </p:txBody>
        </p:sp>
        <p:sp>
          <p:nvSpPr>
            <p:cNvPr id="15" name="Freeform 135">
              <a:extLst>
                <a:ext uri="{FF2B5EF4-FFF2-40B4-BE49-F238E27FC236}">
                  <a16:creationId xmlns:a16="http://schemas.microsoft.com/office/drawing/2014/main" id="{391143F6-AC17-389D-1DD3-60D88A5F1026}"/>
                </a:ext>
              </a:extLst>
            </p:cNvPr>
            <p:cNvSpPr>
              <a:spLocks/>
            </p:cNvSpPr>
            <p:nvPr/>
          </p:nvSpPr>
          <p:spPr bwMode="auto">
            <a:xfrm>
              <a:off x="7168032" y="3421717"/>
              <a:ext cx="245748" cy="364593"/>
            </a:xfrm>
            <a:custGeom>
              <a:avLst/>
              <a:gdLst>
                <a:gd name="T0" fmla="*/ 65 w 165"/>
                <a:gd name="T1" fmla="*/ 245 h 245"/>
                <a:gd name="T2" fmla="*/ 62 w 165"/>
                <a:gd name="T3" fmla="*/ 244 h 245"/>
                <a:gd name="T4" fmla="*/ 0 w 165"/>
                <a:gd name="T5" fmla="*/ 132 h 245"/>
                <a:gd name="T6" fmla="*/ 132 w 165"/>
                <a:gd name="T7" fmla="*/ 0 h 245"/>
                <a:gd name="T8" fmla="*/ 160 w 165"/>
                <a:gd name="T9" fmla="*/ 3 h 245"/>
                <a:gd name="T10" fmla="*/ 164 w 165"/>
                <a:gd name="T11" fmla="*/ 10 h 245"/>
                <a:gd name="T12" fmla="*/ 157 w 165"/>
                <a:gd name="T13" fmla="*/ 14 h 245"/>
                <a:gd name="T14" fmla="*/ 132 w 165"/>
                <a:gd name="T15" fmla="*/ 12 h 245"/>
                <a:gd name="T16" fmla="*/ 12 w 165"/>
                <a:gd name="T17" fmla="*/ 132 h 245"/>
                <a:gd name="T18" fmla="*/ 68 w 165"/>
                <a:gd name="T19" fmla="*/ 234 h 245"/>
                <a:gd name="T20" fmla="*/ 70 w 165"/>
                <a:gd name="T21" fmla="*/ 242 h 245"/>
                <a:gd name="T22" fmla="*/ 65 w 165"/>
                <a:gd name="T23" fmla="*/ 245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5" h="245">
                  <a:moveTo>
                    <a:pt x="65" y="245"/>
                  </a:moveTo>
                  <a:cubicBezTo>
                    <a:pt x="64" y="245"/>
                    <a:pt x="63" y="244"/>
                    <a:pt x="62" y="244"/>
                  </a:cubicBezTo>
                  <a:cubicBezTo>
                    <a:pt x="23" y="220"/>
                    <a:pt x="0" y="178"/>
                    <a:pt x="0" y="132"/>
                  </a:cubicBezTo>
                  <a:cubicBezTo>
                    <a:pt x="0" y="59"/>
                    <a:pt x="59" y="0"/>
                    <a:pt x="132" y="0"/>
                  </a:cubicBezTo>
                  <a:cubicBezTo>
                    <a:pt x="141" y="0"/>
                    <a:pt x="150" y="1"/>
                    <a:pt x="160" y="3"/>
                  </a:cubicBezTo>
                  <a:cubicBezTo>
                    <a:pt x="163" y="3"/>
                    <a:pt x="165" y="6"/>
                    <a:pt x="164" y="10"/>
                  </a:cubicBezTo>
                  <a:cubicBezTo>
                    <a:pt x="163" y="13"/>
                    <a:pt x="160" y="15"/>
                    <a:pt x="157" y="14"/>
                  </a:cubicBezTo>
                  <a:cubicBezTo>
                    <a:pt x="149" y="13"/>
                    <a:pt x="140" y="12"/>
                    <a:pt x="132" y="12"/>
                  </a:cubicBezTo>
                  <a:cubicBezTo>
                    <a:pt x="65" y="12"/>
                    <a:pt x="12" y="65"/>
                    <a:pt x="12" y="132"/>
                  </a:cubicBezTo>
                  <a:cubicBezTo>
                    <a:pt x="12" y="173"/>
                    <a:pt x="33" y="212"/>
                    <a:pt x="68" y="234"/>
                  </a:cubicBezTo>
                  <a:cubicBezTo>
                    <a:pt x="71" y="235"/>
                    <a:pt x="72" y="239"/>
                    <a:pt x="70" y="242"/>
                  </a:cubicBezTo>
                  <a:cubicBezTo>
                    <a:pt x="69" y="244"/>
                    <a:pt x="67" y="245"/>
                    <a:pt x="65" y="245"/>
                  </a:cubicBezTo>
                  <a:close/>
                </a:path>
              </a:pathLst>
            </a:custGeom>
            <a:grpFill/>
            <a:ln w="63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450073"/>
                </a:solidFill>
                <a:effectLst/>
                <a:uLnTx/>
                <a:uFillTx/>
                <a:latin typeface="Graphik"/>
                <a:ea typeface="+mn-ea"/>
                <a:cs typeface="Arial" charset="0"/>
              </a:endParaRPr>
            </a:p>
          </p:txBody>
        </p:sp>
      </p:grpSp>
      <p:sp>
        <p:nvSpPr>
          <p:cNvPr id="18" name="Content Placeholder 3">
            <a:extLst>
              <a:ext uri="{FF2B5EF4-FFF2-40B4-BE49-F238E27FC236}">
                <a16:creationId xmlns:a16="http://schemas.microsoft.com/office/drawing/2014/main" id="{5AB16856-351D-8AF4-062B-A5452DE40098}"/>
              </a:ext>
            </a:extLst>
          </p:cNvPr>
          <p:cNvSpPr txBox="1">
            <a:spLocks/>
          </p:cNvSpPr>
          <p:nvPr/>
        </p:nvSpPr>
        <p:spPr>
          <a:xfrm>
            <a:off x="4294239" y="2195531"/>
            <a:ext cx="3561143" cy="3868385"/>
          </a:xfrm>
          <a:prstGeom prst="rect">
            <a:avLst/>
          </a:prstGeom>
          <a:solidFill>
            <a:schemeClr val="bg1">
              <a:lumMod val="95000"/>
              <a:alpha val="40000"/>
            </a:schemeClr>
          </a:solid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l" defTabSz="228463" rtl="0" eaLnBrk="1" fontAlgn="auto" latinLnBrk="0" hangingPunct="1">
              <a:lnSpc>
                <a:spcPct val="100000"/>
              </a:lnSpc>
              <a:spcBef>
                <a:spcPct val="0"/>
              </a:spcBef>
              <a:spcAft>
                <a:spcPct val="0"/>
              </a:spcAft>
              <a:buClrTx/>
              <a:buSzTx/>
              <a:buFontTx/>
              <a:buNone/>
              <a:tabLst/>
              <a:defRPr/>
            </a:pPr>
            <a:endParaRPr kumimoji="0" lang="pl-PL" sz="1399" b="0" i="0" u="none" strike="noStrike" kern="1200" cap="none" spc="0" normalizeH="0" baseline="0" noProof="0">
              <a:ln>
                <a:noFill/>
              </a:ln>
              <a:solidFill>
                <a:srgbClr val="000000"/>
              </a:solidFill>
              <a:effectLst/>
              <a:uLnTx/>
              <a:uFillTx/>
              <a:latin typeface="Graphik"/>
              <a:ea typeface="+mn-ea"/>
              <a:cs typeface="Arial" charset="0"/>
            </a:endParaRPr>
          </a:p>
        </p:txBody>
      </p:sp>
      <p:sp>
        <p:nvSpPr>
          <p:cNvPr id="31" name="Content Placeholder 3">
            <a:extLst>
              <a:ext uri="{FF2B5EF4-FFF2-40B4-BE49-F238E27FC236}">
                <a16:creationId xmlns:a16="http://schemas.microsoft.com/office/drawing/2014/main" id="{ECBEE3C5-CC36-958D-61D9-F0203E368BB9}"/>
              </a:ext>
            </a:extLst>
          </p:cNvPr>
          <p:cNvSpPr txBox="1">
            <a:spLocks/>
          </p:cNvSpPr>
          <p:nvPr/>
        </p:nvSpPr>
        <p:spPr>
          <a:xfrm>
            <a:off x="8204491" y="2195531"/>
            <a:ext cx="3561143" cy="3868385"/>
          </a:xfrm>
          <a:prstGeom prst="rect">
            <a:avLst/>
          </a:prstGeom>
          <a:solidFill>
            <a:schemeClr val="bg1">
              <a:lumMod val="95000"/>
              <a:alpha val="40000"/>
            </a:schemeClr>
          </a:solid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l" defTabSz="228463" rtl="0" eaLnBrk="1" fontAlgn="auto" latinLnBrk="0" hangingPunct="1">
              <a:lnSpc>
                <a:spcPct val="100000"/>
              </a:lnSpc>
              <a:spcBef>
                <a:spcPct val="0"/>
              </a:spcBef>
              <a:spcAft>
                <a:spcPct val="0"/>
              </a:spcAft>
              <a:buClrTx/>
              <a:buSzTx/>
              <a:buFontTx/>
              <a:buNone/>
              <a:tabLst/>
              <a:defRPr/>
            </a:pPr>
            <a:endParaRPr kumimoji="0" lang="pl-PL" sz="1399" b="0" i="0" u="none" strike="noStrike" kern="1200" cap="none" spc="0" normalizeH="0" baseline="0" noProof="0">
              <a:ln>
                <a:noFill/>
              </a:ln>
              <a:solidFill>
                <a:srgbClr val="000000"/>
              </a:solidFill>
              <a:effectLst/>
              <a:uLnTx/>
              <a:uFillTx/>
              <a:latin typeface="Graphik"/>
              <a:ea typeface="+mn-ea"/>
              <a:cs typeface="Arial" charset="0"/>
            </a:endParaRPr>
          </a:p>
        </p:txBody>
      </p:sp>
      <p:sp>
        <p:nvSpPr>
          <p:cNvPr id="6" name="Content Placeholder 3">
            <a:extLst>
              <a:ext uri="{FF2B5EF4-FFF2-40B4-BE49-F238E27FC236}">
                <a16:creationId xmlns:a16="http://schemas.microsoft.com/office/drawing/2014/main" id="{3F5E7E73-6092-4A4C-04BD-DA3098F96D97}"/>
              </a:ext>
            </a:extLst>
          </p:cNvPr>
          <p:cNvSpPr txBox="1">
            <a:spLocks/>
          </p:cNvSpPr>
          <p:nvPr/>
        </p:nvSpPr>
        <p:spPr>
          <a:xfrm>
            <a:off x="381000" y="2467928"/>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algn="l" defTabSz="228463" rtl="0" eaLnBrk="1" fontAlgn="auto" latinLnBrk="0" hangingPunct="1">
              <a:lnSpc>
                <a:spcPct val="100000"/>
              </a:lnSpc>
              <a:spcBef>
                <a:spcPct val="0"/>
              </a:spcBef>
              <a:spcAft>
                <a:spcPts val="1200"/>
              </a:spcAft>
              <a:buClrTx/>
              <a:buSzTx/>
              <a:buFont typeface="Arial" panose="020B0604020202020204" pitchFamily="34" charset="0"/>
              <a:buChar char="•"/>
              <a:tabLst/>
              <a:defRPr sz="1100">
                <a:solidFill>
                  <a:srgbClr val="1A1F36"/>
                </a:solidFill>
                <a:latin typeface="Malgun Gothic"/>
              </a:defRPr>
            </a:pPr>
            <a:r>
              <a:t>AI·데이터 기반 교육정책 지원 필요성 증대</a:t>
            </a:r>
          </a:p>
        </p:txBody>
      </p:sp>
      <p:sp>
        <p:nvSpPr>
          <p:cNvPr id="7" name="Content Placeholder 3">
            <a:extLst>
              <a:ext uri="{FF2B5EF4-FFF2-40B4-BE49-F238E27FC236}">
                <a16:creationId xmlns:a16="http://schemas.microsoft.com/office/drawing/2014/main" id="{9D2709E1-2107-A3AC-B823-28A97D417D8A}"/>
              </a:ext>
            </a:extLst>
          </p:cNvPr>
          <p:cNvSpPr txBox="1">
            <a:spLocks/>
          </p:cNvSpPr>
          <p:nvPr/>
        </p:nvSpPr>
        <p:spPr>
          <a:xfrm>
            <a:off x="381000" y="3555603"/>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171450" marR="0" lvl="1" indent="-171450" defTabSz="228463" fontAlgn="auto">
              <a:lnSpc>
                <a:spcPct val="100000"/>
              </a:lnSpc>
              <a:spcBef>
                <a:spcPct val="0"/>
              </a:spcBef>
              <a:spcAft>
                <a:spcPts val="1200"/>
              </a:spcAft>
              <a:buClrTx/>
              <a:buSzTx/>
              <a:buFont typeface="Arial" panose="020B0604020202020204" pitchFamily="34" charset="0"/>
              <a:buChar char="•"/>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defRPr sz="1100">
                <a:solidFill>
                  <a:srgbClr val="1A1F36"/>
                </a:solidFill>
                <a:latin typeface="Malgun Gothic"/>
              </a:defRPr>
            </a:pPr>
            <a:r>
              <a:t>생성형 AI·클라우드 협업으로 업무 혁신 가속</a:t>
            </a:r>
          </a:p>
        </p:txBody>
      </p:sp>
      <p:sp>
        <p:nvSpPr>
          <p:cNvPr id="8" name="Content Placeholder 3">
            <a:extLst>
              <a:ext uri="{FF2B5EF4-FFF2-40B4-BE49-F238E27FC236}">
                <a16:creationId xmlns:a16="http://schemas.microsoft.com/office/drawing/2014/main" id="{CD1C5B6A-938D-EF33-8086-C8410FF4AC79}"/>
              </a:ext>
            </a:extLst>
          </p:cNvPr>
          <p:cNvSpPr txBox="1">
            <a:spLocks/>
          </p:cNvSpPr>
          <p:nvPr/>
        </p:nvSpPr>
        <p:spPr>
          <a:xfrm>
            <a:off x="381000" y="4643278"/>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171450" marR="0" lvl="1" indent="-171450" defTabSz="228463" fontAlgn="auto">
              <a:lnSpc>
                <a:spcPct val="100000"/>
              </a:lnSpc>
              <a:spcBef>
                <a:spcPct val="0"/>
              </a:spcBef>
              <a:spcAft>
                <a:spcPts val="1200"/>
              </a:spcAft>
              <a:buClrTx/>
              <a:buSzTx/>
              <a:buFont typeface="Arial" panose="020B0604020202020204" pitchFamily="34" charset="0"/>
              <a:buChar char="•"/>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defRPr sz="1100">
                <a:solidFill>
                  <a:srgbClr val="1A1F36"/>
                </a:solidFill>
                <a:latin typeface="Malgun Gothic"/>
              </a:defRPr>
            </a:pPr>
            <a:r>
              <a:t>교육공동체 맞춤형 서비스 요구 급증</a:t>
            </a:r>
          </a:p>
        </p:txBody>
      </p:sp>
      <p:sp>
        <p:nvSpPr>
          <p:cNvPr id="19" name="Content Placeholder 3">
            <a:extLst>
              <a:ext uri="{FF2B5EF4-FFF2-40B4-BE49-F238E27FC236}">
                <a16:creationId xmlns:a16="http://schemas.microsoft.com/office/drawing/2014/main" id="{ED2A594E-AB94-F456-18C1-5F980FB968E7}"/>
              </a:ext>
            </a:extLst>
          </p:cNvPr>
          <p:cNvSpPr txBox="1">
            <a:spLocks/>
          </p:cNvSpPr>
          <p:nvPr/>
        </p:nvSpPr>
        <p:spPr>
          <a:xfrm>
            <a:off x="4294239" y="2467928"/>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lvl="1" indent="-171450">
              <a:spcAft>
                <a:spcPts val="1200"/>
              </a:spcAft>
              <a:buFont typeface="Arial" panose="020B0604020202020204" pitchFamily="34" charset="0"/>
              <a:buChar char="•"/>
              <a:defRPr sz="1100">
                <a:solidFill>
                  <a:srgbClr val="1A1F36"/>
                </a:solidFill>
                <a:latin typeface="Malgun Gothic"/>
              </a:defRPr>
            </a:pPr>
            <a:r>
              <a:t>통합 포털 구축 — 단일 접점 제공</a:t>
            </a:r>
          </a:p>
        </p:txBody>
      </p:sp>
      <p:sp>
        <p:nvSpPr>
          <p:cNvPr id="20" name="Content Placeholder 3">
            <a:extLst>
              <a:ext uri="{FF2B5EF4-FFF2-40B4-BE49-F238E27FC236}">
                <a16:creationId xmlns:a16="http://schemas.microsoft.com/office/drawing/2014/main" id="{72F8C543-1FB2-790D-CD96-798E3A0E6B0A}"/>
              </a:ext>
            </a:extLst>
          </p:cNvPr>
          <p:cNvSpPr txBox="1">
            <a:spLocks/>
          </p:cNvSpPr>
          <p:nvPr/>
        </p:nvSpPr>
        <p:spPr>
          <a:xfrm>
            <a:off x="4294239" y="3555603"/>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171450" marR="0" lvl="1" indent="-171450" defTabSz="228463" fontAlgn="auto">
              <a:lnSpc>
                <a:spcPct val="100000"/>
              </a:lnSpc>
              <a:spcBef>
                <a:spcPct val="0"/>
              </a:spcBef>
              <a:spcAft>
                <a:spcPts val="1200"/>
              </a:spcAft>
              <a:buClrTx/>
              <a:buSzTx/>
              <a:buFont typeface="Arial" panose="020B0604020202020204" pitchFamily="34" charset="0"/>
              <a:buChar char="•"/>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defRPr sz="1100">
                <a:solidFill>
                  <a:srgbClr val="1A1F36"/>
                </a:solidFill>
                <a:latin typeface="Malgun Gothic"/>
              </a:defRPr>
            </a:pPr>
            <a:r>
              <a:t>생성형 AI 서비스 제공 및 정확도 향상</a:t>
            </a:r>
          </a:p>
        </p:txBody>
      </p:sp>
      <p:sp>
        <p:nvSpPr>
          <p:cNvPr id="21" name="Content Placeholder 3">
            <a:extLst>
              <a:ext uri="{FF2B5EF4-FFF2-40B4-BE49-F238E27FC236}">
                <a16:creationId xmlns:a16="http://schemas.microsoft.com/office/drawing/2014/main" id="{94641D35-2E53-9FC6-7121-4E82752DF226}"/>
              </a:ext>
            </a:extLst>
          </p:cNvPr>
          <p:cNvSpPr txBox="1">
            <a:spLocks/>
          </p:cNvSpPr>
          <p:nvPr/>
        </p:nvSpPr>
        <p:spPr>
          <a:xfrm>
            <a:off x="4294239" y="4643278"/>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171450" marR="0" lvl="1" indent="-171450" defTabSz="228463" fontAlgn="auto">
              <a:lnSpc>
                <a:spcPct val="100000"/>
              </a:lnSpc>
              <a:spcBef>
                <a:spcPct val="0"/>
              </a:spcBef>
              <a:spcAft>
                <a:spcPts val="1200"/>
              </a:spcAft>
              <a:buClrTx/>
              <a:buSzTx/>
              <a:buFont typeface="Arial" panose="020B0604020202020204" pitchFamily="34" charset="0"/>
              <a:buChar char="•"/>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defRPr sz="1100">
                <a:solidFill>
                  <a:srgbClr val="1A1F36"/>
                </a:solidFill>
                <a:latin typeface="Malgun Gothic"/>
              </a:defRPr>
            </a:pPr>
            <a:r>
              <a:t>업무협업 효율성 극대화 및 비용 절감</a:t>
            </a:r>
          </a:p>
        </p:txBody>
      </p:sp>
      <p:sp>
        <p:nvSpPr>
          <p:cNvPr id="32" name="Content Placeholder 3">
            <a:extLst>
              <a:ext uri="{FF2B5EF4-FFF2-40B4-BE49-F238E27FC236}">
                <a16:creationId xmlns:a16="http://schemas.microsoft.com/office/drawing/2014/main" id="{FCE91C49-44C0-6955-9D35-A30E0B6347AF}"/>
              </a:ext>
            </a:extLst>
          </p:cNvPr>
          <p:cNvSpPr txBox="1">
            <a:spLocks/>
          </p:cNvSpPr>
          <p:nvPr/>
        </p:nvSpPr>
        <p:spPr>
          <a:xfrm>
            <a:off x="8204491" y="2467928"/>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lvl="1" indent="-171450">
              <a:spcAft>
                <a:spcPts val="1200"/>
              </a:spcAft>
              <a:buFont typeface="Arial" panose="020B0604020202020204" pitchFamily="34" charset="0"/>
              <a:buChar char="•"/>
              <a:defRPr sz="1100">
                <a:solidFill>
                  <a:srgbClr val="1A1F36"/>
                </a:solidFill>
                <a:latin typeface="Malgun Gothic"/>
              </a:defRPr>
            </a:pPr>
            <a:r>
              <a:t>교직원 업무 30% 경감 — AI 자동화</a:t>
            </a:r>
          </a:p>
        </p:txBody>
      </p:sp>
      <p:sp>
        <p:nvSpPr>
          <p:cNvPr id="33" name="Content Placeholder 3">
            <a:extLst>
              <a:ext uri="{FF2B5EF4-FFF2-40B4-BE49-F238E27FC236}">
                <a16:creationId xmlns:a16="http://schemas.microsoft.com/office/drawing/2014/main" id="{D26F5E6B-1F26-2061-38CB-1303B96BF21C}"/>
              </a:ext>
            </a:extLst>
          </p:cNvPr>
          <p:cNvSpPr txBox="1">
            <a:spLocks/>
          </p:cNvSpPr>
          <p:nvPr/>
        </p:nvSpPr>
        <p:spPr>
          <a:xfrm>
            <a:off x="8204491" y="3555603"/>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171450" marR="0" lvl="1" indent="-171450" defTabSz="228463" fontAlgn="auto">
              <a:lnSpc>
                <a:spcPct val="100000"/>
              </a:lnSpc>
              <a:spcBef>
                <a:spcPct val="0"/>
              </a:spcBef>
              <a:spcAft>
                <a:spcPts val="1200"/>
              </a:spcAft>
              <a:buClrTx/>
              <a:buSzTx/>
              <a:buFont typeface="Arial" panose="020B0604020202020204" pitchFamily="34" charset="0"/>
              <a:buChar char="•"/>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defRPr sz="1100">
                <a:solidFill>
                  <a:srgbClr val="1A1F36"/>
                </a:solidFill>
                <a:latin typeface="Malgun Gothic"/>
              </a:defRPr>
            </a:pPr>
            <a:r>
              <a:t>400만 사용자 동시접속 안정 지원</a:t>
            </a:r>
          </a:p>
        </p:txBody>
      </p:sp>
      <p:sp>
        <p:nvSpPr>
          <p:cNvPr id="34" name="Content Placeholder 3">
            <a:extLst>
              <a:ext uri="{FF2B5EF4-FFF2-40B4-BE49-F238E27FC236}">
                <a16:creationId xmlns:a16="http://schemas.microsoft.com/office/drawing/2014/main" id="{70EF52A3-F05F-4E3F-AA93-51BFABFAB01D}"/>
              </a:ext>
            </a:extLst>
          </p:cNvPr>
          <p:cNvSpPr txBox="1">
            <a:spLocks/>
          </p:cNvSpPr>
          <p:nvPr/>
        </p:nvSpPr>
        <p:spPr>
          <a:xfrm>
            <a:off x="8204491" y="4643278"/>
            <a:ext cx="3561143" cy="794878"/>
          </a:xfrm>
          <a:prstGeom prst="rect">
            <a:avLst/>
          </a:prstGeom>
          <a:noFill/>
        </p:spPr>
        <p:txBody>
          <a:bodyPr vert="horz" lIns="182880" tIns="91440" rIns="18288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171450" marR="0" lvl="1" indent="-171450" defTabSz="228463" fontAlgn="auto">
              <a:lnSpc>
                <a:spcPct val="100000"/>
              </a:lnSpc>
              <a:spcBef>
                <a:spcPct val="0"/>
              </a:spcBef>
              <a:spcAft>
                <a:spcPts val="1200"/>
              </a:spcAft>
              <a:buClrTx/>
              <a:buSzTx/>
              <a:buFont typeface="Arial" panose="020B0604020202020204" pitchFamily="34" charset="0"/>
              <a:buChar char="•"/>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defRPr sz="1100">
                <a:solidFill>
                  <a:srgbClr val="1A1F36"/>
                </a:solidFill>
                <a:latin typeface="Malgun Gothic"/>
              </a:defRPr>
            </a:pPr>
            <a:r>
              <a:t>데이터 연계·표준화로 미래 교육 기반 확보</a:t>
            </a:r>
          </a:p>
        </p:txBody>
      </p:sp>
      <p:sp>
        <p:nvSpPr>
          <p:cNvPr id="36" name="Rectangle: Top Corners Rounded 35">
            <a:extLst>
              <a:ext uri="{FF2B5EF4-FFF2-40B4-BE49-F238E27FC236}">
                <a16:creationId xmlns:a16="http://schemas.microsoft.com/office/drawing/2014/main" id="{EB59F5DB-1408-D2D1-B3BA-282D764EE0A1}"/>
              </a:ext>
            </a:extLst>
          </p:cNvPr>
          <p:cNvSpPr/>
          <p:nvPr/>
        </p:nvSpPr>
        <p:spPr>
          <a:xfrm>
            <a:off x="4306745" y="1393204"/>
            <a:ext cx="3548637" cy="804672"/>
          </a:xfrm>
          <a:prstGeom prst="round2SameRect">
            <a:avLst>
              <a:gd name="adj1" fmla="val 14248"/>
              <a:gd name="adj2" fmla="val 0"/>
            </a:avLst>
          </a:prstGeom>
          <a:gradFill flip="none" rotWithShape="1">
            <a:gsLst>
              <a:gs pos="0">
                <a:srgbClr val="A100FF">
                  <a:shade val="30000"/>
                  <a:satMod val="115000"/>
                </a:srgbClr>
              </a:gs>
              <a:gs pos="50000">
                <a:srgbClr val="A100FF">
                  <a:shade val="67500"/>
                  <a:satMod val="115000"/>
                </a:srgbClr>
              </a:gs>
              <a:gs pos="100000">
                <a:srgbClr val="A100FF">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37" name="Rectangle: Top Corners Rounded 36">
            <a:extLst>
              <a:ext uri="{FF2B5EF4-FFF2-40B4-BE49-F238E27FC236}">
                <a16:creationId xmlns:a16="http://schemas.microsoft.com/office/drawing/2014/main" id="{7AF4CC0C-FD88-FD00-B463-13C33B427721}"/>
              </a:ext>
            </a:extLst>
          </p:cNvPr>
          <p:cNvSpPr/>
          <p:nvPr/>
        </p:nvSpPr>
        <p:spPr>
          <a:xfrm>
            <a:off x="8230807" y="1393204"/>
            <a:ext cx="3534827" cy="804672"/>
          </a:xfrm>
          <a:prstGeom prst="round2SameRect">
            <a:avLst>
              <a:gd name="adj1" fmla="val 14248"/>
              <a:gd name="adj2" fmla="val 0"/>
            </a:avLst>
          </a:prstGeom>
          <a:gradFill flip="none" rotWithShape="1">
            <a:gsLst>
              <a:gs pos="0">
                <a:srgbClr val="7400C0">
                  <a:shade val="30000"/>
                  <a:satMod val="115000"/>
                </a:srgbClr>
              </a:gs>
              <a:gs pos="50000">
                <a:srgbClr val="7400C0">
                  <a:shade val="67500"/>
                  <a:satMod val="115000"/>
                </a:srgbClr>
              </a:gs>
              <a:gs pos="100000">
                <a:srgbClr val="7400C0">
                  <a:shade val="100000"/>
                  <a:satMod val="115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38" name="Content Placeholder 3">
            <a:extLst>
              <a:ext uri="{FF2B5EF4-FFF2-40B4-BE49-F238E27FC236}">
                <a16:creationId xmlns:a16="http://schemas.microsoft.com/office/drawing/2014/main" id="{2BC026E4-3D65-DB88-6835-89767A89E8F6}"/>
              </a:ext>
            </a:extLst>
          </p:cNvPr>
          <p:cNvSpPr txBox="1">
            <a:spLocks/>
          </p:cNvSpPr>
          <p:nvPr/>
        </p:nvSpPr>
        <p:spPr>
          <a:xfrm>
            <a:off x="5211303" y="1566940"/>
            <a:ext cx="2377440" cy="457200"/>
          </a:xfrm>
          <a:prstGeom prst="rect">
            <a:avLst/>
          </a:prstGeom>
          <a:noFill/>
          <a:ln w="9525" cap="flat" cmpd="sng" algn="ctr">
            <a:noFill/>
            <a:prstDash val="solid"/>
            <a:miter lim="800000"/>
            <a:tailEnd type="oval"/>
          </a:ln>
          <a:effectLst/>
        </p:spPr>
        <p:txBody>
          <a:bodyPr vert="horz" lIns="91440" tIns="91440" rIns="9144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1200"/>
              </a:spcAft>
              <a:buClrTx/>
              <a:buSzTx/>
              <a:buFontTx/>
              <a:buNone/>
              <a:tabLst/>
              <a:defRPr sz="1300" b="1">
                <a:latin typeface="Malgun Gothic"/>
              </a:defRPr>
            </a:pPr>
            <a:r>
              <a:t>사업 목표</a:t>
            </a:r>
          </a:p>
        </p:txBody>
      </p:sp>
      <p:sp>
        <p:nvSpPr>
          <p:cNvPr id="39" name="Content Placeholder 3">
            <a:extLst>
              <a:ext uri="{FF2B5EF4-FFF2-40B4-BE49-F238E27FC236}">
                <a16:creationId xmlns:a16="http://schemas.microsoft.com/office/drawing/2014/main" id="{57F7B6D0-7B81-C8AA-869B-63E3A52A2C22}"/>
              </a:ext>
            </a:extLst>
          </p:cNvPr>
          <p:cNvSpPr txBox="1">
            <a:spLocks/>
          </p:cNvSpPr>
          <p:nvPr/>
        </p:nvSpPr>
        <p:spPr>
          <a:xfrm>
            <a:off x="8995421" y="1566940"/>
            <a:ext cx="2377440" cy="457200"/>
          </a:xfrm>
          <a:prstGeom prst="rect">
            <a:avLst/>
          </a:prstGeom>
          <a:noFill/>
          <a:ln w="9525" cap="flat" cmpd="sng" algn="ctr">
            <a:noFill/>
            <a:prstDash val="solid"/>
            <a:miter lim="800000"/>
            <a:tailEnd type="oval"/>
          </a:ln>
          <a:effectLst/>
        </p:spPr>
        <p:txBody>
          <a:bodyPr vert="horz" lIns="91440" tIns="91440" rIns="91440" bIns="9144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1200"/>
              </a:spcAft>
              <a:buClrTx/>
              <a:buSzTx/>
              <a:buFontTx/>
              <a:buNone/>
              <a:tabLst/>
              <a:defRPr sz="1300" b="1">
                <a:latin typeface="Malgun Gothic"/>
              </a:defRPr>
            </a:pPr>
            <a:r>
              <a:t>기대 효과</a:t>
            </a:r>
          </a:p>
        </p:txBody>
      </p:sp>
      <p:grpSp>
        <p:nvGrpSpPr>
          <p:cNvPr id="40" name="Group 111">
            <a:extLst>
              <a:ext uri="{FF2B5EF4-FFF2-40B4-BE49-F238E27FC236}">
                <a16:creationId xmlns:a16="http://schemas.microsoft.com/office/drawing/2014/main" id="{2DF7FFFA-FFC9-3DE2-30DA-B71CD0307757}"/>
              </a:ext>
            </a:extLst>
          </p:cNvPr>
          <p:cNvGrpSpPr>
            <a:grpSpLocks noChangeAspect="1"/>
          </p:cNvGrpSpPr>
          <p:nvPr/>
        </p:nvGrpSpPr>
        <p:grpSpPr bwMode="auto">
          <a:xfrm>
            <a:off x="4530424" y="1566940"/>
            <a:ext cx="457201" cy="457200"/>
            <a:chOff x="493" y="1933"/>
            <a:chExt cx="432" cy="431"/>
          </a:xfrm>
          <a:solidFill>
            <a:srgbClr val="FFFFFF"/>
          </a:solidFill>
        </p:grpSpPr>
        <p:sp>
          <p:nvSpPr>
            <p:cNvPr id="41" name="Freeform 112">
              <a:extLst>
                <a:ext uri="{FF2B5EF4-FFF2-40B4-BE49-F238E27FC236}">
                  <a16:creationId xmlns:a16="http://schemas.microsoft.com/office/drawing/2014/main" id="{FB515029-19B3-E5E5-F091-2D4E362950BE}"/>
                </a:ext>
              </a:extLst>
            </p:cNvPr>
            <p:cNvSpPr>
              <a:spLocks noEditPoints="1"/>
            </p:cNvSpPr>
            <p:nvPr/>
          </p:nvSpPr>
          <p:spPr bwMode="auto">
            <a:xfrm>
              <a:off x="530" y="1933"/>
              <a:ext cx="147" cy="144"/>
            </a:xfrm>
            <a:custGeom>
              <a:avLst/>
              <a:gdLst>
                <a:gd name="T0" fmla="*/ 48 w 96"/>
                <a:gd name="T1" fmla="*/ 96 h 96"/>
                <a:gd name="T2" fmla="*/ 0 w 96"/>
                <a:gd name="T3" fmla="*/ 48 h 96"/>
                <a:gd name="T4" fmla="*/ 48 w 96"/>
                <a:gd name="T5" fmla="*/ 0 h 96"/>
                <a:gd name="T6" fmla="*/ 96 w 96"/>
                <a:gd name="T7" fmla="*/ 48 h 96"/>
                <a:gd name="T8" fmla="*/ 48 w 96"/>
                <a:gd name="T9" fmla="*/ 96 h 96"/>
                <a:gd name="T10" fmla="*/ 48 w 96"/>
                <a:gd name="T11" fmla="*/ 12 h 96"/>
                <a:gd name="T12" fmla="*/ 12 w 96"/>
                <a:gd name="T13" fmla="*/ 48 h 96"/>
                <a:gd name="T14" fmla="*/ 48 w 96"/>
                <a:gd name="T15" fmla="*/ 84 h 96"/>
                <a:gd name="T16" fmla="*/ 84 w 96"/>
                <a:gd name="T17" fmla="*/ 48 h 96"/>
                <a:gd name="T18" fmla="*/ 48 w 96"/>
                <a:gd name="T19" fmla="*/ 1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96"/>
                  </a:moveTo>
                  <a:cubicBezTo>
                    <a:pt x="21" y="96"/>
                    <a:pt x="0" y="75"/>
                    <a:pt x="0" y="48"/>
                  </a:cubicBezTo>
                  <a:cubicBezTo>
                    <a:pt x="0" y="22"/>
                    <a:pt x="21" y="0"/>
                    <a:pt x="48" y="0"/>
                  </a:cubicBezTo>
                  <a:cubicBezTo>
                    <a:pt x="74" y="0"/>
                    <a:pt x="96" y="22"/>
                    <a:pt x="96" y="48"/>
                  </a:cubicBezTo>
                  <a:cubicBezTo>
                    <a:pt x="96" y="75"/>
                    <a:pt x="74" y="96"/>
                    <a:pt x="48" y="96"/>
                  </a:cubicBezTo>
                  <a:close/>
                  <a:moveTo>
                    <a:pt x="48" y="12"/>
                  </a:moveTo>
                  <a:cubicBezTo>
                    <a:pt x="28" y="12"/>
                    <a:pt x="12" y="28"/>
                    <a:pt x="12" y="48"/>
                  </a:cubicBezTo>
                  <a:cubicBezTo>
                    <a:pt x="12" y="68"/>
                    <a:pt x="28" y="84"/>
                    <a:pt x="48" y="84"/>
                  </a:cubicBezTo>
                  <a:cubicBezTo>
                    <a:pt x="68" y="84"/>
                    <a:pt x="84" y="68"/>
                    <a:pt x="84" y="48"/>
                  </a:cubicBezTo>
                  <a:cubicBezTo>
                    <a:pt x="84" y="28"/>
                    <a:pt x="68" y="12"/>
                    <a:pt x="4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sp>
          <p:nvSpPr>
            <p:cNvPr id="42" name="Freeform 113">
              <a:extLst>
                <a:ext uri="{FF2B5EF4-FFF2-40B4-BE49-F238E27FC236}">
                  <a16:creationId xmlns:a16="http://schemas.microsoft.com/office/drawing/2014/main" id="{8A719280-B48E-2838-5542-628BE5027F72}"/>
                </a:ext>
              </a:extLst>
            </p:cNvPr>
            <p:cNvSpPr>
              <a:spLocks noEditPoints="1"/>
            </p:cNvSpPr>
            <p:nvPr/>
          </p:nvSpPr>
          <p:spPr bwMode="auto">
            <a:xfrm>
              <a:off x="493" y="2095"/>
              <a:ext cx="221" cy="269"/>
            </a:xfrm>
            <a:custGeom>
              <a:avLst/>
              <a:gdLst>
                <a:gd name="T0" fmla="*/ 96 w 144"/>
                <a:gd name="T1" fmla="*/ 180 h 180"/>
                <a:gd name="T2" fmla="*/ 48 w 144"/>
                <a:gd name="T3" fmla="*/ 180 h 180"/>
                <a:gd name="T4" fmla="*/ 42 w 144"/>
                <a:gd name="T5" fmla="*/ 174 h 180"/>
                <a:gd name="T6" fmla="*/ 42 w 144"/>
                <a:gd name="T7" fmla="*/ 99 h 180"/>
                <a:gd name="T8" fmla="*/ 0 w 144"/>
                <a:gd name="T9" fmla="*/ 6 h 180"/>
                <a:gd name="T10" fmla="*/ 6 w 144"/>
                <a:gd name="T11" fmla="*/ 0 h 180"/>
                <a:gd name="T12" fmla="*/ 138 w 144"/>
                <a:gd name="T13" fmla="*/ 0 h 180"/>
                <a:gd name="T14" fmla="*/ 144 w 144"/>
                <a:gd name="T15" fmla="*/ 6 h 180"/>
                <a:gd name="T16" fmla="*/ 102 w 144"/>
                <a:gd name="T17" fmla="*/ 99 h 180"/>
                <a:gd name="T18" fmla="*/ 102 w 144"/>
                <a:gd name="T19" fmla="*/ 174 h 180"/>
                <a:gd name="T20" fmla="*/ 96 w 144"/>
                <a:gd name="T21" fmla="*/ 180 h 180"/>
                <a:gd name="T22" fmla="*/ 54 w 144"/>
                <a:gd name="T23" fmla="*/ 168 h 180"/>
                <a:gd name="T24" fmla="*/ 90 w 144"/>
                <a:gd name="T25" fmla="*/ 168 h 180"/>
                <a:gd name="T26" fmla="*/ 90 w 144"/>
                <a:gd name="T27" fmla="*/ 96 h 180"/>
                <a:gd name="T28" fmla="*/ 93 w 144"/>
                <a:gd name="T29" fmla="*/ 91 h 180"/>
                <a:gd name="T30" fmla="*/ 132 w 144"/>
                <a:gd name="T31" fmla="*/ 12 h 180"/>
                <a:gd name="T32" fmla="*/ 12 w 144"/>
                <a:gd name="T33" fmla="*/ 12 h 180"/>
                <a:gd name="T34" fmla="*/ 51 w 144"/>
                <a:gd name="T35" fmla="*/ 91 h 180"/>
                <a:gd name="T36" fmla="*/ 54 w 144"/>
                <a:gd name="T37" fmla="*/ 96 h 180"/>
                <a:gd name="T38" fmla="*/ 54 w 144"/>
                <a:gd name="T39" fmla="*/ 168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4" h="180">
                  <a:moveTo>
                    <a:pt x="96" y="180"/>
                  </a:moveTo>
                  <a:cubicBezTo>
                    <a:pt x="48" y="180"/>
                    <a:pt x="48" y="180"/>
                    <a:pt x="48" y="180"/>
                  </a:cubicBezTo>
                  <a:cubicBezTo>
                    <a:pt x="45" y="180"/>
                    <a:pt x="42" y="177"/>
                    <a:pt x="42" y="174"/>
                  </a:cubicBezTo>
                  <a:cubicBezTo>
                    <a:pt x="42" y="99"/>
                    <a:pt x="42" y="99"/>
                    <a:pt x="42" y="99"/>
                  </a:cubicBezTo>
                  <a:cubicBezTo>
                    <a:pt x="15" y="82"/>
                    <a:pt x="0" y="49"/>
                    <a:pt x="0" y="6"/>
                  </a:cubicBezTo>
                  <a:cubicBezTo>
                    <a:pt x="0" y="3"/>
                    <a:pt x="3" y="0"/>
                    <a:pt x="6" y="0"/>
                  </a:cubicBezTo>
                  <a:cubicBezTo>
                    <a:pt x="138" y="0"/>
                    <a:pt x="138" y="0"/>
                    <a:pt x="138" y="0"/>
                  </a:cubicBezTo>
                  <a:cubicBezTo>
                    <a:pt x="141" y="0"/>
                    <a:pt x="144" y="3"/>
                    <a:pt x="144" y="6"/>
                  </a:cubicBezTo>
                  <a:cubicBezTo>
                    <a:pt x="144" y="49"/>
                    <a:pt x="129" y="82"/>
                    <a:pt x="102" y="99"/>
                  </a:cubicBezTo>
                  <a:cubicBezTo>
                    <a:pt x="102" y="174"/>
                    <a:pt x="102" y="174"/>
                    <a:pt x="102" y="174"/>
                  </a:cubicBezTo>
                  <a:cubicBezTo>
                    <a:pt x="102" y="177"/>
                    <a:pt x="99" y="180"/>
                    <a:pt x="96" y="180"/>
                  </a:cubicBezTo>
                  <a:close/>
                  <a:moveTo>
                    <a:pt x="54" y="168"/>
                  </a:moveTo>
                  <a:cubicBezTo>
                    <a:pt x="90" y="168"/>
                    <a:pt x="90" y="168"/>
                    <a:pt x="90" y="168"/>
                  </a:cubicBezTo>
                  <a:cubicBezTo>
                    <a:pt x="90" y="96"/>
                    <a:pt x="90" y="96"/>
                    <a:pt x="90" y="96"/>
                  </a:cubicBezTo>
                  <a:cubicBezTo>
                    <a:pt x="90" y="94"/>
                    <a:pt x="91" y="92"/>
                    <a:pt x="93" y="91"/>
                  </a:cubicBezTo>
                  <a:cubicBezTo>
                    <a:pt x="116" y="77"/>
                    <a:pt x="130" y="49"/>
                    <a:pt x="132" y="12"/>
                  </a:cubicBezTo>
                  <a:cubicBezTo>
                    <a:pt x="12" y="12"/>
                    <a:pt x="12" y="12"/>
                    <a:pt x="12" y="12"/>
                  </a:cubicBezTo>
                  <a:cubicBezTo>
                    <a:pt x="13" y="49"/>
                    <a:pt x="27" y="77"/>
                    <a:pt x="51" y="91"/>
                  </a:cubicBezTo>
                  <a:cubicBezTo>
                    <a:pt x="53" y="92"/>
                    <a:pt x="54" y="94"/>
                    <a:pt x="54" y="96"/>
                  </a:cubicBezTo>
                  <a:lnTo>
                    <a:pt x="54"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sp>
          <p:nvSpPr>
            <p:cNvPr id="43" name="Freeform 115">
              <a:extLst>
                <a:ext uri="{FF2B5EF4-FFF2-40B4-BE49-F238E27FC236}">
                  <a16:creationId xmlns:a16="http://schemas.microsoft.com/office/drawing/2014/main" id="{F55785AA-926C-7C5D-213C-A210BEF15D77}"/>
                </a:ext>
              </a:extLst>
            </p:cNvPr>
            <p:cNvSpPr>
              <a:spLocks/>
            </p:cNvSpPr>
            <p:nvPr/>
          </p:nvSpPr>
          <p:spPr bwMode="auto">
            <a:xfrm>
              <a:off x="712" y="1966"/>
              <a:ext cx="90" cy="87"/>
            </a:xfrm>
            <a:custGeom>
              <a:avLst/>
              <a:gdLst>
                <a:gd name="T0" fmla="*/ 52 w 59"/>
                <a:gd name="T1" fmla="*/ 58 h 58"/>
                <a:gd name="T2" fmla="*/ 48 w 59"/>
                <a:gd name="T3" fmla="*/ 57 h 58"/>
                <a:gd name="T4" fmla="*/ 2 w 59"/>
                <a:gd name="T5" fmla="*/ 11 h 58"/>
                <a:gd name="T6" fmla="*/ 2 w 59"/>
                <a:gd name="T7" fmla="*/ 2 h 58"/>
                <a:gd name="T8" fmla="*/ 11 w 59"/>
                <a:gd name="T9" fmla="*/ 2 h 58"/>
                <a:gd name="T10" fmla="*/ 56 w 59"/>
                <a:gd name="T11" fmla="*/ 48 h 58"/>
                <a:gd name="T12" fmla="*/ 56 w 59"/>
                <a:gd name="T13" fmla="*/ 57 h 58"/>
                <a:gd name="T14" fmla="*/ 52 w 59"/>
                <a:gd name="T15" fmla="*/ 58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58">
                  <a:moveTo>
                    <a:pt x="52" y="58"/>
                  </a:moveTo>
                  <a:cubicBezTo>
                    <a:pt x="51" y="58"/>
                    <a:pt x="49" y="58"/>
                    <a:pt x="48" y="57"/>
                  </a:cubicBezTo>
                  <a:cubicBezTo>
                    <a:pt x="2" y="11"/>
                    <a:pt x="2" y="11"/>
                    <a:pt x="2" y="11"/>
                  </a:cubicBezTo>
                  <a:cubicBezTo>
                    <a:pt x="0" y="8"/>
                    <a:pt x="0" y="5"/>
                    <a:pt x="2" y="2"/>
                  </a:cubicBezTo>
                  <a:cubicBezTo>
                    <a:pt x="4" y="0"/>
                    <a:pt x="8" y="0"/>
                    <a:pt x="11" y="2"/>
                  </a:cubicBezTo>
                  <a:cubicBezTo>
                    <a:pt x="56" y="48"/>
                    <a:pt x="56" y="48"/>
                    <a:pt x="56" y="48"/>
                  </a:cubicBezTo>
                  <a:cubicBezTo>
                    <a:pt x="59" y="50"/>
                    <a:pt x="59" y="54"/>
                    <a:pt x="56" y="57"/>
                  </a:cubicBezTo>
                  <a:cubicBezTo>
                    <a:pt x="55" y="58"/>
                    <a:pt x="54" y="58"/>
                    <a:pt x="52"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sp>
          <p:nvSpPr>
            <p:cNvPr id="44" name="Freeform 116">
              <a:extLst>
                <a:ext uri="{FF2B5EF4-FFF2-40B4-BE49-F238E27FC236}">
                  <a16:creationId xmlns:a16="http://schemas.microsoft.com/office/drawing/2014/main" id="{F70CE5E4-262A-D514-AF58-AA00F52F607B}"/>
                </a:ext>
              </a:extLst>
            </p:cNvPr>
            <p:cNvSpPr>
              <a:spLocks/>
            </p:cNvSpPr>
            <p:nvPr/>
          </p:nvSpPr>
          <p:spPr bwMode="auto">
            <a:xfrm>
              <a:off x="712" y="1966"/>
              <a:ext cx="90" cy="87"/>
            </a:xfrm>
            <a:custGeom>
              <a:avLst/>
              <a:gdLst>
                <a:gd name="T0" fmla="*/ 6 w 59"/>
                <a:gd name="T1" fmla="*/ 58 h 58"/>
                <a:gd name="T2" fmla="*/ 2 w 59"/>
                <a:gd name="T3" fmla="*/ 57 h 58"/>
                <a:gd name="T4" fmla="*/ 2 w 59"/>
                <a:gd name="T5" fmla="*/ 48 h 58"/>
                <a:gd name="T6" fmla="*/ 48 w 59"/>
                <a:gd name="T7" fmla="*/ 2 h 58"/>
                <a:gd name="T8" fmla="*/ 56 w 59"/>
                <a:gd name="T9" fmla="*/ 2 h 58"/>
                <a:gd name="T10" fmla="*/ 56 w 59"/>
                <a:gd name="T11" fmla="*/ 11 h 58"/>
                <a:gd name="T12" fmla="*/ 11 w 59"/>
                <a:gd name="T13" fmla="*/ 57 h 58"/>
                <a:gd name="T14" fmla="*/ 6 w 59"/>
                <a:gd name="T15" fmla="*/ 58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58">
                  <a:moveTo>
                    <a:pt x="6" y="58"/>
                  </a:moveTo>
                  <a:cubicBezTo>
                    <a:pt x="5" y="58"/>
                    <a:pt x="3" y="58"/>
                    <a:pt x="2" y="57"/>
                  </a:cubicBezTo>
                  <a:cubicBezTo>
                    <a:pt x="0" y="54"/>
                    <a:pt x="0" y="50"/>
                    <a:pt x="2" y="48"/>
                  </a:cubicBezTo>
                  <a:cubicBezTo>
                    <a:pt x="48" y="2"/>
                    <a:pt x="48" y="2"/>
                    <a:pt x="48" y="2"/>
                  </a:cubicBezTo>
                  <a:cubicBezTo>
                    <a:pt x="50" y="0"/>
                    <a:pt x="54" y="0"/>
                    <a:pt x="56" y="2"/>
                  </a:cubicBezTo>
                  <a:cubicBezTo>
                    <a:pt x="59" y="5"/>
                    <a:pt x="59" y="8"/>
                    <a:pt x="56" y="11"/>
                  </a:cubicBezTo>
                  <a:cubicBezTo>
                    <a:pt x="11" y="57"/>
                    <a:pt x="11" y="57"/>
                    <a:pt x="11" y="57"/>
                  </a:cubicBezTo>
                  <a:cubicBezTo>
                    <a:pt x="9" y="58"/>
                    <a:pt x="8" y="58"/>
                    <a:pt x="6"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sp>
          <p:nvSpPr>
            <p:cNvPr id="45" name="Freeform 117">
              <a:extLst>
                <a:ext uri="{FF2B5EF4-FFF2-40B4-BE49-F238E27FC236}">
                  <a16:creationId xmlns:a16="http://schemas.microsoft.com/office/drawing/2014/main" id="{59F05505-2F1D-4C7B-71A2-1E3F82CC1A46}"/>
                </a:ext>
              </a:extLst>
            </p:cNvPr>
            <p:cNvSpPr>
              <a:spLocks noEditPoints="1"/>
            </p:cNvSpPr>
            <p:nvPr/>
          </p:nvSpPr>
          <p:spPr bwMode="auto">
            <a:xfrm>
              <a:off x="833" y="2095"/>
              <a:ext cx="92" cy="90"/>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7"/>
                    <a:pt x="0" y="30"/>
                  </a:cubicBezTo>
                  <a:cubicBezTo>
                    <a:pt x="0" y="13"/>
                    <a:pt x="13" y="0"/>
                    <a:pt x="30" y="0"/>
                  </a:cubicBezTo>
                  <a:cubicBezTo>
                    <a:pt x="46" y="0"/>
                    <a:pt x="60" y="13"/>
                    <a:pt x="60" y="30"/>
                  </a:cubicBezTo>
                  <a:cubicBezTo>
                    <a:pt x="60" y="47"/>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sp>
          <p:nvSpPr>
            <p:cNvPr id="46" name="Freeform 118">
              <a:extLst>
                <a:ext uri="{FF2B5EF4-FFF2-40B4-BE49-F238E27FC236}">
                  <a16:creationId xmlns:a16="http://schemas.microsoft.com/office/drawing/2014/main" id="{0531A816-24E1-9778-C0CF-A6D7DC0C151E}"/>
                </a:ext>
              </a:extLst>
            </p:cNvPr>
            <p:cNvSpPr>
              <a:spLocks/>
            </p:cNvSpPr>
            <p:nvPr/>
          </p:nvSpPr>
          <p:spPr bwMode="auto">
            <a:xfrm>
              <a:off x="749" y="2016"/>
              <a:ext cx="159" cy="137"/>
            </a:xfrm>
            <a:custGeom>
              <a:avLst/>
              <a:gdLst>
                <a:gd name="T0" fmla="*/ 7 w 104"/>
                <a:gd name="T1" fmla="*/ 92 h 92"/>
                <a:gd name="T2" fmla="*/ 4 w 104"/>
                <a:gd name="T3" fmla="*/ 91 h 92"/>
                <a:gd name="T4" fmla="*/ 2 w 104"/>
                <a:gd name="T5" fmla="*/ 83 h 92"/>
                <a:gd name="T6" fmla="*/ 95 w 104"/>
                <a:gd name="T7" fmla="*/ 2 h 92"/>
                <a:gd name="T8" fmla="*/ 103 w 104"/>
                <a:gd name="T9" fmla="*/ 5 h 92"/>
                <a:gd name="T10" fmla="*/ 99 w 104"/>
                <a:gd name="T11" fmla="*/ 13 h 92"/>
                <a:gd name="T12" fmla="*/ 12 w 104"/>
                <a:gd name="T13" fmla="*/ 88 h 92"/>
                <a:gd name="T14" fmla="*/ 7 w 104"/>
                <a:gd name="T15" fmla="*/ 92 h 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 h="92">
                  <a:moveTo>
                    <a:pt x="7" y="92"/>
                  </a:moveTo>
                  <a:cubicBezTo>
                    <a:pt x="6" y="92"/>
                    <a:pt x="5" y="92"/>
                    <a:pt x="4" y="91"/>
                  </a:cubicBezTo>
                  <a:cubicBezTo>
                    <a:pt x="1" y="90"/>
                    <a:pt x="0" y="86"/>
                    <a:pt x="2" y="83"/>
                  </a:cubicBezTo>
                  <a:cubicBezTo>
                    <a:pt x="21" y="45"/>
                    <a:pt x="55" y="15"/>
                    <a:pt x="95" y="2"/>
                  </a:cubicBezTo>
                  <a:cubicBezTo>
                    <a:pt x="98" y="0"/>
                    <a:pt x="101" y="2"/>
                    <a:pt x="103" y="5"/>
                  </a:cubicBezTo>
                  <a:cubicBezTo>
                    <a:pt x="104" y="8"/>
                    <a:pt x="102" y="12"/>
                    <a:pt x="99" y="13"/>
                  </a:cubicBezTo>
                  <a:cubicBezTo>
                    <a:pt x="61" y="26"/>
                    <a:pt x="30" y="53"/>
                    <a:pt x="12" y="88"/>
                  </a:cubicBezTo>
                  <a:cubicBezTo>
                    <a:pt x="11" y="91"/>
                    <a:pt x="9" y="92"/>
                    <a:pt x="7"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sp>
          <p:nvSpPr>
            <p:cNvPr id="47" name="Freeform 119">
              <a:extLst>
                <a:ext uri="{FF2B5EF4-FFF2-40B4-BE49-F238E27FC236}">
                  <a16:creationId xmlns:a16="http://schemas.microsoft.com/office/drawing/2014/main" id="{ECA8A020-F42D-5672-0B58-28C7AA6393F2}"/>
                </a:ext>
              </a:extLst>
            </p:cNvPr>
            <p:cNvSpPr>
              <a:spLocks/>
            </p:cNvSpPr>
            <p:nvPr/>
          </p:nvSpPr>
          <p:spPr bwMode="auto">
            <a:xfrm>
              <a:off x="831" y="2005"/>
              <a:ext cx="75" cy="78"/>
            </a:xfrm>
            <a:custGeom>
              <a:avLst/>
              <a:gdLst>
                <a:gd name="T0" fmla="*/ 28 w 49"/>
                <a:gd name="T1" fmla="*/ 52 h 52"/>
                <a:gd name="T2" fmla="*/ 26 w 49"/>
                <a:gd name="T3" fmla="*/ 51 h 52"/>
                <a:gd name="T4" fmla="*/ 23 w 49"/>
                <a:gd name="T5" fmla="*/ 43 h 52"/>
                <a:gd name="T6" fmla="*/ 34 w 49"/>
                <a:gd name="T7" fmla="*/ 19 h 52"/>
                <a:gd name="T8" fmla="*/ 6 w 49"/>
                <a:gd name="T9" fmla="*/ 13 h 52"/>
                <a:gd name="T10" fmla="*/ 1 w 49"/>
                <a:gd name="T11" fmla="*/ 6 h 52"/>
                <a:gd name="T12" fmla="*/ 8 w 49"/>
                <a:gd name="T13" fmla="*/ 1 h 52"/>
                <a:gd name="T14" fmla="*/ 44 w 49"/>
                <a:gd name="T15" fmla="*/ 8 h 52"/>
                <a:gd name="T16" fmla="*/ 48 w 49"/>
                <a:gd name="T17" fmla="*/ 12 h 52"/>
                <a:gd name="T18" fmla="*/ 48 w 49"/>
                <a:gd name="T19" fmla="*/ 17 h 52"/>
                <a:gd name="T20" fmla="*/ 34 w 49"/>
                <a:gd name="T21" fmla="*/ 48 h 52"/>
                <a:gd name="T22" fmla="*/ 28 w 49"/>
                <a:gd name="T23"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 h="52">
                  <a:moveTo>
                    <a:pt x="28" y="52"/>
                  </a:moveTo>
                  <a:cubicBezTo>
                    <a:pt x="28" y="52"/>
                    <a:pt x="27" y="51"/>
                    <a:pt x="26" y="51"/>
                  </a:cubicBezTo>
                  <a:cubicBezTo>
                    <a:pt x="23" y="50"/>
                    <a:pt x="22" y="46"/>
                    <a:pt x="23" y="43"/>
                  </a:cubicBezTo>
                  <a:cubicBezTo>
                    <a:pt x="34" y="19"/>
                    <a:pt x="34" y="19"/>
                    <a:pt x="34" y="19"/>
                  </a:cubicBezTo>
                  <a:cubicBezTo>
                    <a:pt x="6" y="13"/>
                    <a:pt x="6" y="13"/>
                    <a:pt x="6" y="13"/>
                  </a:cubicBezTo>
                  <a:cubicBezTo>
                    <a:pt x="2" y="12"/>
                    <a:pt x="0" y="9"/>
                    <a:pt x="1" y="6"/>
                  </a:cubicBezTo>
                  <a:cubicBezTo>
                    <a:pt x="2" y="2"/>
                    <a:pt x="5" y="0"/>
                    <a:pt x="8" y="1"/>
                  </a:cubicBezTo>
                  <a:cubicBezTo>
                    <a:pt x="44" y="8"/>
                    <a:pt x="44" y="8"/>
                    <a:pt x="44" y="8"/>
                  </a:cubicBezTo>
                  <a:cubicBezTo>
                    <a:pt x="46" y="9"/>
                    <a:pt x="47" y="10"/>
                    <a:pt x="48" y="12"/>
                  </a:cubicBezTo>
                  <a:cubicBezTo>
                    <a:pt x="49" y="13"/>
                    <a:pt x="49" y="15"/>
                    <a:pt x="48" y="17"/>
                  </a:cubicBezTo>
                  <a:cubicBezTo>
                    <a:pt x="34" y="48"/>
                    <a:pt x="34" y="48"/>
                    <a:pt x="34" y="48"/>
                  </a:cubicBezTo>
                  <a:cubicBezTo>
                    <a:pt x="33" y="50"/>
                    <a:pt x="31" y="52"/>
                    <a:pt x="28"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mn-ea"/>
                <a:cs typeface="Arial" charset="0"/>
              </a:endParaRPr>
            </a:p>
          </p:txBody>
        </p:sp>
      </p:grpSp>
      <p:grpSp>
        <p:nvGrpSpPr>
          <p:cNvPr id="48" name="Group 114">
            <a:extLst>
              <a:ext uri="{FF2B5EF4-FFF2-40B4-BE49-F238E27FC236}">
                <a16:creationId xmlns:a16="http://schemas.microsoft.com/office/drawing/2014/main" id="{F38E858E-BACC-3556-74DD-305EFA9BBF70}"/>
              </a:ext>
            </a:extLst>
          </p:cNvPr>
          <p:cNvGrpSpPr>
            <a:grpSpLocks noChangeAspect="1"/>
          </p:cNvGrpSpPr>
          <p:nvPr/>
        </p:nvGrpSpPr>
        <p:grpSpPr bwMode="auto">
          <a:xfrm>
            <a:off x="8412573" y="1566939"/>
            <a:ext cx="457200" cy="457201"/>
            <a:chOff x="4654" y="1939"/>
            <a:chExt cx="442" cy="431"/>
          </a:xfrm>
          <a:solidFill>
            <a:srgbClr val="FFFFFF"/>
          </a:solidFill>
        </p:grpSpPr>
        <p:sp>
          <p:nvSpPr>
            <p:cNvPr id="50" name="Freeform 115">
              <a:extLst>
                <a:ext uri="{FF2B5EF4-FFF2-40B4-BE49-F238E27FC236}">
                  <a16:creationId xmlns:a16="http://schemas.microsoft.com/office/drawing/2014/main" id="{502BB73B-D233-B1DD-744F-5918D9DC4189}"/>
                </a:ext>
              </a:extLst>
            </p:cNvPr>
            <p:cNvSpPr>
              <a:spLocks noEditPoints="1"/>
            </p:cNvSpPr>
            <p:nvPr/>
          </p:nvSpPr>
          <p:spPr bwMode="auto">
            <a:xfrm>
              <a:off x="4728" y="2137"/>
              <a:ext cx="202" cy="54"/>
            </a:xfrm>
            <a:custGeom>
              <a:avLst/>
              <a:gdLst>
                <a:gd name="T0" fmla="*/ 66 w 132"/>
                <a:gd name="T1" fmla="*/ 36 h 36"/>
                <a:gd name="T2" fmla="*/ 0 w 132"/>
                <a:gd name="T3" fmla="*/ 18 h 36"/>
                <a:gd name="T4" fmla="*/ 66 w 132"/>
                <a:gd name="T5" fmla="*/ 0 h 36"/>
                <a:gd name="T6" fmla="*/ 132 w 132"/>
                <a:gd name="T7" fmla="*/ 18 h 36"/>
                <a:gd name="T8" fmla="*/ 66 w 132"/>
                <a:gd name="T9" fmla="*/ 36 h 36"/>
                <a:gd name="T10" fmla="*/ 15 w 132"/>
                <a:gd name="T11" fmla="*/ 18 h 36"/>
                <a:gd name="T12" fmla="*/ 66 w 132"/>
                <a:gd name="T13" fmla="*/ 24 h 36"/>
                <a:gd name="T14" fmla="*/ 117 w 132"/>
                <a:gd name="T15" fmla="*/ 18 h 36"/>
                <a:gd name="T16" fmla="*/ 66 w 132"/>
                <a:gd name="T17" fmla="*/ 12 h 36"/>
                <a:gd name="T18" fmla="*/ 15 w 132"/>
                <a:gd name="T19" fmla="*/ 18 h 36"/>
                <a:gd name="T20" fmla="*/ 121 w 132"/>
                <a:gd name="T21" fmla="*/ 20 h 36"/>
                <a:gd name="T22" fmla="*/ 121 w 132"/>
                <a:gd name="T23"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2" h="36">
                  <a:moveTo>
                    <a:pt x="66" y="36"/>
                  </a:moveTo>
                  <a:cubicBezTo>
                    <a:pt x="51" y="36"/>
                    <a:pt x="0" y="35"/>
                    <a:pt x="0" y="18"/>
                  </a:cubicBezTo>
                  <a:cubicBezTo>
                    <a:pt x="0" y="1"/>
                    <a:pt x="51" y="0"/>
                    <a:pt x="66" y="0"/>
                  </a:cubicBezTo>
                  <a:cubicBezTo>
                    <a:pt x="82" y="0"/>
                    <a:pt x="132" y="1"/>
                    <a:pt x="132" y="18"/>
                  </a:cubicBezTo>
                  <a:cubicBezTo>
                    <a:pt x="132" y="35"/>
                    <a:pt x="82" y="36"/>
                    <a:pt x="66" y="36"/>
                  </a:cubicBezTo>
                  <a:close/>
                  <a:moveTo>
                    <a:pt x="15" y="18"/>
                  </a:moveTo>
                  <a:cubicBezTo>
                    <a:pt x="22" y="21"/>
                    <a:pt x="40" y="24"/>
                    <a:pt x="66" y="24"/>
                  </a:cubicBezTo>
                  <a:cubicBezTo>
                    <a:pt x="93" y="24"/>
                    <a:pt x="110" y="21"/>
                    <a:pt x="117" y="18"/>
                  </a:cubicBezTo>
                  <a:cubicBezTo>
                    <a:pt x="110" y="15"/>
                    <a:pt x="93" y="12"/>
                    <a:pt x="66" y="12"/>
                  </a:cubicBezTo>
                  <a:cubicBezTo>
                    <a:pt x="40" y="12"/>
                    <a:pt x="22" y="15"/>
                    <a:pt x="15" y="18"/>
                  </a:cubicBezTo>
                  <a:close/>
                  <a:moveTo>
                    <a:pt x="121" y="20"/>
                  </a:moveTo>
                  <a:cubicBezTo>
                    <a:pt x="121" y="20"/>
                    <a:pt x="121" y="20"/>
                    <a:pt x="121"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51" name="Freeform 116">
              <a:extLst>
                <a:ext uri="{FF2B5EF4-FFF2-40B4-BE49-F238E27FC236}">
                  <a16:creationId xmlns:a16="http://schemas.microsoft.com/office/drawing/2014/main" id="{7BA795AC-F792-BF5A-03DB-5406B921987F}"/>
                </a:ext>
              </a:extLst>
            </p:cNvPr>
            <p:cNvSpPr>
              <a:spLocks/>
            </p:cNvSpPr>
            <p:nvPr/>
          </p:nvSpPr>
          <p:spPr bwMode="auto">
            <a:xfrm>
              <a:off x="4728" y="2155"/>
              <a:ext cx="202" cy="72"/>
            </a:xfrm>
            <a:custGeom>
              <a:avLst/>
              <a:gdLst>
                <a:gd name="T0" fmla="*/ 66 w 132"/>
                <a:gd name="T1" fmla="*/ 48 h 48"/>
                <a:gd name="T2" fmla="*/ 0 w 132"/>
                <a:gd name="T3" fmla="*/ 30 h 48"/>
                <a:gd name="T4" fmla="*/ 0 w 132"/>
                <a:gd name="T5" fmla="*/ 6 h 48"/>
                <a:gd name="T6" fmla="*/ 6 w 132"/>
                <a:gd name="T7" fmla="*/ 0 h 48"/>
                <a:gd name="T8" fmla="*/ 12 w 132"/>
                <a:gd name="T9" fmla="*/ 6 h 48"/>
                <a:gd name="T10" fmla="*/ 12 w 132"/>
                <a:gd name="T11" fmla="*/ 29 h 48"/>
                <a:gd name="T12" fmla="*/ 66 w 132"/>
                <a:gd name="T13" fmla="*/ 36 h 48"/>
                <a:gd name="T14" fmla="*/ 120 w 132"/>
                <a:gd name="T15" fmla="*/ 29 h 48"/>
                <a:gd name="T16" fmla="*/ 120 w 132"/>
                <a:gd name="T17" fmla="*/ 6 h 48"/>
                <a:gd name="T18" fmla="*/ 126 w 132"/>
                <a:gd name="T19" fmla="*/ 0 h 48"/>
                <a:gd name="T20" fmla="*/ 132 w 132"/>
                <a:gd name="T21" fmla="*/ 6 h 48"/>
                <a:gd name="T22" fmla="*/ 132 w 132"/>
                <a:gd name="T23" fmla="*/ 30 h 48"/>
                <a:gd name="T24" fmla="*/ 66 w 132"/>
                <a:gd name="T25"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2" h="48">
                  <a:moveTo>
                    <a:pt x="66" y="48"/>
                  </a:moveTo>
                  <a:cubicBezTo>
                    <a:pt x="51" y="48"/>
                    <a:pt x="0" y="47"/>
                    <a:pt x="0" y="30"/>
                  </a:cubicBezTo>
                  <a:cubicBezTo>
                    <a:pt x="0" y="6"/>
                    <a:pt x="0" y="6"/>
                    <a:pt x="0" y="6"/>
                  </a:cubicBezTo>
                  <a:cubicBezTo>
                    <a:pt x="0" y="3"/>
                    <a:pt x="3" y="0"/>
                    <a:pt x="6" y="0"/>
                  </a:cubicBezTo>
                  <a:cubicBezTo>
                    <a:pt x="10" y="0"/>
                    <a:pt x="12" y="3"/>
                    <a:pt x="12" y="6"/>
                  </a:cubicBezTo>
                  <a:cubicBezTo>
                    <a:pt x="12" y="29"/>
                    <a:pt x="12" y="29"/>
                    <a:pt x="12" y="29"/>
                  </a:cubicBezTo>
                  <a:cubicBezTo>
                    <a:pt x="16" y="31"/>
                    <a:pt x="35" y="36"/>
                    <a:pt x="66" y="36"/>
                  </a:cubicBezTo>
                  <a:cubicBezTo>
                    <a:pt x="98" y="36"/>
                    <a:pt x="116" y="31"/>
                    <a:pt x="120" y="29"/>
                  </a:cubicBezTo>
                  <a:cubicBezTo>
                    <a:pt x="120" y="6"/>
                    <a:pt x="120" y="6"/>
                    <a:pt x="120" y="6"/>
                  </a:cubicBezTo>
                  <a:cubicBezTo>
                    <a:pt x="120" y="3"/>
                    <a:pt x="123" y="0"/>
                    <a:pt x="126" y="0"/>
                  </a:cubicBezTo>
                  <a:cubicBezTo>
                    <a:pt x="130" y="0"/>
                    <a:pt x="132" y="3"/>
                    <a:pt x="132" y="6"/>
                  </a:cubicBezTo>
                  <a:cubicBezTo>
                    <a:pt x="132" y="30"/>
                    <a:pt x="132" y="30"/>
                    <a:pt x="132" y="30"/>
                  </a:cubicBezTo>
                  <a:cubicBezTo>
                    <a:pt x="132" y="47"/>
                    <a:pt x="82" y="48"/>
                    <a:pt x="6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52" name="Freeform 117">
              <a:extLst>
                <a:ext uri="{FF2B5EF4-FFF2-40B4-BE49-F238E27FC236}">
                  <a16:creationId xmlns:a16="http://schemas.microsoft.com/office/drawing/2014/main" id="{EC02BA7E-FE70-9C2C-5DAC-7E7F453857CC}"/>
                </a:ext>
              </a:extLst>
            </p:cNvPr>
            <p:cNvSpPr>
              <a:spLocks/>
            </p:cNvSpPr>
            <p:nvPr/>
          </p:nvSpPr>
          <p:spPr bwMode="auto">
            <a:xfrm>
              <a:off x="4728" y="2191"/>
              <a:ext cx="202" cy="72"/>
            </a:xfrm>
            <a:custGeom>
              <a:avLst/>
              <a:gdLst>
                <a:gd name="T0" fmla="*/ 66 w 132"/>
                <a:gd name="T1" fmla="*/ 48 h 48"/>
                <a:gd name="T2" fmla="*/ 0 w 132"/>
                <a:gd name="T3" fmla="*/ 30 h 48"/>
                <a:gd name="T4" fmla="*/ 0 w 132"/>
                <a:gd name="T5" fmla="*/ 6 h 48"/>
                <a:gd name="T6" fmla="*/ 6 w 132"/>
                <a:gd name="T7" fmla="*/ 0 h 48"/>
                <a:gd name="T8" fmla="*/ 12 w 132"/>
                <a:gd name="T9" fmla="*/ 6 h 48"/>
                <a:gd name="T10" fmla="*/ 12 w 132"/>
                <a:gd name="T11" fmla="*/ 29 h 48"/>
                <a:gd name="T12" fmla="*/ 66 w 132"/>
                <a:gd name="T13" fmla="*/ 36 h 48"/>
                <a:gd name="T14" fmla="*/ 120 w 132"/>
                <a:gd name="T15" fmla="*/ 29 h 48"/>
                <a:gd name="T16" fmla="*/ 120 w 132"/>
                <a:gd name="T17" fmla="*/ 6 h 48"/>
                <a:gd name="T18" fmla="*/ 126 w 132"/>
                <a:gd name="T19" fmla="*/ 0 h 48"/>
                <a:gd name="T20" fmla="*/ 132 w 132"/>
                <a:gd name="T21" fmla="*/ 6 h 48"/>
                <a:gd name="T22" fmla="*/ 132 w 132"/>
                <a:gd name="T23" fmla="*/ 30 h 48"/>
                <a:gd name="T24" fmla="*/ 66 w 132"/>
                <a:gd name="T25"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2" h="48">
                  <a:moveTo>
                    <a:pt x="66" y="48"/>
                  </a:moveTo>
                  <a:cubicBezTo>
                    <a:pt x="51" y="48"/>
                    <a:pt x="0" y="47"/>
                    <a:pt x="0" y="30"/>
                  </a:cubicBezTo>
                  <a:cubicBezTo>
                    <a:pt x="0" y="6"/>
                    <a:pt x="0" y="6"/>
                    <a:pt x="0" y="6"/>
                  </a:cubicBezTo>
                  <a:cubicBezTo>
                    <a:pt x="0" y="3"/>
                    <a:pt x="3" y="0"/>
                    <a:pt x="6" y="0"/>
                  </a:cubicBezTo>
                  <a:cubicBezTo>
                    <a:pt x="10" y="0"/>
                    <a:pt x="12" y="3"/>
                    <a:pt x="12" y="6"/>
                  </a:cubicBezTo>
                  <a:cubicBezTo>
                    <a:pt x="12" y="29"/>
                    <a:pt x="12" y="29"/>
                    <a:pt x="12" y="29"/>
                  </a:cubicBezTo>
                  <a:cubicBezTo>
                    <a:pt x="16" y="31"/>
                    <a:pt x="35" y="36"/>
                    <a:pt x="66" y="36"/>
                  </a:cubicBezTo>
                  <a:cubicBezTo>
                    <a:pt x="98" y="36"/>
                    <a:pt x="116" y="31"/>
                    <a:pt x="120" y="29"/>
                  </a:cubicBezTo>
                  <a:cubicBezTo>
                    <a:pt x="120" y="6"/>
                    <a:pt x="120" y="6"/>
                    <a:pt x="120" y="6"/>
                  </a:cubicBezTo>
                  <a:cubicBezTo>
                    <a:pt x="120" y="3"/>
                    <a:pt x="123" y="0"/>
                    <a:pt x="126" y="0"/>
                  </a:cubicBezTo>
                  <a:cubicBezTo>
                    <a:pt x="130" y="0"/>
                    <a:pt x="132" y="3"/>
                    <a:pt x="132" y="6"/>
                  </a:cubicBezTo>
                  <a:cubicBezTo>
                    <a:pt x="132" y="30"/>
                    <a:pt x="132" y="30"/>
                    <a:pt x="132" y="30"/>
                  </a:cubicBezTo>
                  <a:cubicBezTo>
                    <a:pt x="132" y="47"/>
                    <a:pt x="82" y="48"/>
                    <a:pt x="6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53" name="Freeform 118">
              <a:extLst>
                <a:ext uri="{FF2B5EF4-FFF2-40B4-BE49-F238E27FC236}">
                  <a16:creationId xmlns:a16="http://schemas.microsoft.com/office/drawing/2014/main" id="{C0841F56-0464-AA50-5D82-70242021DD78}"/>
                </a:ext>
              </a:extLst>
            </p:cNvPr>
            <p:cNvSpPr>
              <a:spLocks/>
            </p:cNvSpPr>
            <p:nvPr/>
          </p:nvSpPr>
          <p:spPr bwMode="auto">
            <a:xfrm>
              <a:off x="4728" y="2227"/>
              <a:ext cx="202" cy="72"/>
            </a:xfrm>
            <a:custGeom>
              <a:avLst/>
              <a:gdLst>
                <a:gd name="T0" fmla="*/ 66 w 132"/>
                <a:gd name="T1" fmla="*/ 48 h 48"/>
                <a:gd name="T2" fmla="*/ 0 w 132"/>
                <a:gd name="T3" fmla="*/ 30 h 48"/>
                <a:gd name="T4" fmla="*/ 0 w 132"/>
                <a:gd name="T5" fmla="*/ 6 h 48"/>
                <a:gd name="T6" fmla="*/ 6 w 132"/>
                <a:gd name="T7" fmla="*/ 0 h 48"/>
                <a:gd name="T8" fmla="*/ 12 w 132"/>
                <a:gd name="T9" fmla="*/ 6 h 48"/>
                <a:gd name="T10" fmla="*/ 12 w 132"/>
                <a:gd name="T11" fmla="*/ 29 h 48"/>
                <a:gd name="T12" fmla="*/ 66 w 132"/>
                <a:gd name="T13" fmla="*/ 36 h 48"/>
                <a:gd name="T14" fmla="*/ 120 w 132"/>
                <a:gd name="T15" fmla="*/ 29 h 48"/>
                <a:gd name="T16" fmla="*/ 120 w 132"/>
                <a:gd name="T17" fmla="*/ 6 h 48"/>
                <a:gd name="T18" fmla="*/ 126 w 132"/>
                <a:gd name="T19" fmla="*/ 0 h 48"/>
                <a:gd name="T20" fmla="*/ 132 w 132"/>
                <a:gd name="T21" fmla="*/ 6 h 48"/>
                <a:gd name="T22" fmla="*/ 132 w 132"/>
                <a:gd name="T23" fmla="*/ 30 h 48"/>
                <a:gd name="T24" fmla="*/ 66 w 132"/>
                <a:gd name="T25"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2" h="48">
                  <a:moveTo>
                    <a:pt x="66" y="48"/>
                  </a:moveTo>
                  <a:cubicBezTo>
                    <a:pt x="51" y="48"/>
                    <a:pt x="0" y="47"/>
                    <a:pt x="0" y="30"/>
                  </a:cubicBezTo>
                  <a:cubicBezTo>
                    <a:pt x="0" y="6"/>
                    <a:pt x="0" y="6"/>
                    <a:pt x="0" y="6"/>
                  </a:cubicBezTo>
                  <a:cubicBezTo>
                    <a:pt x="0" y="3"/>
                    <a:pt x="3" y="0"/>
                    <a:pt x="6" y="0"/>
                  </a:cubicBezTo>
                  <a:cubicBezTo>
                    <a:pt x="10" y="0"/>
                    <a:pt x="12" y="3"/>
                    <a:pt x="12" y="6"/>
                  </a:cubicBezTo>
                  <a:cubicBezTo>
                    <a:pt x="12" y="29"/>
                    <a:pt x="12" y="29"/>
                    <a:pt x="12" y="29"/>
                  </a:cubicBezTo>
                  <a:cubicBezTo>
                    <a:pt x="16" y="31"/>
                    <a:pt x="35" y="36"/>
                    <a:pt x="66" y="36"/>
                  </a:cubicBezTo>
                  <a:cubicBezTo>
                    <a:pt x="98" y="36"/>
                    <a:pt x="116" y="31"/>
                    <a:pt x="120" y="29"/>
                  </a:cubicBezTo>
                  <a:cubicBezTo>
                    <a:pt x="120" y="6"/>
                    <a:pt x="120" y="6"/>
                    <a:pt x="120" y="6"/>
                  </a:cubicBezTo>
                  <a:cubicBezTo>
                    <a:pt x="120" y="3"/>
                    <a:pt x="123" y="0"/>
                    <a:pt x="126" y="0"/>
                  </a:cubicBezTo>
                  <a:cubicBezTo>
                    <a:pt x="130" y="0"/>
                    <a:pt x="132" y="3"/>
                    <a:pt x="132" y="6"/>
                  </a:cubicBezTo>
                  <a:cubicBezTo>
                    <a:pt x="132" y="30"/>
                    <a:pt x="132" y="30"/>
                    <a:pt x="132" y="30"/>
                  </a:cubicBezTo>
                  <a:cubicBezTo>
                    <a:pt x="132" y="47"/>
                    <a:pt x="82" y="48"/>
                    <a:pt x="6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54" name="Freeform 119">
              <a:extLst>
                <a:ext uri="{FF2B5EF4-FFF2-40B4-BE49-F238E27FC236}">
                  <a16:creationId xmlns:a16="http://schemas.microsoft.com/office/drawing/2014/main" id="{81B5B9B1-93A2-122E-0AA9-B2F367EF619F}"/>
                </a:ext>
              </a:extLst>
            </p:cNvPr>
            <p:cNvSpPr>
              <a:spLocks/>
            </p:cNvSpPr>
            <p:nvPr/>
          </p:nvSpPr>
          <p:spPr bwMode="auto">
            <a:xfrm>
              <a:off x="4728" y="2263"/>
              <a:ext cx="202" cy="72"/>
            </a:xfrm>
            <a:custGeom>
              <a:avLst/>
              <a:gdLst>
                <a:gd name="T0" fmla="*/ 66 w 132"/>
                <a:gd name="T1" fmla="*/ 48 h 48"/>
                <a:gd name="T2" fmla="*/ 0 w 132"/>
                <a:gd name="T3" fmla="*/ 30 h 48"/>
                <a:gd name="T4" fmla="*/ 0 w 132"/>
                <a:gd name="T5" fmla="*/ 6 h 48"/>
                <a:gd name="T6" fmla="*/ 6 w 132"/>
                <a:gd name="T7" fmla="*/ 0 h 48"/>
                <a:gd name="T8" fmla="*/ 12 w 132"/>
                <a:gd name="T9" fmla="*/ 6 h 48"/>
                <a:gd name="T10" fmla="*/ 12 w 132"/>
                <a:gd name="T11" fmla="*/ 29 h 48"/>
                <a:gd name="T12" fmla="*/ 66 w 132"/>
                <a:gd name="T13" fmla="*/ 36 h 48"/>
                <a:gd name="T14" fmla="*/ 120 w 132"/>
                <a:gd name="T15" fmla="*/ 29 h 48"/>
                <a:gd name="T16" fmla="*/ 120 w 132"/>
                <a:gd name="T17" fmla="*/ 6 h 48"/>
                <a:gd name="T18" fmla="*/ 126 w 132"/>
                <a:gd name="T19" fmla="*/ 0 h 48"/>
                <a:gd name="T20" fmla="*/ 132 w 132"/>
                <a:gd name="T21" fmla="*/ 6 h 48"/>
                <a:gd name="T22" fmla="*/ 132 w 132"/>
                <a:gd name="T23" fmla="*/ 30 h 48"/>
                <a:gd name="T24" fmla="*/ 66 w 132"/>
                <a:gd name="T25"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2" h="48">
                  <a:moveTo>
                    <a:pt x="66" y="48"/>
                  </a:moveTo>
                  <a:cubicBezTo>
                    <a:pt x="51" y="48"/>
                    <a:pt x="0" y="47"/>
                    <a:pt x="0" y="30"/>
                  </a:cubicBezTo>
                  <a:cubicBezTo>
                    <a:pt x="0" y="6"/>
                    <a:pt x="0" y="6"/>
                    <a:pt x="0" y="6"/>
                  </a:cubicBezTo>
                  <a:cubicBezTo>
                    <a:pt x="0" y="3"/>
                    <a:pt x="3" y="0"/>
                    <a:pt x="6" y="0"/>
                  </a:cubicBezTo>
                  <a:cubicBezTo>
                    <a:pt x="10" y="0"/>
                    <a:pt x="12" y="3"/>
                    <a:pt x="12" y="6"/>
                  </a:cubicBezTo>
                  <a:cubicBezTo>
                    <a:pt x="12" y="29"/>
                    <a:pt x="12" y="29"/>
                    <a:pt x="12" y="29"/>
                  </a:cubicBezTo>
                  <a:cubicBezTo>
                    <a:pt x="16" y="31"/>
                    <a:pt x="35" y="36"/>
                    <a:pt x="66" y="36"/>
                  </a:cubicBezTo>
                  <a:cubicBezTo>
                    <a:pt x="98" y="36"/>
                    <a:pt x="116" y="31"/>
                    <a:pt x="120" y="29"/>
                  </a:cubicBezTo>
                  <a:cubicBezTo>
                    <a:pt x="120" y="6"/>
                    <a:pt x="120" y="6"/>
                    <a:pt x="120" y="6"/>
                  </a:cubicBezTo>
                  <a:cubicBezTo>
                    <a:pt x="120" y="3"/>
                    <a:pt x="123" y="0"/>
                    <a:pt x="126" y="0"/>
                  </a:cubicBezTo>
                  <a:cubicBezTo>
                    <a:pt x="130" y="0"/>
                    <a:pt x="132" y="3"/>
                    <a:pt x="132" y="6"/>
                  </a:cubicBezTo>
                  <a:cubicBezTo>
                    <a:pt x="132" y="30"/>
                    <a:pt x="132" y="30"/>
                    <a:pt x="132" y="30"/>
                  </a:cubicBezTo>
                  <a:cubicBezTo>
                    <a:pt x="132" y="47"/>
                    <a:pt x="82" y="48"/>
                    <a:pt x="6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55" name="Freeform 120">
              <a:extLst>
                <a:ext uri="{FF2B5EF4-FFF2-40B4-BE49-F238E27FC236}">
                  <a16:creationId xmlns:a16="http://schemas.microsoft.com/office/drawing/2014/main" id="{12E9A132-DC55-8A06-990E-1F180917412A}"/>
                </a:ext>
              </a:extLst>
            </p:cNvPr>
            <p:cNvSpPr>
              <a:spLocks/>
            </p:cNvSpPr>
            <p:nvPr/>
          </p:nvSpPr>
          <p:spPr bwMode="auto">
            <a:xfrm>
              <a:off x="4728" y="2299"/>
              <a:ext cx="202" cy="71"/>
            </a:xfrm>
            <a:custGeom>
              <a:avLst/>
              <a:gdLst>
                <a:gd name="T0" fmla="*/ 66 w 132"/>
                <a:gd name="T1" fmla="*/ 48 h 48"/>
                <a:gd name="T2" fmla="*/ 0 w 132"/>
                <a:gd name="T3" fmla="*/ 30 h 48"/>
                <a:gd name="T4" fmla="*/ 0 w 132"/>
                <a:gd name="T5" fmla="*/ 6 h 48"/>
                <a:gd name="T6" fmla="*/ 6 w 132"/>
                <a:gd name="T7" fmla="*/ 0 h 48"/>
                <a:gd name="T8" fmla="*/ 12 w 132"/>
                <a:gd name="T9" fmla="*/ 6 h 48"/>
                <a:gd name="T10" fmla="*/ 12 w 132"/>
                <a:gd name="T11" fmla="*/ 29 h 48"/>
                <a:gd name="T12" fmla="*/ 66 w 132"/>
                <a:gd name="T13" fmla="*/ 36 h 48"/>
                <a:gd name="T14" fmla="*/ 120 w 132"/>
                <a:gd name="T15" fmla="*/ 29 h 48"/>
                <a:gd name="T16" fmla="*/ 120 w 132"/>
                <a:gd name="T17" fmla="*/ 6 h 48"/>
                <a:gd name="T18" fmla="*/ 126 w 132"/>
                <a:gd name="T19" fmla="*/ 0 h 48"/>
                <a:gd name="T20" fmla="*/ 132 w 132"/>
                <a:gd name="T21" fmla="*/ 6 h 48"/>
                <a:gd name="T22" fmla="*/ 132 w 132"/>
                <a:gd name="T23" fmla="*/ 30 h 48"/>
                <a:gd name="T24" fmla="*/ 66 w 132"/>
                <a:gd name="T25"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2" h="48">
                  <a:moveTo>
                    <a:pt x="66" y="48"/>
                  </a:moveTo>
                  <a:cubicBezTo>
                    <a:pt x="51" y="48"/>
                    <a:pt x="0" y="47"/>
                    <a:pt x="0" y="30"/>
                  </a:cubicBezTo>
                  <a:cubicBezTo>
                    <a:pt x="0" y="6"/>
                    <a:pt x="0" y="6"/>
                    <a:pt x="0" y="6"/>
                  </a:cubicBezTo>
                  <a:cubicBezTo>
                    <a:pt x="0" y="3"/>
                    <a:pt x="3" y="0"/>
                    <a:pt x="6" y="0"/>
                  </a:cubicBezTo>
                  <a:cubicBezTo>
                    <a:pt x="10" y="0"/>
                    <a:pt x="12" y="3"/>
                    <a:pt x="12" y="6"/>
                  </a:cubicBezTo>
                  <a:cubicBezTo>
                    <a:pt x="12" y="29"/>
                    <a:pt x="12" y="29"/>
                    <a:pt x="12" y="29"/>
                  </a:cubicBezTo>
                  <a:cubicBezTo>
                    <a:pt x="16" y="31"/>
                    <a:pt x="35" y="36"/>
                    <a:pt x="66" y="36"/>
                  </a:cubicBezTo>
                  <a:cubicBezTo>
                    <a:pt x="98" y="36"/>
                    <a:pt x="116" y="31"/>
                    <a:pt x="120" y="29"/>
                  </a:cubicBezTo>
                  <a:cubicBezTo>
                    <a:pt x="120" y="6"/>
                    <a:pt x="120" y="6"/>
                    <a:pt x="120" y="6"/>
                  </a:cubicBezTo>
                  <a:cubicBezTo>
                    <a:pt x="120" y="3"/>
                    <a:pt x="123" y="0"/>
                    <a:pt x="126" y="0"/>
                  </a:cubicBezTo>
                  <a:cubicBezTo>
                    <a:pt x="130" y="0"/>
                    <a:pt x="132" y="3"/>
                    <a:pt x="132" y="6"/>
                  </a:cubicBezTo>
                  <a:cubicBezTo>
                    <a:pt x="132" y="30"/>
                    <a:pt x="132" y="30"/>
                    <a:pt x="132" y="30"/>
                  </a:cubicBezTo>
                  <a:cubicBezTo>
                    <a:pt x="132" y="47"/>
                    <a:pt x="82" y="48"/>
                    <a:pt x="6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57" name="Freeform 121">
              <a:extLst>
                <a:ext uri="{FF2B5EF4-FFF2-40B4-BE49-F238E27FC236}">
                  <a16:creationId xmlns:a16="http://schemas.microsoft.com/office/drawing/2014/main" id="{EA000428-85F0-DB7F-7CC2-EDEF50AC1D46}"/>
                </a:ext>
              </a:extLst>
            </p:cNvPr>
            <p:cNvSpPr>
              <a:spLocks/>
            </p:cNvSpPr>
            <p:nvPr/>
          </p:nvSpPr>
          <p:spPr bwMode="auto">
            <a:xfrm>
              <a:off x="4654" y="1939"/>
              <a:ext cx="442" cy="270"/>
            </a:xfrm>
            <a:custGeom>
              <a:avLst/>
              <a:gdLst>
                <a:gd name="T0" fmla="*/ 282 w 288"/>
                <a:gd name="T1" fmla="*/ 180 h 180"/>
                <a:gd name="T2" fmla="*/ 174 w 288"/>
                <a:gd name="T3" fmla="*/ 180 h 180"/>
                <a:gd name="T4" fmla="*/ 168 w 288"/>
                <a:gd name="T5" fmla="*/ 174 h 180"/>
                <a:gd name="T6" fmla="*/ 174 w 288"/>
                <a:gd name="T7" fmla="*/ 168 h 180"/>
                <a:gd name="T8" fmla="*/ 276 w 288"/>
                <a:gd name="T9" fmla="*/ 168 h 180"/>
                <a:gd name="T10" fmla="*/ 276 w 288"/>
                <a:gd name="T11" fmla="*/ 12 h 180"/>
                <a:gd name="T12" fmla="*/ 12 w 288"/>
                <a:gd name="T13" fmla="*/ 12 h 180"/>
                <a:gd name="T14" fmla="*/ 12 w 288"/>
                <a:gd name="T15" fmla="*/ 168 h 180"/>
                <a:gd name="T16" fmla="*/ 54 w 288"/>
                <a:gd name="T17" fmla="*/ 168 h 180"/>
                <a:gd name="T18" fmla="*/ 60 w 288"/>
                <a:gd name="T19" fmla="*/ 174 h 180"/>
                <a:gd name="T20" fmla="*/ 54 w 288"/>
                <a:gd name="T21" fmla="*/ 180 h 180"/>
                <a:gd name="T22" fmla="*/ 6 w 288"/>
                <a:gd name="T23" fmla="*/ 180 h 180"/>
                <a:gd name="T24" fmla="*/ 0 w 288"/>
                <a:gd name="T25" fmla="*/ 174 h 180"/>
                <a:gd name="T26" fmla="*/ 0 w 288"/>
                <a:gd name="T27" fmla="*/ 6 h 180"/>
                <a:gd name="T28" fmla="*/ 6 w 288"/>
                <a:gd name="T29" fmla="*/ 0 h 180"/>
                <a:gd name="T30" fmla="*/ 282 w 288"/>
                <a:gd name="T31" fmla="*/ 0 h 180"/>
                <a:gd name="T32" fmla="*/ 288 w 288"/>
                <a:gd name="T33" fmla="*/ 6 h 180"/>
                <a:gd name="T34" fmla="*/ 288 w 288"/>
                <a:gd name="T35" fmla="*/ 174 h 180"/>
                <a:gd name="T36" fmla="*/ 282 w 288"/>
                <a:gd name="T37"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8" h="180">
                  <a:moveTo>
                    <a:pt x="282" y="180"/>
                  </a:moveTo>
                  <a:cubicBezTo>
                    <a:pt x="174" y="180"/>
                    <a:pt x="174" y="180"/>
                    <a:pt x="174" y="180"/>
                  </a:cubicBezTo>
                  <a:cubicBezTo>
                    <a:pt x="171" y="180"/>
                    <a:pt x="168" y="177"/>
                    <a:pt x="168" y="174"/>
                  </a:cubicBezTo>
                  <a:cubicBezTo>
                    <a:pt x="168" y="171"/>
                    <a:pt x="171" y="168"/>
                    <a:pt x="174" y="168"/>
                  </a:cubicBezTo>
                  <a:cubicBezTo>
                    <a:pt x="276" y="168"/>
                    <a:pt x="276" y="168"/>
                    <a:pt x="276" y="168"/>
                  </a:cubicBezTo>
                  <a:cubicBezTo>
                    <a:pt x="276" y="12"/>
                    <a:pt x="276" y="12"/>
                    <a:pt x="276" y="12"/>
                  </a:cubicBezTo>
                  <a:cubicBezTo>
                    <a:pt x="12" y="12"/>
                    <a:pt x="12" y="12"/>
                    <a:pt x="12" y="12"/>
                  </a:cubicBezTo>
                  <a:cubicBezTo>
                    <a:pt x="12" y="168"/>
                    <a:pt x="12" y="168"/>
                    <a:pt x="12" y="168"/>
                  </a:cubicBezTo>
                  <a:cubicBezTo>
                    <a:pt x="54" y="168"/>
                    <a:pt x="54" y="168"/>
                    <a:pt x="54" y="168"/>
                  </a:cubicBezTo>
                  <a:cubicBezTo>
                    <a:pt x="58" y="168"/>
                    <a:pt x="60" y="171"/>
                    <a:pt x="60" y="174"/>
                  </a:cubicBezTo>
                  <a:cubicBezTo>
                    <a:pt x="60" y="177"/>
                    <a:pt x="58" y="180"/>
                    <a:pt x="54" y="180"/>
                  </a:cubicBezTo>
                  <a:cubicBezTo>
                    <a:pt x="6" y="180"/>
                    <a:pt x="6" y="180"/>
                    <a:pt x="6" y="180"/>
                  </a:cubicBezTo>
                  <a:cubicBezTo>
                    <a:pt x="3" y="180"/>
                    <a:pt x="0" y="177"/>
                    <a:pt x="0" y="174"/>
                  </a:cubicBezTo>
                  <a:cubicBezTo>
                    <a:pt x="0" y="6"/>
                    <a:pt x="0" y="6"/>
                    <a:pt x="0" y="6"/>
                  </a:cubicBezTo>
                  <a:cubicBezTo>
                    <a:pt x="0" y="3"/>
                    <a:pt x="3" y="0"/>
                    <a:pt x="6" y="0"/>
                  </a:cubicBezTo>
                  <a:cubicBezTo>
                    <a:pt x="282" y="0"/>
                    <a:pt x="282" y="0"/>
                    <a:pt x="282" y="0"/>
                  </a:cubicBezTo>
                  <a:cubicBezTo>
                    <a:pt x="286" y="0"/>
                    <a:pt x="288" y="3"/>
                    <a:pt x="288" y="6"/>
                  </a:cubicBezTo>
                  <a:cubicBezTo>
                    <a:pt x="288" y="174"/>
                    <a:pt x="288" y="174"/>
                    <a:pt x="288" y="174"/>
                  </a:cubicBezTo>
                  <a:cubicBezTo>
                    <a:pt x="288" y="177"/>
                    <a:pt x="286" y="180"/>
                    <a:pt x="282" y="1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58" name="Freeform 122">
              <a:extLst>
                <a:ext uri="{FF2B5EF4-FFF2-40B4-BE49-F238E27FC236}">
                  <a16:creationId xmlns:a16="http://schemas.microsoft.com/office/drawing/2014/main" id="{F8AE6BEC-A31D-A0CD-D21E-888E6C7DD88F}"/>
                </a:ext>
              </a:extLst>
            </p:cNvPr>
            <p:cNvSpPr>
              <a:spLocks noEditPoints="1"/>
            </p:cNvSpPr>
            <p:nvPr/>
          </p:nvSpPr>
          <p:spPr bwMode="auto">
            <a:xfrm>
              <a:off x="4811" y="2011"/>
              <a:ext cx="128" cy="126"/>
            </a:xfrm>
            <a:custGeom>
              <a:avLst/>
              <a:gdLst>
                <a:gd name="T0" fmla="*/ 42 w 84"/>
                <a:gd name="T1" fmla="*/ 84 h 84"/>
                <a:gd name="T2" fmla="*/ 0 w 84"/>
                <a:gd name="T3" fmla="*/ 42 h 84"/>
                <a:gd name="T4" fmla="*/ 42 w 84"/>
                <a:gd name="T5" fmla="*/ 0 h 84"/>
                <a:gd name="T6" fmla="*/ 84 w 84"/>
                <a:gd name="T7" fmla="*/ 42 h 84"/>
                <a:gd name="T8" fmla="*/ 42 w 84"/>
                <a:gd name="T9" fmla="*/ 84 h 84"/>
                <a:gd name="T10" fmla="*/ 42 w 84"/>
                <a:gd name="T11" fmla="*/ 12 h 84"/>
                <a:gd name="T12" fmla="*/ 12 w 84"/>
                <a:gd name="T13" fmla="*/ 42 h 84"/>
                <a:gd name="T14" fmla="*/ 42 w 84"/>
                <a:gd name="T15" fmla="*/ 72 h 84"/>
                <a:gd name="T16" fmla="*/ 72 w 84"/>
                <a:gd name="T17" fmla="*/ 42 h 84"/>
                <a:gd name="T18" fmla="*/ 42 w 84"/>
                <a:gd name="T19" fmla="*/ 1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84">
                  <a:moveTo>
                    <a:pt x="42" y="84"/>
                  </a:moveTo>
                  <a:cubicBezTo>
                    <a:pt x="19" y="84"/>
                    <a:pt x="0" y="65"/>
                    <a:pt x="0" y="42"/>
                  </a:cubicBezTo>
                  <a:cubicBezTo>
                    <a:pt x="0" y="19"/>
                    <a:pt x="19" y="0"/>
                    <a:pt x="42" y="0"/>
                  </a:cubicBezTo>
                  <a:cubicBezTo>
                    <a:pt x="65" y="0"/>
                    <a:pt x="84" y="19"/>
                    <a:pt x="84" y="42"/>
                  </a:cubicBezTo>
                  <a:cubicBezTo>
                    <a:pt x="84" y="65"/>
                    <a:pt x="65" y="84"/>
                    <a:pt x="42" y="84"/>
                  </a:cubicBezTo>
                  <a:close/>
                  <a:moveTo>
                    <a:pt x="42" y="12"/>
                  </a:moveTo>
                  <a:cubicBezTo>
                    <a:pt x="26" y="12"/>
                    <a:pt x="12" y="25"/>
                    <a:pt x="12" y="42"/>
                  </a:cubicBezTo>
                  <a:cubicBezTo>
                    <a:pt x="12" y="59"/>
                    <a:pt x="26" y="72"/>
                    <a:pt x="42" y="72"/>
                  </a:cubicBezTo>
                  <a:cubicBezTo>
                    <a:pt x="59" y="72"/>
                    <a:pt x="72" y="59"/>
                    <a:pt x="72" y="42"/>
                  </a:cubicBezTo>
                  <a:cubicBezTo>
                    <a:pt x="72" y="25"/>
                    <a:pt x="59"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59" name="Oval 123">
              <a:extLst>
                <a:ext uri="{FF2B5EF4-FFF2-40B4-BE49-F238E27FC236}">
                  <a16:creationId xmlns:a16="http://schemas.microsoft.com/office/drawing/2014/main" id="{47A1A7E8-ACCF-8E86-FCF4-DC90139BC3FC}"/>
                </a:ext>
              </a:extLst>
            </p:cNvPr>
            <p:cNvSpPr>
              <a:spLocks noChangeArrowheads="1"/>
            </p:cNvSpPr>
            <p:nvPr/>
          </p:nvSpPr>
          <p:spPr bwMode="auto">
            <a:xfrm>
              <a:off x="4728" y="2011"/>
              <a:ext cx="37"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60" name="Oval 124">
              <a:extLst>
                <a:ext uri="{FF2B5EF4-FFF2-40B4-BE49-F238E27FC236}">
                  <a16:creationId xmlns:a16="http://schemas.microsoft.com/office/drawing/2014/main" id="{70D76B4F-9D11-87B6-BE1D-EB2BCE77D578}"/>
                </a:ext>
              </a:extLst>
            </p:cNvPr>
            <p:cNvSpPr>
              <a:spLocks noChangeArrowheads="1"/>
            </p:cNvSpPr>
            <p:nvPr/>
          </p:nvSpPr>
          <p:spPr bwMode="auto">
            <a:xfrm>
              <a:off x="4985" y="2101"/>
              <a:ext cx="37"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sp>
          <p:nvSpPr>
            <p:cNvPr id="63" name="Freeform 125">
              <a:extLst>
                <a:ext uri="{FF2B5EF4-FFF2-40B4-BE49-F238E27FC236}">
                  <a16:creationId xmlns:a16="http://schemas.microsoft.com/office/drawing/2014/main" id="{27CC751F-9665-63A9-3D9D-FE4C5FCF5ABA}"/>
                </a:ext>
              </a:extLst>
            </p:cNvPr>
            <p:cNvSpPr>
              <a:spLocks/>
            </p:cNvSpPr>
            <p:nvPr/>
          </p:nvSpPr>
          <p:spPr bwMode="auto">
            <a:xfrm>
              <a:off x="4691" y="1975"/>
              <a:ext cx="368" cy="198"/>
            </a:xfrm>
            <a:custGeom>
              <a:avLst/>
              <a:gdLst>
                <a:gd name="T0" fmla="*/ 210 w 240"/>
                <a:gd name="T1" fmla="*/ 132 h 132"/>
                <a:gd name="T2" fmla="*/ 150 w 240"/>
                <a:gd name="T3" fmla="*/ 132 h 132"/>
                <a:gd name="T4" fmla="*/ 144 w 240"/>
                <a:gd name="T5" fmla="*/ 126 h 132"/>
                <a:gd name="T6" fmla="*/ 150 w 240"/>
                <a:gd name="T7" fmla="*/ 120 h 132"/>
                <a:gd name="T8" fmla="*/ 210 w 240"/>
                <a:gd name="T9" fmla="*/ 120 h 132"/>
                <a:gd name="T10" fmla="*/ 228 w 240"/>
                <a:gd name="T11" fmla="*/ 102 h 132"/>
                <a:gd name="T12" fmla="*/ 228 w 240"/>
                <a:gd name="T13" fmla="*/ 30 h 132"/>
                <a:gd name="T14" fmla="*/ 210 w 240"/>
                <a:gd name="T15" fmla="*/ 12 h 132"/>
                <a:gd name="T16" fmla="*/ 30 w 240"/>
                <a:gd name="T17" fmla="*/ 12 h 132"/>
                <a:gd name="T18" fmla="*/ 12 w 240"/>
                <a:gd name="T19" fmla="*/ 30 h 132"/>
                <a:gd name="T20" fmla="*/ 12 w 240"/>
                <a:gd name="T21" fmla="*/ 102 h 132"/>
                <a:gd name="T22" fmla="*/ 30 w 240"/>
                <a:gd name="T23" fmla="*/ 120 h 132"/>
                <a:gd name="T24" fmla="*/ 36 w 240"/>
                <a:gd name="T25" fmla="*/ 126 h 132"/>
                <a:gd name="T26" fmla="*/ 30 w 240"/>
                <a:gd name="T27" fmla="*/ 132 h 132"/>
                <a:gd name="T28" fmla="*/ 0 w 240"/>
                <a:gd name="T29" fmla="*/ 102 h 132"/>
                <a:gd name="T30" fmla="*/ 0 w 240"/>
                <a:gd name="T31" fmla="*/ 30 h 132"/>
                <a:gd name="T32" fmla="*/ 30 w 240"/>
                <a:gd name="T33" fmla="*/ 0 h 132"/>
                <a:gd name="T34" fmla="*/ 210 w 240"/>
                <a:gd name="T35" fmla="*/ 0 h 132"/>
                <a:gd name="T36" fmla="*/ 240 w 240"/>
                <a:gd name="T37" fmla="*/ 30 h 132"/>
                <a:gd name="T38" fmla="*/ 240 w 240"/>
                <a:gd name="T39" fmla="*/ 102 h 132"/>
                <a:gd name="T40" fmla="*/ 210 w 240"/>
                <a:gd name="T4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0" h="132">
                  <a:moveTo>
                    <a:pt x="210" y="132"/>
                  </a:moveTo>
                  <a:cubicBezTo>
                    <a:pt x="150" y="132"/>
                    <a:pt x="150" y="132"/>
                    <a:pt x="150" y="132"/>
                  </a:cubicBezTo>
                  <a:cubicBezTo>
                    <a:pt x="147" y="132"/>
                    <a:pt x="144" y="129"/>
                    <a:pt x="144" y="126"/>
                  </a:cubicBezTo>
                  <a:cubicBezTo>
                    <a:pt x="144" y="123"/>
                    <a:pt x="147" y="120"/>
                    <a:pt x="150" y="120"/>
                  </a:cubicBezTo>
                  <a:cubicBezTo>
                    <a:pt x="210" y="120"/>
                    <a:pt x="210" y="120"/>
                    <a:pt x="210" y="120"/>
                  </a:cubicBezTo>
                  <a:cubicBezTo>
                    <a:pt x="220" y="120"/>
                    <a:pt x="228" y="112"/>
                    <a:pt x="228" y="102"/>
                  </a:cubicBezTo>
                  <a:cubicBezTo>
                    <a:pt x="228" y="30"/>
                    <a:pt x="228" y="30"/>
                    <a:pt x="228" y="30"/>
                  </a:cubicBezTo>
                  <a:cubicBezTo>
                    <a:pt x="228" y="20"/>
                    <a:pt x="220" y="12"/>
                    <a:pt x="210" y="12"/>
                  </a:cubicBezTo>
                  <a:cubicBezTo>
                    <a:pt x="30" y="12"/>
                    <a:pt x="30" y="12"/>
                    <a:pt x="30" y="12"/>
                  </a:cubicBezTo>
                  <a:cubicBezTo>
                    <a:pt x="20" y="12"/>
                    <a:pt x="12" y="20"/>
                    <a:pt x="12" y="30"/>
                  </a:cubicBezTo>
                  <a:cubicBezTo>
                    <a:pt x="12" y="102"/>
                    <a:pt x="12" y="102"/>
                    <a:pt x="12" y="102"/>
                  </a:cubicBezTo>
                  <a:cubicBezTo>
                    <a:pt x="12" y="112"/>
                    <a:pt x="20" y="120"/>
                    <a:pt x="30" y="120"/>
                  </a:cubicBezTo>
                  <a:cubicBezTo>
                    <a:pt x="34" y="120"/>
                    <a:pt x="36" y="123"/>
                    <a:pt x="36" y="126"/>
                  </a:cubicBezTo>
                  <a:cubicBezTo>
                    <a:pt x="36" y="129"/>
                    <a:pt x="34" y="132"/>
                    <a:pt x="30" y="132"/>
                  </a:cubicBezTo>
                  <a:cubicBezTo>
                    <a:pt x="14" y="132"/>
                    <a:pt x="0" y="119"/>
                    <a:pt x="0" y="102"/>
                  </a:cubicBezTo>
                  <a:cubicBezTo>
                    <a:pt x="0" y="30"/>
                    <a:pt x="0" y="30"/>
                    <a:pt x="0" y="30"/>
                  </a:cubicBezTo>
                  <a:cubicBezTo>
                    <a:pt x="0" y="13"/>
                    <a:pt x="14" y="0"/>
                    <a:pt x="30" y="0"/>
                  </a:cubicBezTo>
                  <a:cubicBezTo>
                    <a:pt x="210" y="0"/>
                    <a:pt x="210" y="0"/>
                    <a:pt x="210" y="0"/>
                  </a:cubicBezTo>
                  <a:cubicBezTo>
                    <a:pt x="227" y="0"/>
                    <a:pt x="240" y="13"/>
                    <a:pt x="240" y="30"/>
                  </a:cubicBezTo>
                  <a:cubicBezTo>
                    <a:pt x="240" y="102"/>
                    <a:pt x="240" y="102"/>
                    <a:pt x="240" y="102"/>
                  </a:cubicBezTo>
                  <a:cubicBezTo>
                    <a:pt x="240" y="119"/>
                    <a:pt x="227" y="132"/>
                    <a:pt x="210" y="1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450073"/>
                </a:solidFill>
                <a:effectLst/>
                <a:uLnTx/>
                <a:uFillTx/>
                <a:latin typeface="Graphik"/>
                <a:ea typeface="+mn-ea"/>
                <a:cs typeface="Arial" charset="0"/>
              </a:endParaRPr>
            </a:p>
          </p:txBody>
        </p:sp>
      </p:grpSp>
      <p:sp>
        <p:nvSpPr>
          <p:cNvPr id="71" name="Title 5">
            <a:extLst>
              <a:ext uri="{FF2B5EF4-FFF2-40B4-BE49-F238E27FC236}">
                <a16:creationId xmlns:a16="http://schemas.microsoft.com/office/drawing/2014/main" id="{5EFC04EE-B86D-CD36-9209-8AB1A943DBDA}"/>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sz="1600" b="1">
                <a:latin typeface="Malgun Gothic"/>
              </a:defRPr>
            </a:pPr>
            <a:r>
              <a:t>사업 핵심 개요 — 3개 전략 축</a:t>
            </a:r>
          </a:p>
        </p:txBody>
      </p:sp>
      <p:sp>
        <p:nvSpPr>
          <p:cNvPr id="72" name="Text Placeholder 8">
            <a:extLst>
              <a:ext uri="{FF2B5EF4-FFF2-40B4-BE49-F238E27FC236}">
                <a16:creationId xmlns:a16="http://schemas.microsoft.com/office/drawing/2014/main" id="{378EE470-4E4A-A07E-B520-33F46DA1A1FF}"/>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sz="1200">
                <a:latin typeface="Malgun Gothic"/>
              </a:defRPr>
            </a:pPr>
            <a:r>
              <a:t>AI 플랫폼·클라우드·포털 3대 축 기반 디지털 전환 제안</a:t>
            </a:r>
          </a:p>
        </p:txBody>
      </p:sp>
    </p:spTree>
    <p:extLst>
      <p:ext uri="{BB962C8B-B14F-4D97-AF65-F5344CB8AC3E}">
        <p14:creationId xmlns:p14="http://schemas.microsoft.com/office/powerpoint/2010/main" val="1790266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3567A-0019-A6B4-5450-221AB43B1E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31324B-7060-6CE4-7786-11F99782C3C2}"/>
              </a:ext>
            </a:extLst>
          </p:cNvPr>
          <p:cNvSpPr>
            <a:spLocks noGrp="1"/>
          </p:cNvSpPr>
          <p:nvPr>
            <p:ph type="title"/>
          </p:nvPr>
        </p:nvSpPr>
        <p:spPr>
          <a:xfrm>
            <a:off x="381000" y="980728"/>
            <a:ext cx="11430000" cy="344710"/>
          </a:xfrm>
        </p:spPr>
        <p:txBody>
          <a:bodyPr/>
          <a:lstStyle/>
          <a:p>
            <a:r>
              <a:rPr lang="en-AU" sz="3200" dirty="0"/>
              <a:t>1. Our understanding and value proposition </a:t>
            </a:r>
          </a:p>
        </p:txBody>
      </p:sp>
    </p:spTree>
    <p:extLst>
      <p:ext uri="{BB962C8B-B14F-4D97-AF65-F5344CB8AC3E}">
        <p14:creationId xmlns:p14="http://schemas.microsoft.com/office/powerpoint/2010/main" val="305115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7D0D04B9-F4B8-45E2-9EEC-85452C19194A}"/>
              </a:ext>
            </a:extLst>
          </p:cNvPr>
          <p:cNvGraphicFramePr>
            <a:graphicFrameLocks noGrp="1"/>
          </p:cNvGraphicFramePr>
          <p:nvPr>
            <p:extLst>
              <p:ext uri="{D42A27DB-BD31-4B8C-83A1-F6EECF244321}">
                <p14:modId xmlns:p14="http://schemas.microsoft.com/office/powerpoint/2010/main" val="2217225449"/>
              </p:ext>
            </p:extLst>
          </p:nvPr>
        </p:nvGraphicFramePr>
        <p:xfrm>
          <a:off x="380999" y="1756614"/>
          <a:ext cx="11430001" cy="4067115"/>
        </p:xfrm>
        <a:graphic>
          <a:graphicData uri="http://schemas.openxmlformats.org/drawingml/2006/table">
            <a:tbl>
              <a:tblPr firstRow="1" bandRow="1">
                <a:tableStyleId>{F5AB1C69-6EDB-4FF4-983F-18BD219EF322}</a:tableStyleId>
              </a:tblPr>
              <a:tblGrid>
                <a:gridCol w="350082">
                  <a:extLst>
                    <a:ext uri="{9D8B030D-6E8A-4147-A177-3AD203B41FA5}">
                      <a16:colId xmlns:a16="http://schemas.microsoft.com/office/drawing/2014/main" val="20000"/>
                    </a:ext>
                  </a:extLst>
                </a:gridCol>
                <a:gridCol w="2338387">
                  <a:extLst>
                    <a:ext uri="{9D8B030D-6E8A-4147-A177-3AD203B41FA5}">
                      <a16:colId xmlns:a16="http://schemas.microsoft.com/office/drawing/2014/main" val="20001"/>
                    </a:ext>
                  </a:extLst>
                </a:gridCol>
                <a:gridCol w="4923114">
                  <a:extLst>
                    <a:ext uri="{9D8B030D-6E8A-4147-A177-3AD203B41FA5}">
                      <a16:colId xmlns:a16="http://schemas.microsoft.com/office/drawing/2014/main" val="20002"/>
                    </a:ext>
                  </a:extLst>
                </a:gridCol>
                <a:gridCol w="636403">
                  <a:extLst>
                    <a:ext uri="{9D8B030D-6E8A-4147-A177-3AD203B41FA5}">
                      <a16:colId xmlns:a16="http://schemas.microsoft.com/office/drawing/2014/main" val="20003"/>
                    </a:ext>
                  </a:extLst>
                </a:gridCol>
                <a:gridCol w="636403">
                  <a:extLst>
                    <a:ext uri="{9D8B030D-6E8A-4147-A177-3AD203B41FA5}">
                      <a16:colId xmlns:a16="http://schemas.microsoft.com/office/drawing/2014/main" val="20004"/>
                    </a:ext>
                  </a:extLst>
                </a:gridCol>
                <a:gridCol w="636403">
                  <a:extLst>
                    <a:ext uri="{9D8B030D-6E8A-4147-A177-3AD203B41FA5}">
                      <a16:colId xmlns:a16="http://schemas.microsoft.com/office/drawing/2014/main" val="20005"/>
                    </a:ext>
                  </a:extLst>
                </a:gridCol>
                <a:gridCol w="636403">
                  <a:extLst>
                    <a:ext uri="{9D8B030D-6E8A-4147-A177-3AD203B41FA5}">
                      <a16:colId xmlns:a16="http://schemas.microsoft.com/office/drawing/2014/main" val="20006"/>
                    </a:ext>
                  </a:extLst>
                </a:gridCol>
                <a:gridCol w="636403">
                  <a:extLst>
                    <a:ext uri="{9D8B030D-6E8A-4147-A177-3AD203B41FA5}">
                      <a16:colId xmlns:a16="http://schemas.microsoft.com/office/drawing/2014/main" val="20007"/>
                    </a:ext>
                  </a:extLst>
                </a:gridCol>
                <a:gridCol w="636403">
                  <a:extLst>
                    <a:ext uri="{9D8B030D-6E8A-4147-A177-3AD203B41FA5}">
                      <a16:colId xmlns:a16="http://schemas.microsoft.com/office/drawing/2014/main" val="20008"/>
                    </a:ext>
                  </a:extLst>
                </a:gridCol>
              </a:tblGrid>
              <a:tr h="0">
                <a:tc>
                  <a:txBody>
                    <a:bodyPr/>
                    <a:lstStyle/>
                    <a:p>
                      <a:pPr algn="ctr">
                        <a:lnSpc>
                          <a:spcPct val="100000"/>
                        </a:lnSpc>
                        <a:spcBef>
                          <a:spcPts val="0"/>
                        </a:spcBef>
                        <a:spcAft>
                          <a:spcPts val="0"/>
                        </a:spcAft>
                      </a:pPr>
                      <a:endParaRPr lang="en-US" sz="1400" b="1" cap="all" baseline="0">
                        <a:solidFill>
                          <a:schemeClr val="accent2"/>
                        </a:solidFill>
                        <a:latin typeface="Graphik" panose="020B0503030202060203" pitchFamily="34" charset="77"/>
                      </a:endParaRPr>
                    </a:p>
                  </a:txBody>
                  <a:tcPr marL="72000" marR="72000" marT="72000" marB="720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1" cap="all" baseline="0">
                        <a:solidFill>
                          <a:schemeClr val="accent2"/>
                        </a:solidFill>
                        <a:latin typeface="Graphik" panose="020B0503030202060203" pitchFamily="34" charset="77"/>
                      </a:endParaRPr>
                    </a:p>
                  </a:txBody>
                  <a:tcPr marL="72000" marR="72000" marT="72000" marB="720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1" cap="all" baseline="0">
                        <a:solidFill>
                          <a:schemeClr val="accent2"/>
                        </a:solidFill>
                        <a:latin typeface="Graphik" panose="020B0503030202060203" pitchFamily="34" charset="77"/>
                      </a:endParaRPr>
                    </a:p>
                  </a:txBody>
                  <a:tcPr marL="72000" marR="72000" marT="72000" marB="720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a:lnSpc>
                          <a:spcPct val="100000"/>
                        </a:lnSpc>
                        <a:spcBef>
                          <a:spcPts val="100"/>
                        </a:spcBef>
                        <a:spcAft>
                          <a:spcPts val="100"/>
                        </a:spcAft>
                      </a:pPr>
                      <a:r>
                        <a:rPr lang="en-US" sz="1400" b="0" i="0" cap="all" baseline="0">
                          <a:solidFill>
                            <a:schemeClr val="tx1"/>
                          </a:solidFill>
                          <a:latin typeface="Graphik Regular" panose="020B0503030202060203" pitchFamily="34" charset="77"/>
                        </a:rPr>
                        <a:t>Client Challenges</a:t>
                      </a:r>
                    </a:p>
                  </a:txBody>
                  <a:tcPr marL="72000" marR="72000" marT="72000" marB="720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sz="1000">
                        <a:solidFill>
                          <a:schemeClr val="tx1"/>
                        </a:solidFill>
                        <a:latin typeface="Arial Narrow" pitchFamily="34" charset="0"/>
                      </a:endParaRPr>
                    </a:p>
                  </a:txBody>
                  <a:tcPr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hMerge="1">
                  <a:txBody>
                    <a:bodyPr/>
                    <a:lstStyle/>
                    <a:p>
                      <a:endParaRPr lang="en-US" sz="1000">
                        <a:solidFill>
                          <a:schemeClr val="tx1"/>
                        </a:solidFill>
                        <a:latin typeface="Arial Narrow" pitchFamily="34" charset="0"/>
                      </a:endParaRPr>
                    </a:p>
                  </a:txBody>
                  <a:tcPr vert="vert2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hMerge="1">
                  <a:txBody>
                    <a:bodyPr/>
                    <a:lstStyle/>
                    <a:p>
                      <a:endParaRPr lang="en-US" sz="1000">
                        <a:solidFill>
                          <a:schemeClr val="tx1"/>
                        </a:solidFill>
                        <a:latin typeface="Arial Narrow" pitchFamily="34" charset="0"/>
                      </a:endParaRPr>
                    </a:p>
                  </a:txBody>
                  <a:tcPr vert="vert27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hMerge="1">
                  <a:txBody>
                    <a:bodyPr/>
                    <a:lstStyle/>
                    <a:p>
                      <a:endParaRPr lang="en-US" sz="1000">
                        <a:solidFill>
                          <a:schemeClr val="tx1"/>
                        </a:solidFill>
                        <a:latin typeface="Arial Narrow" pitchFamily="34" charset="0"/>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hMerge="1">
                  <a:txBody>
                    <a:bodyPr/>
                    <a:lstStyle/>
                    <a:p>
                      <a:endParaRPr lang="en-US" sz="1000">
                        <a:solidFill>
                          <a:schemeClr val="tx1"/>
                        </a:solidFill>
                        <a:latin typeface="Arial Narrow" pitchFamily="34" charset="0"/>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algn="ctr">
                        <a:lnSpc>
                          <a:spcPct val="100000"/>
                        </a:lnSpc>
                        <a:spcBef>
                          <a:spcPts val="0"/>
                        </a:spcBef>
                        <a:spcAft>
                          <a:spcPts val="0"/>
                        </a:spcAft>
                      </a:pPr>
                      <a:r>
                        <a:rPr lang="en-US" sz="1400" b="0" cap="all" baseline="0">
                          <a:solidFill>
                            <a:schemeClr val="bg1"/>
                          </a:solidFill>
                          <a:latin typeface="+mj-lt"/>
                        </a:rPr>
                        <a:t>#</a:t>
                      </a:r>
                    </a:p>
                  </a:txBody>
                  <a:tcPr marL="72000" marR="72000" marT="72000" marB="72000" anchor="b">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nSpc>
                          <a:spcPct val="100000"/>
                        </a:lnSpc>
                      </a:pPr>
                      <a:r>
                        <a:rPr lang="en-US" sz="1400" b="0" cap="all" baseline="0">
                          <a:solidFill>
                            <a:schemeClr val="bg1"/>
                          </a:solidFill>
                          <a:latin typeface="+mj-lt"/>
                        </a:rPr>
                        <a:t>HEADING MIN 14PT</a:t>
                      </a:r>
                      <a:endParaRPr lang="en-US" b="0">
                        <a:solidFill>
                          <a:schemeClr val="bg1"/>
                        </a:solidFill>
                        <a:latin typeface="+mj-lt"/>
                      </a:endParaRPr>
                    </a:p>
                  </a:txBody>
                  <a:tcPr marL="72000" marR="72000" marT="72000" marB="7200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nSpc>
                          <a:spcPct val="100000"/>
                        </a:lnSpc>
                      </a:pPr>
                      <a:r>
                        <a:rPr lang="en-US" sz="1400" b="0" cap="all" baseline="0">
                          <a:solidFill>
                            <a:schemeClr val="bg1"/>
                          </a:solidFill>
                          <a:latin typeface="+mj-lt"/>
                        </a:rPr>
                        <a:t>INSERT HEADING HERE MIN 14PT</a:t>
                      </a:r>
                      <a:endParaRPr lang="en-US" b="0">
                        <a:solidFill>
                          <a:schemeClr val="bg1"/>
                        </a:solidFill>
                        <a:latin typeface="+mj-lt"/>
                      </a:endParaRPr>
                    </a:p>
                  </a:txBody>
                  <a:tcPr marL="72000" marR="72000" marT="72000" marB="7200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ct val="100000"/>
                        </a:lnSpc>
                      </a:pPr>
                      <a:r>
                        <a:rPr lang="en-US" sz="1400" b="0">
                          <a:solidFill>
                            <a:schemeClr val="bg1"/>
                          </a:solidFill>
                          <a:latin typeface="+mj-lt"/>
                        </a:rPr>
                        <a:t>1</a:t>
                      </a:r>
                      <a:endParaRPr lang="en-US" b="0">
                        <a:solidFill>
                          <a:schemeClr val="bg1"/>
                        </a:solidFill>
                        <a:latin typeface="+mj-lt"/>
                      </a:endParaRPr>
                    </a:p>
                  </a:txBody>
                  <a:tcPr marL="72000" marR="72000" marT="72000" marB="7200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ct val="100000"/>
                        </a:lnSpc>
                      </a:pPr>
                      <a:r>
                        <a:rPr lang="en-US" sz="1400" b="0">
                          <a:solidFill>
                            <a:schemeClr val="bg1"/>
                          </a:solidFill>
                          <a:latin typeface="+mj-lt"/>
                        </a:rPr>
                        <a:t>2</a:t>
                      </a:r>
                      <a:endParaRPr lang="en-US" b="0">
                        <a:solidFill>
                          <a:schemeClr val="bg1"/>
                        </a:solidFill>
                        <a:latin typeface="+mj-lt"/>
                      </a:endParaRPr>
                    </a:p>
                  </a:txBody>
                  <a:tcPr marL="72000" marR="72000" marT="72000" marB="7200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ct val="100000"/>
                        </a:lnSpc>
                      </a:pPr>
                      <a:r>
                        <a:rPr lang="en-US" sz="1400" b="0">
                          <a:solidFill>
                            <a:schemeClr val="bg1"/>
                          </a:solidFill>
                          <a:latin typeface="+mj-lt"/>
                        </a:rPr>
                        <a:t>3</a:t>
                      </a:r>
                      <a:endParaRPr lang="en-US" b="0">
                        <a:solidFill>
                          <a:schemeClr val="bg1"/>
                        </a:solidFill>
                        <a:latin typeface="+mj-lt"/>
                      </a:endParaRPr>
                    </a:p>
                  </a:txBody>
                  <a:tcPr marL="72000" marR="72000" marT="72000" marB="7200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ct val="100000"/>
                        </a:lnSpc>
                      </a:pPr>
                      <a:r>
                        <a:rPr lang="en-US" sz="1400" b="0">
                          <a:solidFill>
                            <a:schemeClr val="bg1"/>
                          </a:solidFill>
                          <a:latin typeface="+mj-lt"/>
                        </a:rPr>
                        <a:t>4</a:t>
                      </a:r>
                      <a:endParaRPr lang="en-US" b="0">
                        <a:solidFill>
                          <a:schemeClr val="bg1"/>
                        </a:solidFill>
                        <a:latin typeface="+mj-lt"/>
                      </a:endParaRPr>
                    </a:p>
                  </a:txBody>
                  <a:tcPr marL="72000" marR="72000" marT="72000" marB="7200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ct val="100000"/>
                        </a:lnSpc>
                      </a:pPr>
                      <a:r>
                        <a:rPr lang="en-US" sz="1400" b="0">
                          <a:solidFill>
                            <a:schemeClr val="bg1"/>
                          </a:solidFill>
                          <a:latin typeface="+mj-lt"/>
                        </a:rPr>
                        <a:t>5</a:t>
                      </a:r>
                      <a:endParaRPr lang="en-US" b="0">
                        <a:solidFill>
                          <a:schemeClr val="bg1"/>
                        </a:solidFill>
                        <a:latin typeface="+mj-lt"/>
                      </a:endParaRPr>
                    </a:p>
                  </a:txBody>
                  <a:tcPr marL="72000" marR="72000" marT="72000" marB="7200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lnSpc>
                          <a:spcPct val="100000"/>
                        </a:lnSpc>
                      </a:pPr>
                      <a:r>
                        <a:rPr lang="en-US" sz="1400" b="0">
                          <a:solidFill>
                            <a:schemeClr val="bg1"/>
                          </a:solidFill>
                          <a:latin typeface="+mj-lt"/>
                        </a:rPr>
                        <a:t>6</a:t>
                      </a:r>
                      <a:endParaRPr lang="en-US" b="0">
                        <a:solidFill>
                          <a:schemeClr val="bg1"/>
                        </a:solidFill>
                        <a:latin typeface="+mj-lt"/>
                      </a:endParaRPr>
                    </a:p>
                  </a:txBody>
                  <a:tcPr marL="72000" marR="72000" marT="72000" marB="72000" anchor="b">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959320779"/>
                  </a:ext>
                </a:extLst>
              </a:tr>
              <a:tr h="0">
                <a:tc>
                  <a:txBody>
                    <a:bodyPr/>
                    <a:lstStyle/>
                    <a:p>
                      <a:pPr algn="ctr">
                        <a:lnSpc>
                          <a:spcPct val="110000"/>
                        </a:lnSpc>
                        <a:spcBef>
                          <a:spcPts val="0"/>
                        </a:spcBef>
                        <a:spcAft>
                          <a:spcPts val="0"/>
                        </a:spcAft>
                      </a:pPr>
                      <a:r>
                        <a:rPr lang="en-US" sz="1600" b="1">
                          <a:solidFill>
                            <a:schemeClr val="accent2"/>
                          </a:solidFill>
                          <a:latin typeface="+mj-lt"/>
                        </a:rPr>
                        <a:t>1</a:t>
                      </a: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10000"/>
                        </a:lnSpc>
                        <a:spcBef>
                          <a:spcPts val="0"/>
                        </a:spcBef>
                        <a:spcAft>
                          <a:spcPts val="0"/>
                        </a:spcAft>
                        <a:buClrTx/>
                        <a:buSzTx/>
                        <a:buFontTx/>
                        <a:buNone/>
                        <a:tabLst/>
                        <a:defRPr/>
                      </a:pPr>
                      <a:r>
                        <a:rPr lang="en-US" sz="1400" b="0">
                          <a:solidFill>
                            <a:schemeClr val="tx1"/>
                          </a:solidFill>
                          <a:latin typeface="Graphik" panose="020B0503030202060203" pitchFamily="34" charset="77"/>
                        </a:rPr>
                        <a:t>Insert title here min</a:t>
                      </a:r>
                      <a:r>
                        <a:rPr lang="en-US" sz="1400" b="0" baseline="0">
                          <a:solidFill>
                            <a:schemeClr val="tx1"/>
                          </a:solidFill>
                          <a:latin typeface="Graphik" panose="020B0503030202060203" pitchFamily="34" charset="77"/>
                        </a:rPr>
                        <a:t> 14pt </a:t>
                      </a:r>
                      <a:br>
                        <a:rPr lang="en-US" sz="1400" b="0" baseline="0">
                          <a:solidFill>
                            <a:schemeClr val="tx1"/>
                          </a:solidFill>
                          <a:latin typeface="Graphik" panose="020B0503030202060203" pitchFamily="34" charset="77"/>
                        </a:rPr>
                      </a:br>
                      <a:r>
                        <a:rPr lang="en-US" sz="1400" b="0" baseline="0">
                          <a:solidFill>
                            <a:schemeClr val="tx1"/>
                          </a:solidFill>
                          <a:latin typeface="Graphik" panose="020B0503030202060203" pitchFamily="34" charset="77"/>
                        </a:rPr>
                        <a:t>max 3 lines of text</a:t>
                      </a:r>
                      <a:endParaRPr lang="en-US" sz="1400" b="0" i="1">
                        <a:solidFill>
                          <a:schemeClr val="tx1"/>
                        </a:solidFill>
                        <a:latin typeface="Graphik" panose="020B0503030202060203" pitchFamily="34" charset="77"/>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b="0" dirty="0">
                          <a:solidFill>
                            <a:schemeClr val="tx1"/>
                          </a:solidFill>
                          <a:latin typeface="Graphik" panose="020B0503030202060203" pitchFamily="34" charset="77"/>
                        </a:rPr>
                        <a:t>Insert text here minimum</a:t>
                      </a:r>
                      <a:r>
                        <a:rPr lang="en-US" sz="1400" b="0" baseline="0" dirty="0">
                          <a:solidFill>
                            <a:schemeClr val="tx1"/>
                          </a:solidFill>
                          <a:latin typeface="Graphik" panose="020B0503030202060203" pitchFamily="34" charset="77"/>
                        </a:rPr>
                        <a:t> 14pt</a:t>
                      </a:r>
                    </a:p>
                    <a:p>
                      <a:pPr marL="180000" marR="0" lvl="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kern="0" dirty="0">
                          <a:solidFill>
                            <a:schemeClr val="tx1"/>
                          </a:solidFill>
                          <a:latin typeface="Graphik" panose="020B0503030202060203" pitchFamily="34" charset="77"/>
                          <a:ea typeface="Roboto Light" panose="02000000000000000000" pitchFamily="2" charset="0"/>
                          <a:cs typeface="Gotham Medium" pitchFamily="2" charset="0"/>
                        </a:rPr>
                        <a:t>Maximum</a:t>
                      </a:r>
                      <a:r>
                        <a:rPr lang="en-US" sz="1400" kern="0" baseline="0" dirty="0">
                          <a:solidFill>
                            <a:schemeClr val="tx1"/>
                          </a:solidFill>
                          <a:latin typeface="Graphik" panose="020B0503030202060203" pitchFamily="34" charset="77"/>
                          <a:ea typeface="Roboto Light" panose="02000000000000000000" pitchFamily="2" charset="0"/>
                          <a:cs typeface="Gotham Medium" pitchFamily="2" charset="0"/>
                        </a:rPr>
                        <a:t> bullet points dependent on number of rows</a:t>
                      </a:r>
                      <a:endParaRPr lang="en-US" sz="1400" kern="0" dirty="0">
                        <a:solidFill>
                          <a:schemeClr val="tx1"/>
                        </a:solidFill>
                        <a:latin typeface="Graphik" panose="020B0503030202060203" pitchFamily="34" charset="77"/>
                        <a:ea typeface="Roboto Light" panose="02000000000000000000" pitchFamily="2" charset="0"/>
                        <a:cs typeface="Gotham Medium" pitchFamily="2" charset="0"/>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en-US" sz="1600" b="0">
                          <a:solidFill>
                            <a:schemeClr val="accent1"/>
                          </a:solidFill>
                          <a:latin typeface="+mj-lt"/>
                          <a:sym typeface="Wingdings"/>
                        </a:rPr>
                        <a:t></a:t>
                      </a: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0">
                <a:tc>
                  <a:txBody>
                    <a:bodyPr/>
                    <a:lstStyle/>
                    <a:p>
                      <a:pPr algn="ctr">
                        <a:lnSpc>
                          <a:spcPct val="110000"/>
                        </a:lnSpc>
                        <a:spcBef>
                          <a:spcPts val="0"/>
                        </a:spcBef>
                        <a:spcAft>
                          <a:spcPts val="0"/>
                        </a:spcAft>
                      </a:pPr>
                      <a:r>
                        <a:rPr lang="en-US" sz="1600" b="1">
                          <a:solidFill>
                            <a:schemeClr val="accent2"/>
                          </a:solidFill>
                          <a:latin typeface="+mj-lt"/>
                        </a:rPr>
                        <a:t>2</a:t>
                      </a: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10000"/>
                        </a:lnSpc>
                        <a:spcBef>
                          <a:spcPts val="0"/>
                        </a:spcBef>
                        <a:spcAft>
                          <a:spcPts val="0"/>
                        </a:spcAft>
                        <a:buClrTx/>
                        <a:buSzTx/>
                        <a:buFontTx/>
                        <a:buNone/>
                        <a:tabLst/>
                        <a:defRPr/>
                      </a:pPr>
                      <a:r>
                        <a:rPr lang="en-US" sz="1400" b="0">
                          <a:solidFill>
                            <a:schemeClr val="tx1"/>
                          </a:solidFill>
                          <a:latin typeface="Graphik" panose="020B0503030202060203" pitchFamily="34" charset="77"/>
                        </a:rPr>
                        <a:t>Insert title here min</a:t>
                      </a:r>
                      <a:r>
                        <a:rPr lang="en-US" sz="1400" b="0" baseline="0">
                          <a:solidFill>
                            <a:schemeClr val="tx1"/>
                          </a:solidFill>
                          <a:latin typeface="Graphik" panose="020B0503030202060203" pitchFamily="34" charset="77"/>
                        </a:rPr>
                        <a:t> 14pt </a:t>
                      </a:r>
                      <a:br>
                        <a:rPr lang="en-US" sz="1400" b="0" baseline="0">
                          <a:solidFill>
                            <a:schemeClr val="tx1"/>
                          </a:solidFill>
                          <a:latin typeface="Graphik" panose="020B0503030202060203" pitchFamily="34" charset="77"/>
                        </a:rPr>
                      </a:br>
                      <a:r>
                        <a:rPr lang="en-US" sz="1400" b="0" baseline="0">
                          <a:solidFill>
                            <a:schemeClr val="tx1"/>
                          </a:solidFill>
                          <a:latin typeface="Graphik" panose="020B0503030202060203" pitchFamily="34" charset="77"/>
                        </a:rPr>
                        <a:t>max 3 lines of text</a:t>
                      </a:r>
                      <a:endParaRPr lang="en-US" sz="1400" b="0" i="1">
                        <a:solidFill>
                          <a:schemeClr val="tx1"/>
                        </a:solidFill>
                        <a:latin typeface="Graphik" panose="020B0503030202060203" pitchFamily="34" charset="77"/>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b="0">
                          <a:solidFill>
                            <a:schemeClr val="tx1"/>
                          </a:solidFill>
                          <a:latin typeface="Graphik" panose="020B0503030202060203" pitchFamily="34" charset="77"/>
                        </a:rPr>
                        <a:t>Insert text here minimum</a:t>
                      </a:r>
                      <a:r>
                        <a:rPr lang="en-US" sz="1400" b="0" baseline="0">
                          <a:solidFill>
                            <a:schemeClr val="tx1"/>
                          </a:solidFill>
                          <a:latin typeface="Graphik" panose="020B0503030202060203" pitchFamily="34" charset="77"/>
                        </a:rPr>
                        <a:t> 14pt</a:t>
                      </a:r>
                    </a:p>
                    <a:p>
                      <a:pPr marL="180000" marR="0" lvl="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kern="0">
                          <a:solidFill>
                            <a:schemeClr val="tx1"/>
                          </a:solidFill>
                          <a:latin typeface="Graphik" panose="020B0503030202060203" pitchFamily="34" charset="77"/>
                          <a:ea typeface="Roboto Light" panose="02000000000000000000" pitchFamily="2" charset="0"/>
                          <a:cs typeface="Gotham Medium" pitchFamily="2" charset="0"/>
                        </a:rPr>
                        <a:t>Maximum</a:t>
                      </a:r>
                      <a:r>
                        <a:rPr lang="en-US" sz="1400" kern="0" baseline="0">
                          <a:solidFill>
                            <a:schemeClr val="tx1"/>
                          </a:solidFill>
                          <a:latin typeface="Graphik" panose="020B0503030202060203" pitchFamily="34" charset="77"/>
                          <a:ea typeface="Roboto Light" panose="02000000000000000000" pitchFamily="2" charset="0"/>
                          <a:cs typeface="Gotham Medium" pitchFamily="2" charset="0"/>
                        </a:rPr>
                        <a:t> bullet points dependent on number of rows</a:t>
                      </a:r>
                      <a:endParaRPr lang="en-US" sz="1400" kern="0">
                        <a:solidFill>
                          <a:schemeClr val="tx1"/>
                        </a:solidFill>
                        <a:latin typeface="Graphik" panose="020B0503030202060203" pitchFamily="34" charset="77"/>
                        <a:ea typeface="Roboto Light" panose="02000000000000000000" pitchFamily="2" charset="0"/>
                        <a:cs typeface="Gotham Medium" pitchFamily="2" charset="0"/>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
                          <a:srgbClr val="000000"/>
                        </a:buClr>
                        <a:buSzTx/>
                        <a:buFontTx/>
                        <a:buNone/>
                        <a:tabLst/>
                        <a:defRPr/>
                      </a:pPr>
                      <a:r>
                        <a:rPr lang="en-US" sz="1600" b="0">
                          <a:solidFill>
                            <a:schemeClr val="accent1"/>
                          </a:solidFill>
                          <a:latin typeface="+mj-lt"/>
                          <a:sym typeface="Wingdings"/>
                        </a:rPr>
                        <a:t></a:t>
                      </a: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
                          <a:srgbClr val="000000"/>
                        </a:buClr>
                        <a:buSzTx/>
                        <a:buFontTx/>
                        <a:buNone/>
                        <a:tabLst/>
                        <a:defRPr/>
                      </a:pPr>
                      <a:r>
                        <a:rPr lang="en-US" sz="1600" b="0">
                          <a:solidFill>
                            <a:schemeClr val="accent1"/>
                          </a:solidFill>
                          <a:latin typeface="+mj-lt"/>
                          <a:sym typeface="Wingdings"/>
                        </a:rPr>
                        <a:t></a:t>
                      </a: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
                          <a:srgbClr val="000000"/>
                        </a:buClr>
                        <a:buSzTx/>
                        <a:buFontTx/>
                        <a:buNone/>
                        <a:tabLst/>
                        <a:defRPr/>
                      </a:pP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0">
                <a:tc>
                  <a:txBody>
                    <a:bodyPr/>
                    <a:lstStyle/>
                    <a:p>
                      <a:pPr algn="ctr">
                        <a:lnSpc>
                          <a:spcPct val="110000"/>
                        </a:lnSpc>
                        <a:spcBef>
                          <a:spcPts val="0"/>
                        </a:spcBef>
                        <a:spcAft>
                          <a:spcPts val="0"/>
                        </a:spcAft>
                      </a:pPr>
                      <a:r>
                        <a:rPr lang="en-US" sz="1600" b="1">
                          <a:solidFill>
                            <a:schemeClr val="accent2"/>
                          </a:solidFill>
                          <a:latin typeface="+mj-lt"/>
                        </a:rPr>
                        <a:t>3</a:t>
                      </a: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10000"/>
                        </a:lnSpc>
                        <a:spcBef>
                          <a:spcPts val="0"/>
                        </a:spcBef>
                        <a:spcAft>
                          <a:spcPts val="0"/>
                        </a:spcAft>
                        <a:buClrTx/>
                        <a:buSzTx/>
                        <a:buFontTx/>
                        <a:buNone/>
                        <a:tabLst/>
                        <a:defRPr/>
                      </a:pPr>
                      <a:r>
                        <a:rPr lang="en-US" sz="1400" b="0">
                          <a:solidFill>
                            <a:schemeClr val="tx1"/>
                          </a:solidFill>
                          <a:latin typeface="Graphik" panose="020B0503030202060203" pitchFamily="34" charset="77"/>
                        </a:rPr>
                        <a:t>Insert title here min</a:t>
                      </a:r>
                      <a:r>
                        <a:rPr lang="en-US" sz="1400" b="0" baseline="0">
                          <a:solidFill>
                            <a:schemeClr val="tx1"/>
                          </a:solidFill>
                          <a:latin typeface="Graphik" panose="020B0503030202060203" pitchFamily="34" charset="77"/>
                        </a:rPr>
                        <a:t> 14pt </a:t>
                      </a:r>
                      <a:br>
                        <a:rPr lang="en-US" sz="1400" b="0" baseline="0">
                          <a:solidFill>
                            <a:schemeClr val="tx1"/>
                          </a:solidFill>
                          <a:latin typeface="Graphik" panose="020B0503030202060203" pitchFamily="34" charset="77"/>
                        </a:rPr>
                      </a:br>
                      <a:r>
                        <a:rPr lang="en-US" sz="1400" b="0" baseline="0">
                          <a:solidFill>
                            <a:schemeClr val="tx1"/>
                          </a:solidFill>
                          <a:latin typeface="Graphik" panose="020B0503030202060203" pitchFamily="34" charset="77"/>
                        </a:rPr>
                        <a:t>max 3 lines of text</a:t>
                      </a:r>
                      <a:endParaRPr lang="en-US" sz="1400" b="0" i="1">
                        <a:solidFill>
                          <a:schemeClr val="tx1"/>
                        </a:solidFill>
                        <a:latin typeface="Graphik" panose="020B0503030202060203" pitchFamily="34" charset="77"/>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b="0">
                          <a:solidFill>
                            <a:schemeClr val="tx1"/>
                          </a:solidFill>
                          <a:latin typeface="Graphik" panose="020B0503030202060203" pitchFamily="34" charset="77"/>
                        </a:rPr>
                        <a:t>Insert text here minimum</a:t>
                      </a:r>
                      <a:r>
                        <a:rPr lang="en-US" sz="1400" b="0" baseline="0">
                          <a:solidFill>
                            <a:schemeClr val="tx1"/>
                          </a:solidFill>
                          <a:latin typeface="Graphik" panose="020B0503030202060203" pitchFamily="34" charset="77"/>
                        </a:rPr>
                        <a:t> 14pt</a:t>
                      </a:r>
                    </a:p>
                    <a:p>
                      <a:pPr marL="180000" marR="0" lvl="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kern="0">
                          <a:solidFill>
                            <a:schemeClr val="tx1"/>
                          </a:solidFill>
                          <a:latin typeface="Graphik" panose="020B0503030202060203" pitchFamily="34" charset="77"/>
                          <a:ea typeface="Roboto Light" panose="02000000000000000000" pitchFamily="2" charset="0"/>
                          <a:cs typeface="Gotham Medium" pitchFamily="2" charset="0"/>
                        </a:rPr>
                        <a:t>Maximum</a:t>
                      </a:r>
                      <a:r>
                        <a:rPr lang="en-US" sz="1400" kern="0" baseline="0">
                          <a:solidFill>
                            <a:schemeClr val="tx1"/>
                          </a:solidFill>
                          <a:latin typeface="Graphik" panose="020B0503030202060203" pitchFamily="34" charset="77"/>
                          <a:ea typeface="Roboto Light" panose="02000000000000000000" pitchFamily="2" charset="0"/>
                          <a:cs typeface="Gotham Medium" pitchFamily="2" charset="0"/>
                        </a:rPr>
                        <a:t> bullet points dependent on number of rows</a:t>
                      </a:r>
                      <a:endParaRPr lang="en-US" sz="1400" kern="0">
                        <a:solidFill>
                          <a:schemeClr val="tx1"/>
                        </a:solidFill>
                        <a:latin typeface="Graphik" panose="020B0503030202060203" pitchFamily="34" charset="77"/>
                        <a:ea typeface="Roboto Light" panose="02000000000000000000" pitchFamily="2" charset="0"/>
                        <a:cs typeface="Gotham Medium" pitchFamily="2" charset="0"/>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0">
                <a:tc>
                  <a:txBody>
                    <a:bodyPr/>
                    <a:lstStyle/>
                    <a:p>
                      <a:pPr algn="ctr">
                        <a:lnSpc>
                          <a:spcPct val="110000"/>
                        </a:lnSpc>
                        <a:spcBef>
                          <a:spcPts val="0"/>
                        </a:spcBef>
                        <a:spcAft>
                          <a:spcPts val="0"/>
                        </a:spcAft>
                      </a:pPr>
                      <a:r>
                        <a:rPr lang="en-US" sz="1600" b="1">
                          <a:solidFill>
                            <a:schemeClr val="accent2"/>
                          </a:solidFill>
                          <a:latin typeface="+mj-lt"/>
                        </a:rPr>
                        <a:t>4</a:t>
                      </a: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10000"/>
                        </a:lnSpc>
                        <a:spcBef>
                          <a:spcPts val="0"/>
                        </a:spcBef>
                        <a:spcAft>
                          <a:spcPts val="0"/>
                        </a:spcAft>
                        <a:buClrTx/>
                        <a:buSzTx/>
                        <a:buFontTx/>
                        <a:buNone/>
                        <a:tabLst/>
                        <a:defRPr/>
                      </a:pPr>
                      <a:r>
                        <a:rPr lang="en-US" sz="1400" b="0">
                          <a:solidFill>
                            <a:schemeClr val="tx1"/>
                          </a:solidFill>
                          <a:latin typeface="Graphik" panose="020B0503030202060203" pitchFamily="34" charset="77"/>
                        </a:rPr>
                        <a:t>Insert title here min</a:t>
                      </a:r>
                      <a:r>
                        <a:rPr lang="en-US" sz="1400" b="0" baseline="0">
                          <a:solidFill>
                            <a:schemeClr val="tx1"/>
                          </a:solidFill>
                          <a:latin typeface="Graphik" panose="020B0503030202060203" pitchFamily="34" charset="77"/>
                        </a:rPr>
                        <a:t> 14pt </a:t>
                      </a:r>
                      <a:br>
                        <a:rPr lang="en-US" sz="1400" b="0" baseline="0">
                          <a:solidFill>
                            <a:schemeClr val="tx1"/>
                          </a:solidFill>
                          <a:latin typeface="Graphik" panose="020B0503030202060203" pitchFamily="34" charset="77"/>
                        </a:rPr>
                      </a:br>
                      <a:r>
                        <a:rPr lang="en-US" sz="1400" b="0" baseline="0">
                          <a:solidFill>
                            <a:schemeClr val="tx1"/>
                          </a:solidFill>
                          <a:latin typeface="Graphik" panose="020B0503030202060203" pitchFamily="34" charset="77"/>
                        </a:rPr>
                        <a:t>max 3 lines of text</a:t>
                      </a:r>
                      <a:endParaRPr lang="en-US" sz="1400" b="0" i="1">
                        <a:solidFill>
                          <a:schemeClr val="tx1"/>
                        </a:solidFill>
                        <a:latin typeface="Graphik" panose="020B0503030202060203" pitchFamily="34" charset="77"/>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b="0">
                          <a:solidFill>
                            <a:schemeClr val="tx1"/>
                          </a:solidFill>
                          <a:latin typeface="Graphik" panose="020B0503030202060203" pitchFamily="34" charset="77"/>
                        </a:rPr>
                        <a:t>Insert text here minimum</a:t>
                      </a:r>
                      <a:r>
                        <a:rPr lang="en-US" sz="1400" b="0" baseline="0">
                          <a:solidFill>
                            <a:schemeClr val="tx1"/>
                          </a:solidFill>
                          <a:latin typeface="Graphik" panose="020B0503030202060203" pitchFamily="34" charset="77"/>
                        </a:rPr>
                        <a:t> 14pt</a:t>
                      </a:r>
                    </a:p>
                    <a:p>
                      <a:pPr marL="180000" marR="0" lvl="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kern="0">
                          <a:solidFill>
                            <a:schemeClr val="tx1"/>
                          </a:solidFill>
                          <a:latin typeface="Graphik" panose="020B0503030202060203" pitchFamily="34" charset="77"/>
                          <a:ea typeface="Roboto Light" panose="02000000000000000000" pitchFamily="2" charset="0"/>
                          <a:cs typeface="Gotham Medium" pitchFamily="2" charset="0"/>
                        </a:rPr>
                        <a:t>Maximum</a:t>
                      </a:r>
                      <a:r>
                        <a:rPr lang="en-US" sz="1400" kern="0" baseline="0">
                          <a:solidFill>
                            <a:schemeClr val="tx1"/>
                          </a:solidFill>
                          <a:latin typeface="Graphik" panose="020B0503030202060203" pitchFamily="34" charset="77"/>
                          <a:ea typeface="Roboto Light" panose="02000000000000000000" pitchFamily="2" charset="0"/>
                          <a:cs typeface="Gotham Medium" pitchFamily="2" charset="0"/>
                        </a:rPr>
                        <a:t> bullet points dependent on number of rows</a:t>
                      </a:r>
                      <a:endParaRPr lang="en-US" sz="1400" kern="0">
                        <a:solidFill>
                          <a:schemeClr val="tx1"/>
                        </a:solidFill>
                        <a:latin typeface="Graphik" panose="020B0503030202060203" pitchFamily="34" charset="77"/>
                        <a:ea typeface="Roboto Light" panose="02000000000000000000" pitchFamily="2" charset="0"/>
                        <a:cs typeface="Gotham Medium" pitchFamily="2" charset="0"/>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en-US" sz="1600" b="0">
                          <a:solidFill>
                            <a:schemeClr val="accent1"/>
                          </a:solidFill>
                          <a:latin typeface="+mj-lt"/>
                          <a:sym typeface="Wingdings"/>
                        </a:rPr>
                        <a:t></a:t>
                      </a: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10000"/>
                        </a:lnSpc>
                        <a:spcBef>
                          <a:spcPts val="0"/>
                        </a:spcBef>
                        <a:spcAft>
                          <a:spcPts val="0"/>
                        </a:spcAft>
                      </a:pPr>
                      <a:r>
                        <a:rPr lang="en-US" sz="1600" b="0">
                          <a:solidFill>
                            <a:schemeClr val="accent1"/>
                          </a:solidFill>
                          <a:latin typeface="+mj-lt"/>
                          <a:sym typeface="Wingdings"/>
                        </a:rPr>
                        <a:t></a:t>
                      </a: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en-US" sz="1600" b="0">
                          <a:solidFill>
                            <a:schemeClr val="accent1"/>
                          </a:solidFill>
                          <a:latin typeface="+mj-lt"/>
                          <a:sym typeface="Wingdings"/>
                        </a:rPr>
                        <a:t></a:t>
                      </a: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0">
                <a:tc>
                  <a:txBody>
                    <a:bodyPr/>
                    <a:lstStyle/>
                    <a:p>
                      <a:pPr algn="ctr">
                        <a:lnSpc>
                          <a:spcPct val="110000"/>
                        </a:lnSpc>
                        <a:spcBef>
                          <a:spcPts val="0"/>
                        </a:spcBef>
                        <a:spcAft>
                          <a:spcPts val="0"/>
                        </a:spcAft>
                      </a:pPr>
                      <a:r>
                        <a:rPr lang="en-US" sz="1600" b="1">
                          <a:solidFill>
                            <a:schemeClr val="accent2"/>
                          </a:solidFill>
                          <a:latin typeface="+mj-lt"/>
                        </a:rPr>
                        <a:t>5</a:t>
                      </a: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10000"/>
                        </a:lnSpc>
                        <a:spcBef>
                          <a:spcPts val="0"/>
                        </a:spcBef>
                        <a:spcAft>
                          <a:spcPts val="0"/>
                        </a:spcAft>
                        <a:buClrTx/>
                        <a:buSzTx/>
                        <a:buFontTx/>
                        <a:buNone/>
                        <a:tabLst/>
                        <a:defRPr/>
                      </a:pPr>
                      <a:r>
                        <a:rPr lang="en-US" sz="1400" b="0">
                          <a:solidFill>
                            <a:schemeClr val="tx1"/>
                          </a:solidFill>
                          <a:latin typeface="Graphik" panose="020B0503030202060203" pitchFamily="34" charset="77"/>
                        </a:rPr>
                        <a:t>Insert title here min</a:t>
                      </a:r>
                      <a:r>
                        <a:rPr lang="en-US" sz="1400" b="0" baseline="0">
                          <a:solidFill>
                            <a:schemeClr val="tx1"/>
                          </a:solidFill>
                          <a:latin typeface="Graphik" panose="020B0503030202060203" pitchFamily="34" charset="77"/>
                        </a:rPr>
                        <a:t> 14pt </a:t>
                      </a:r>
                      <a:br>
                        <a:rPr lang="en-US" sz="1400" b="0" baseline="0">
                          <a:solidFill>
                            <a:schemeClr val="tx1"/>
                          </a:solidFill>
                          <a:latin typeface="Graphik" panose="020B0503030202060203" pitchFamily="34" charset="77"/>
                        </a:rPr>
                      </a:br>
                      <a:r>
                        <a:rPr lang="en-US" sz="1400" b="0" baseline="0">
                          <a:solidFill>
                            <a:schemeClr val="tx1"/>
                          </a:solidFill>
                          <a:latin typeface="Graphik" panose="020B0503030202060203" pitchFamily="34" charset="77"/>
                        </a:rPr>
                        <a:t>max 3 lines of text</a:t>
                      </a:r>
                      <a:endParaRPr lang="en-US" sz="1400" b="0" i="1">
                        <a:solidFill>
                          <a:schemeClr val="tx1"/>
                        </a:solidFill>
                        <a:latin typeface="Graphik" panose="020B0503030202060203" pitchFamily="34" charset="77"/>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0000" marR="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b="0">
                          <a:solidFill>
                            <a:schemeClr val="tx1"/>
                          </a:solidFill>
                          <a:latin typeface="Graphik" panose="020B0503030202060203" pitchFamily="34" charset="77"/>
                        </a:rPr>
                        <a:t>Insert text here minimum</a:t>
                      </a:r>
                      <a:r>
                        <a:rPr lang="en-US" sz="1400" b="0" baseline="0">
                          <a:solidFill>
                            <a:schemeClr val="tx1"/>
                          </a:solidFill>
                          <a:latin typeface="Graphik" panose="020B0503030202060203" pitchFamily="34" charset="77"/>
                        </a:rPr>
                        <a:t> 14pt</a:t>
                      </a:r>
                    </a:p>
                    <a:p>
                      <a:pPr marL="180000" marR="0" lvl="0" indent="-180000" algn="l" defTabSz="914400" rtl="0" eaLnBrk="1" fontAlgn="auto" latinLnBrk="0" hangingPunct="1">
                        <a:lnSpc>
                          <a:spcPct val="110000"/>
                        </a:lnSpc>
                        <a:spcBef>
                          <a:spcPts val="600"/>
                        </a:spcBef>
                        <a:spcAft>
                          <a:spcPts val="0"/>
                        </a:spcAft>
                        <a:buClrTx/>
                        <a:buSzTx/>
                        <a:buFont typeface="Arial" pitchFamily="34" charset="0"/>
                        <a:buChar char="•"/>
                        <a:tabLst/>
                        <a:defRPr/>
                      </a:pPr>
                      <a:r>
                        <a:rPr lang="en-US" sz="1400" kern="0">
                          <a:solidFill>
                            <a:schemeClr val="tx1"/>
                          </a:solidFill>
                          <a:latin typeface="Graphik" panose="020B0503030202060203" pitchFamily="34" charset="77"/>
                          <a:ea typeface="Roboto Light" panose="02000000000000000000" pitchFamily="2" charset="0"/>
                          <a:cs typeface="Gotham Medium" pitchFamily="2" charset="0"/>
                        </a:rPr>
                        <a:t>Maximum</a:t>
                      </a:r>
                      <a:r>
                        <a:rPr lang="en-US" sz="1400" kern="0" baseline="0">
                          <a:solidFill>
                            <a:schemeClr val="tx1"/>
                          </a:solidFill>
                          <a:latin typeface="Graphik" panose="020B0503030202060203" pitchFamily="34" charset="77"/>
                          <a:ea typeface="Roboto Light" panose="02000000000000000000" pitchFamily="2" charset="0"/>
                          <a:cs typeface="Gotham Medium" pitchFamily="2" charset="0"/>
                        </a:rPr>
                        <a:t> bullet points dependent on number of rows</a:t>
                      </a:r>
                      <a:endParaRPr lang="en-US" sz="1400" kern="0">
                        <a:solidFill>
                          <a:schemeClr val="tx1"/>
                        </a:solidFill>
                        <a:latin typeface="Graphik" panose="020B0503030202060203" pitchFamily="34" charset="77"/>
                        <a:ea typeface="Roboto Light" panose="02000000000000000000" pitchFamily="2" charset="0"/>
                        <a:cs typeface="Gotham Medium" pitchFamily="2" charset="0"/>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
                          <a:srgbClr val="000000"/>
                        </a:buClr>
                        <a:buSzTx/>
                        <a:buFontTx/>
                        <a:buNone/>
                        <a:tabLst/>
                        <a:defRPr/>
                      </a:pPr>
                      <a:r>
                        <a:rPr lang="en-US" sz="1600" b="0" dirty="0">
                          <a:solidFill>
                            <a:schemeClr val="accent1"/>
                          </a:solidFill>
                          <a:latin typeface="+mj-lt"/>
                          <a:sym typeface="Wingdings"/>
                        </a:rPr>
                        <a:t></a:t>
                      </a:r>
                      <a:endParaRPr kumimoji="0" lang="en-US" sz="1600" b="0" i="0" u="none" strike="noStrike" kern="1200" cap="none" spc="0" normalizeH="0" baseline="0" noProof="0" dirty="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10000"/>
                        </a:lnSpc>
                        <a:spcBef>
                          <a:spcPts val="0"/>
                        </a:spcBef>
                        <a:spcAft>
                          <a:spcPts val="0"/>
                        </a:spcAft>
                        <a:buClr>
                          <a:srgbClr val="000000"/>
                        </a:buClr>
                        <a:buSzTx/>
                        <a:buFontTx/>
                        <a:buNone/>
                        <a:tabLst/>
                        <a:defRPr/>
                      </a:pPr>
                      <a:r>
                        <a:rPr lang="en-US" sz="1600" b="0">
                          <a:solidFill>
                            <a:schemeClr val="accent1"/>
                          </a:solidFill>
                          <a:latin typeface="+mj-lt"/>
                          <a:sym typeface="Wingdings"/>
                        </a:rPr>
                        <a:t></a:t>
                      </a: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
                          <a:srgbClr val="000000"/>
                        </a:buClr>
                        <a:buSzTx/>
                        <a:buFontTx/>
                        <a:buNone/>
                        <a:tabLst/>
                        <a:defRPr/>
                      </a:pPr>
                      <a:r>
                        <a:rPr lang="en-US" sz="1600" b="0">
                          <a:solidFill>
                            <a:schemeClr val="accent1"/>
                          </a:solidFill>
                          <a:latin typeface="+mj-lt"/>
                          <a:sym typeface="Wingdings"/>
                        </a:rPr>
                        <a:t></a:t>
                      </a: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
                          <a:srgbClr val="000000"/>
                        </a:buClr>
                        <a:buSzTx/>
                        <a:buFontTx/>
                        <a:buNone/>
                        <a:tabLst/>
                        <a:defRPr/>
                      </a:pPr>
                      <a:r>
                        <a:rPr lang="en-US" sz="1600" b="0">
                          <a:solidFill>
                            <a:schemeClr val="accent1"/>
                          </a:solidFill>
                          <a:latin typeface="+mj-lt"/>
                          <a:sym typeface="Wingdings"/>
                        </a:rPr>
                        <a:t></a:t>
                      </a:r>
                      <a:endParaRPr kumimoji="0" lang="en-US" sz="1600" b="0" i="0" u="none" strike="noStrike" kern="1200" cap="none" spc="0" normalizeH="0" baseline="0" noProof="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10000"/>
                        </a:lnSpc>
                        <a:spcBef>
                          <a:spcPts val="0"/>
                        </a:spcBef>
                        <a:spcAft>
                          <a:spcPts val="0"/>
                        </a:spcAft>
                        <a:buFont typeface="Arial" pitchFamily="34" charset="0"/>
                        <a:buNone/>
                      </a:pPr>
                      <a:endParaRPr lang="en-US" sz="1600" b="0">
                        <a:solidFill>
                          <a:schemeClr val="accent1"/>
                        </a:solidFill>
                        <a:latin typeface="+mj-lt"/>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0000"/>
                        </a:lnSpc>
                        <a:spcBef>
                          <a:spcPts val="0"/>
                        </a:spcBef>
                        <a:spcAft>
                          <a:spcPts val="0"/>
                        </a:spcAft>
                        <a:buClr>
                          <a:srgbClr val="000000"/>
                        </a:buClr>
                        <a:buSzTx/>
                        <a:buFontTx/>
                        <a:buNone/>
                        <a:tabLst/>
                        <a:defRPr/>
                      </a:pPr>
                      <a:endParaRPr kumimoji="0" lang="en-US" sz="1600" b="0" i="0" u="none" strike="noStrike" kern="1200" cap="none" spc="0" normalizeH="0" baseline="0" noProof="0" dirty="0">
                        <a:ln>
                          <a:noFill/>
                        </a:ln>
                        <a:solidFill>
                          <a:schemeClr val="accent1"/>
                        </a:solidFill>
                        <a:effectLst/>
                        <a:uLnTx/>
                        <a:uFillTx/>
                        <a:latin typeface="+mj-lt"/>
                        <a:ea typeface="+mn-ea"/>
                        <a:cs typeface="+mn-cs"/>
                      </a:endParaRPr>
                    </a:p>
                  </a:txBody>
                  <a:tcPr marL="72000" marR="72000" marT="72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grpSp>
        <p:nvGrpSpPr>
          <p:cNvPr id="3" name="Gruppieren 2">
            <a:extLst>
              <a:ext uri="{FF2B5EF4-FFF2-40B4-BE49-F238E27FC236}">
                <a16:creationId xmlns:a16="http://schemas.microsoft.com/office/drawing/2014/main" id="{6CAAB3AB-2163-48C2-9232-0627F7AF78EE}"/>
              </a:ext>
            </a:extLst>
          </p:cNvPr>
          <p:cNvGrpSpPr/>
          <p:nvPr/>
        </p:nvGrpSpPr>
        <p:grpSpPr>
          <a:xfrm>
            <a:off x="8100482" y="1948218"/>
            <a:ext cx="3672000" cy="0"/>
            <a:chOff x="7840352" y="2034927"/>
            <a:chExt cx="3548743" cy="0"/>
          </a:xfrm>
        </p:grpSpPr>
        <p:cxnSp>
          <p:nvCxnSpPr>
            <p:cNvPr id="9" name="Straight Connector 8">
              <a:extLst>
                <a:ext uri="{FF2B5EF4-FFF2-40B4-BE49-F238E27FC236}">
                  <a16:creationId xmlns:a16="http://schemas.microsoft.com/office/drawing/2014/main" id="{066BFFEC-80F0-400E-BE10-B806EB58A583}"/>
                </a:ext>
              </a:extLst>
            </p:cNvPr>
            <p:cNvCxnSpPr>
              <a:cxnSpLocks/>
            </p:cNvCxnSpPr>
            <p:nvPr/>
          </p:nvCxnSpPr>
          <p:spPr>
            <a:xfrm flipH="1">
              <a:off x="10741396" y="2034927"/>
              <a:ext cx="647699" cy="0"/>
            </a:xfrm>
            <a:prstGeom prst="line">
              <a:avLst/>
            </a:prstGeom>
            <a:ln w="12700">
              <a:solidFill>
                <a:schemeClr val="accent4"/>
              </a:solidFill>
              <a:headEnd type="ova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11C4F36-2DC1-4C78-9F0B-35E349C2ED43}"/>
                </a:ext>
              </a:extLst>
            </p:cNvPr>
            <p:cNvCxnSpPr>
              <a:cxnSpLocks/>
            </p:cNvCxnSpPr>
            <p:nvPr/>
          </p:nvCxnSpPr>
          <p:spPr>
            <a:xfrm>
              <a:off x="7840352" y="2034927"/>
              <a:ext cx="636637" cy="0"/>
            </a:xfrm>
            <a:prstGeom prst="line">
              <a:avLst/>
            </a:prstGeom>
            <a:ln w="12700">
              <a:solidFill>
                <a:schemeClr val="accent4"/>
              </a:solidFill>
              <a:headEnd type="oval"/>
            </a:ln>
          </p:spPr>
          <p:style>
            <a:lnRef idx="1">
              <a:schemeClr val="accent1"/>
            </a:lnRef>
            <a:fillRef idx="0">
              <a:schemeClr val="accent1"/>
            </a:fillRef>
            <a:effectRef idx="0">
              <a:schemeClr val="accent1"/>
            </a:effectRef>
            <a:fontRef idx="minor">
              <a:schemeClr val="tx1"/>
            </a:fontRef>
          </p:style>
        </p:cxnSp>
      </p:grpSp>
      <p:sp>
        <p:nvSpPr>
          <p:cNvPr id="2" name="Foliennummernplatzhalter 1">
            <a:extLst>
              <a:ext uri="{FF2B5EF4-FFF2-40B4-BE49-F238E27FC236}">
                <a16:creationId xmlns:a16="http://schemas.microsoft.com/office/drawing/2014/main" id="{53A2BF5B-46A6-47C8-8572-611950F030D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6" name="Title 5">
            <a:extLst>
              <a:ext uri="{FF2B5EF4-FFF2-40B4-BE49-F238E27FC236}">
                <a16:creationId xmlns:a16="http://schemas.microsoft.com/office/drawing/2014/main" id="{E9989D7F-0F60-4219-D8E0-2E5AD4DE62E7}"/>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Our Understanding of your Challenges</a:t>
            </a:r>
          </a:p>
        </p:txBody>
      </p:sp>
      <p:sp>
        <p:nvSpPr>
          <p:cNvPr id="7" name="Text Placeholder 8">
            <a:extLst>
              <a:ext uri="{FF2B5EF4-FFF2-40B4-BE49-F238E27FC236}">
                <a16:creationId xmlns:a16="http://schemas.microsoft.com/office/drawing/2014/main" id="{B73C7458-56FC-651D-FB6D-C6410C35CB08}"/>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
        <p:nvSpPr>
          <p:cNvPr id="4" name="Rectangle 3">
            <a:extLst>
              <a:ext uri="{FF2B5EF4-FFF2-40B4-BE49-F238E27FC236}">
                <a16:creationId xmlns:a16="http://schemas.microsoft.com/office/drawing/2014/main" id="{6AFFCC9F-F468-14BF-1FB2-0A924AE38C06}"/>
              </a:ext>
            </a:extLst>
          </p:cNvPr>
          <p:cNvSpPr/>
          <p:nvPr/>
        </p:nvSpPr>
        <p:spPr>
          <a:xfrm>
            <a:off x="10368601" y="0"/>
            <a:ext cx="1823399" cy="477227"/>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1000">
                <a:solidFill>
                  <a:schemeClr val="tx1"/>
                </a:solidFill>
              </a:rPr>
              <a:t>체크 표시는 추가확인 필요</a:t>
            </a:r>
            <a:endParaRPr lang="en-US" sz="1000" dirty="0">
              <a:solidFill>
                <a:schemeClr val="tx1"/>
              </a:solidFill>
            </a:endParaRPr>
          </a:p>
        </p:txBody>
      </p:sp>
    </p:spTree>
    <p:extLst>
      <p:ext uri="{BB962C8B-B14F-4D97-AF65-F5344CB8AC3E}">
        <p14:creationId xmlns:p14="http://schemas.microsoft.com/office/powerpoint/2010/main" val="2116449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gray">
          <a:xfrm>
            <a:off x="551793" y="4346268"/>
            <a:ext cx="5399745" cy="726717"/>
          </a:xfrm>
          <a:prstGeom prst="rect">
            <a:avLst/>
          </a:prstGeom>
          <a:solidFill>
            <a:schemeClr val="accent4">
              <a:lumMod val="20000"/>
              <a:lumOff val="80000"/>
            </a:schemeClr>
          </a:solidFill>
          <a:ln w="6350">
            <a:noFill/>
            <a:miter lim="800000"/>
            <a:headEnd/>
            <a:tailEnd/>
          </a:ln>
          <a:effectLst/>
        </p:spPr>
        <p:txBody>
          <a:bodyPr vert="horz" wrap="square" lIns="252000" tIns="72000" rIns="72000" bIns="72000" numCol="1" rtlCol="0" anchor="ctr" anchorCtr="0" compatLnSpc="1">
            <a:prstTxWarp prst="textNoShape">
              <a:avLst/>
            </a:prstTxWarp>
            <a:noAutofit/>
          </a:bodyPr>
          <a:lstStyle/>
          <a:p>
            <a:pPr marL="0" marR="0" lvl="0" indent="0" defTabSz="914400" eaLnBrk="1" fontAlgn="auto" latinLnBrk="0" hangingPunct="1">
              <a:lnSpc>
                <a:spcPct val="110000"/>
              </a:lnSpc>
              <a:spcBef>
                <a:spcPts val="0"/>
              </a:spcBef>
              <a:spcAft>
                <a:spcPts val="300"/>
              </a:spcAft>
              <a:buClrTx/>
              <a:buSzTx/>
              <a:buFontTx/>
              <a:buNone/>
              <a:tabLst>
                <a:tab pos="119060" algn="l"/>
              </a:tabLst>
              <a:defRPr/>
            </a:pPr>
            <a:endParaRPr kumimoji="0" lang="en-US" sz="1400" b="1" i="0" u="none" strike="noStrike" kern="0" cap="none" spc="0" normalizeH="0" baseline="0" noProof="0">
              <a:ln>
                <a:noFill/>
              </a:ln>
              <a:solidFill>
                <a:sysClr val="windowText" lastClr="000000"/>
              </a:solidFill>
              <a:effectLst/>
              <a:uLnTx/>
              <a:uFillTx/>
              <a:latin typeface="SimSun" panose="02010600030101010101" pitchFamily="2" charset="-122"/>
              <a:cs typeface="Arial" pitchFamily="34" charset="0"/>
            </a:endParaRPr>
          </a:p>
        </p:txBody>
      </p:sp>
      <p:sp>
        <p:nvSpPr>
          <p:cNvPr id="5" name="Rectangle 4"/>
          <p:cNvSpPr/>
          <p:nvPr/>
        </p:nvSpPr>
        <p:spPr bwMode="gray">
          <a:xfrm>
            <a:off x="551793" y="2376441"/>
            <a:ext cx="5399745" cy="726717"/>
          </a:xfrm>
          <a:prstGeom prst="rect">
            <a:avLst/>
          </a:prstGeom>
          <a:solidFill>
            <a:schemeClr val="accent4">
              <a:lumMod val="20000"/>
              <a:lumOff val="80000"/>
            </a:schemeClr>
          </a:solidFill>
          <a:ln w="6350">
            <a:noFill/>
            <a:miter lim="800000"/>
            <a:headEnd/>
            <a:tailEnd/>
          </a:ln>
          <a:effectLst/>
        </p:spPr>
        <p:txBody>
          <a:bodyPr vert="horz" wrap="square" lIns="252000" tIns="72000" rIns="72000" bIns="72000" numCol="1" rtlCol="0" anchor="ctr" anchorCtr="0" compatLnSpc="1">
            <a:prstTxWarp prst="textNoShape">
              <a:avLst/>
            </a:prstTxWarp>
            <a:noAutofit/>
          </a:bodyPr>
          <a:lstStyle/>
          <a:p>
            <a:pPr marL="0" marR="0" lvl="0" indent="0" defTabSz="914400" eaLnBrk="1" fontAlgn="auto" latinLnBrk="0" hangingPunct="1">
              <a:lnSpc>
                <a:spcPct val="110000"/>
              </a:lnSpc>
              <a:spcBef>
                <a:spcPts val="0"/>
              </a:spcBef>
              <a:spcAft>
                <a:spcPts val="300"/>
              </a:spcAft>
              <a:buClrTx/>
              <a:buSzTx/>
              <a:buFontTx/>
              <a:buNone/>
              <a:tabLst/>
              <a:defRPr/>
            </a:pPr>
            <a:r>
              <a:rPr lang="en-US" sz="1400" b="1" kern="0">
                <a:solidFill>
                  <a:sysClr val="windowText" lastClr="000000"/>
                </a:solidFill>
                <a:cs typeface="Arial" pitchFamily="34" charset="0"/>
              </a:rPr>
              <a:t>Insert Text at 14 </a:t>
            </a:r>
            <a:r>
              <a:rPr lang="en-US" sz="1400" b="1" kern="0" err="1">
                <a:solidFill>
                  <a:sysClr val="windowText" lastClr="000000"/>
                </a:solidFill>
                <a:cs typeface="Arial" pitchFamily="34" charset="0"/>
              </a:rPr>
              <a:t>pt</a:t>
            </a:r>
            <a:endParaRPr kumimoji="0" lang="en-US" sz="1400" b="1" i="0" u="none" strike="noStrike" kern="0" cap="none" spc="0" normalizeH="0" baseline="0" noProof="0">
              <a:ln>
                <a:noFill/>
              </a:ln>
              <a:solidFill>
                <a:sysClr val="windowText" lastClr="000000"/>
              </a:solidFill>
              <a:effectLst/>
              <a:uLnTx/>
              <a:uFillTx/>
              <a:cs typeface="Arial" pitchFamily="34" charset="0"/>
            </a:endParaRPr>
          </a:p>
        </p:txBody>
      </p:sp>
      <p:sp>
        <p:nvSpPr>
          <p:cNvPr id="6" name="Rectangle 5"/>
          <p:cNvSpPr/>
          <p:nvPr/>
        </p:nvSpPr>
        <p:spPr bwMode="gray">
          <a:xfrm>
            <a:off x="551793" y="5331183"/>
            <a:ext cx="5399745" cy="726717"/>
          </a:xfrm>
          <a:prstGeom prst="rect">
            <a:avLst/>
          </a:prstGeom>
          <a:solidFill>
            <a:schemeClr val="accent4">
              <a:lumMod val="20000"/>
              <a:lumOff val="80000"/>
            </a:schemeClr>
          </a:solidFill>
          <a:ln w="6350">
            <a:noFill/>
            <a:miter lim="800000"/>
            <a:headEnd/>
            <a:tailEnd/>
          </a:ln>
          <a:effectLst/>
        </p:spPr>
        <p:txBody>
          <a:bodyPr vert="horz" wrap="square" lIns="252000" tIns="72000" rIns="72000" bIns="72000" numCol="1" rtlCol="0" anchor="ctr" anchorCtr="0" compatLnSpc="1">
            <a:prstTxWarp prst="textNoShape">
              <a:avLst/>
            </a:prstTxWarp>
            <a:noAutofit/>
          </a:bodyPr>
          <a:lstStyle/>
          <a:p>
            <a:pPr marL="0" marR="0" lvl="0" indent="0" defTabSz="914400" eaLnBrk="1" fontAlgn="base" latinLnBrk="0" hangingPunct="1">
              <a:lnSpc>
                <a:spcPct val="110000"/>
              </a:lnSpc>
              <a:spcBef>
                <a:spcPts val="0"/>
              </a:spcBef>
              <a:spcAft>
                <a:spcPts val="300"/>
              </a:spcAft>
              <a:buClrTx/>
              <a:buSzTx/>
              <a:buFontTx/>
              <a:buNone/>
              <a:tabLst/>
              <a:defRPr/>
            </a:pPr>
            <a:endParaRPr kumimoji="0" lang="en-US" sz="1400" b="1" i="0" u="none" strike="noStrike" kern="0" cap="none" spc="0" normalizeH="0" baseline="0" noProof="0">
              <a:ln>
                <a:noFill/>
              </a:ln>
              <a:solidFill>
                <a:sysClr val="windowText" lastClr="000000"/>
              </a:solidFill>
              <a:effectLst/>
              <a:uLnTx/>
              <a:uFillTx/>
              <a:latin typeface="SimSun" panose="02010600030101010101" pitchFamily="2" charset="-122"/>
              <a:cs typeface="Arial" pitchFamily="34" charset="0"/>
            </a:endParaRPr>
          </a:p>
        </p:txBody>
      </p:sp>
      <p:sp>
        <p:nvSpPr>
          <p:cNvPr id="7" name="Rectangle 6"/>
          <p:cNvSpPr/>
          <p:nvPr/>
        </p:nvSpPr>
        <p:spPr bwMode="gray">
          <a:xfrm>
            <a:off x="551793" y="3361355"/>
            <a:ext cx="5399745" cy="726717"/>
          </a:xfrm>
          <a:prstGeom prst="rect">
            <a:avLst/>
          </a:prstGeom>
          <a:solidFill>
            <a:schemeClr val="accent4">
              <a:lumMod val="20000"/>
              <a:lumOff val="80000"/>
            </a:schemeClr>
          </a:solidFill>
          <a:ln w="6350">
            <a:noFill/>
            <a:miter lim="800000"/>
            <a:headEnd/>
            <a:tailEnd/>
          </a:ln>
          <a:effectLst/>
        </p:spPr>
        <p:txBody>
          <a:bodyPr vert="horz" wrap="square" lIns="252000" tIns="72000" rIns="72000" bIns="72000" numCol="1" rtlCol="0" anchor="ctr" anchorCtr="0" compatLnSpc="1">
            <a:prstTxWarp prst="textNoShape">
              <a:avLst/>
            </a:prstTxWarp>
            <a:noAutofit/>
          </a:bodyPr>
          <a:lstStyle/>
          <a:p>
            <a:pPr marL="0" marR="0" lvl="0" indent="0" defTabSz="914400" eaLnBrk="1" fontAlgn="base" latinLnBrk="0" hangingPunct="1">
              <a:lnSpc>
                <a:spcPct val="110000"/>
              </a:lnSpc>
              <a:spcBef>
                <a:spcPts val="0"/>
              </a:spcBef>
              <a:spcAft>
                <a:spcPts val="300"/>
              </a:spcAft>
              <a:buClrTx/>
              <a:buSzTx/>
              <a:buFontTx/>
              <a:buNone/>
              <a:tabLst>
                <a:tab pos="119060" algn="l"/>
              </a:tabLst>
              <a:defRPr/>
            </a:pPr>
            <a:endParaRPr kumimoji="0" lang="en-US" sz="1400" b="1" i="0" u="none" strike="noStrike" kern="0" cap="none" spc="0" normalizeH="0" baseline="0" noProof="0">
              <a:ln>
                <a:noFill/>
              </a:ln>
              <a:solidFill>
                <a:sysClr val="windowText" lastClr="000000"/>
              </a:solidFill>
              <a:effectLst/>
              <a:uLnTx/>
              <a:uFillTx/>
              <a:latin typeface="SimSun" panose="02010600030101010101" pitchFamily="2" charset="-122"/>
              <a:cs typeface="Arial" pitchFamily="34" charset="0"/>
            </a:endParaRPr>
          </a:p>
        </p:txBody>
      </p:sp>
      <p:sp>
        <p:nvSpPr>
          <p:cNvPr id="10" name="Isosceles Triangle 9"/>
          <p:cNvSpPr/>
          <p:nvPr/>
        </p:nvSpPr>
        <p:spPr bwMode="gray">
          <a:xfrm rot="5400000">
            <a:off x="5459469" y="4119948"/>
            <a:ext cx="1273062" cy="194444"/>
          </a:xfrm>
          <a:prstGeom prst="triangle">
            <a:avLst/>
          </a:prstGeom>
          <a:solidFill>
            <a:schemeClr val="accent6"/>
          </a:solidFill>
          <a:ln w="6350">
            <a:noFill/>
            <a:miter lim="800000"/>
            <a:headEnd/>
            <a:tailEnd/>
          </a:ln>
          <a:effectLst/>
        </p:spPr>
        <p:txBody>
          <a:bodyPr vert="horz" wrap="square" lIns="72000" tIns="72000" rIns="72000" bIns="72000" numCol="1" rtlCol="0" anchor="t" anchorCtr="0" compatLnSpc="1">
            <a:prstTxWarp prst="textNoShape">
              <a:avLst/>
            </a:prstTxWarp>
            <a:noAutofit/>
          </a:bodyPr>
          <a:lstStyle/>
          <a:p>
            <a:pPr marL="0" marR="0" lvl="0" indent="0" defTabSz="914377" eaLnBrk="1" fontAlgn="base" latinLnBrk="0" hangingPunct="1">
              <a:lnSpc>
                <a:spcPct val="110000"/>
              </a:lnSpc>
              <a:spcBef>
                <a:spcPts val="0"/>
              </a:spcBef>
              <a:spcAft>
                <a:spcPts val="300"/>
              </a:spcAft>
              <a:buClrTx/>
              <a:buSzTx/>
              <a:buFontTx/>
              <a:buNone/>
              <a:tabLst/>
              <a:defRPr/>
            </a:pPr>
            <a:endParaRPr kumimoji="0" lang="en-US" sz="1400" b="0" i="0" u="none" strike="noStrike" kern="0" cap="none" spc="0" normalizeH="0" baseline="0" noProof="0">
              <a:ln>
                <a:noFill/>
              </a:ln>
              <a:solidFill>
                <a:sysClr val="windowText" lastClr="000000"/>
              </a:solidFill>
              <a:effectLst/>
              <a:uLnTx/>
              <a:uFillTx/>
              <a:latin typeface="SimSun" panose="02010600030101010101" pitchFamily="2" charset="-122"/>
              <a:cs typeface="Arial" pitchFamily="34" charset="0"/>
            </a:endParaRPr>
          </a:p>
        </p:txBody>
      </p:sp>
      <p:sp>
        <p:nvSpPr>
          <p:cNvPr id="11" name="Rectangle 10"/>
          <p:cNvSpPr/>
          <p:nvPr/>
        </p:nvSpPr>
        <p:spPr bwMode="gray">
          <a:xfrm>
            <a:off x="381000" y="2559799"/>
            <a:ext cx="360000" cy="360000"/>
          </a:xfrm>
          <a:prstGeom prst="rect">
            <a:avLst/>
          </a:prstGeom>
          <a:solidFill>
            <a:schemeClr val="accent1"/>
          </a:solidFill>
          <a:ln w="22225">
            <a:solidFill>
              <a:schemeClr val="bg1"/>
            </a:solidFill>
            <a:miter lim="800000"/>
            <a:headEnd/>
            <a:tailEnd/>
          </a:ln>
          <a:effectLst/>
        </p:spPr>
        <p:txBody>
          <a:bodyPr vert="horz" wrap="square" lIns="72000" tIns="72000" rIns="72000" bIns="72000" numCol="1" rtlCol="0" anchor="ctr" anchorCtr="0" compatLnSpc="1">
            <a:prstTxWarp prst="textNoShape">
              <a:avLst/>
            </a:prstTxWarp>
            <a:noAutofit/>
          </a:bodyPr>
          <a:lstStyle/>
          <a:p>
            <a:pPr marL="0" marR="0" lvl="0" indent="0" algn="ctr" defTabSz="914377" eaLnBrk="1" fontAlgn="base" latinLnBrk="0" hangingPunct="1">
              <a:lnSpc>
                <a:spcPct val="110000"/>
              </a:lnSpc>
              <a:spcBef>
                <a:spcPts val="0"/>
              </a:spcBef>
              <a:spcAft>
                <a:spcPts val="300"/>
              </a:spcAft>
              <a:buClrTx/>
              <a:buSzTx/>
              <a:buFontTx/>
              <a:buNone/>
              <a:tabLst/>
              <a:defRPr/>
            </a:pPr>
            <a:r>
              <a:rPr kumimoji="0" lang="en-US" sz="1600" b="1" i="0" u="none" strike="noStrike" kern="0" cap="none" spc="0" normalizeH="0" baseline="0" noProof="0">
                <a:ln>
                  <a:noFill/>
                </a:ln>
                <a:solidFill>
                  <a:schemeClr val="bg1"/>
                </a:solidFill>
                <a:effectLst/>
                <a:uLnTx/>
                <a:uFillTx/>
                <a:latin typeface="Graphik Black" panose="020B0A03030202060203" pitchFamily="34" charset="0"/>
                <a:cs typeface="Arial" pitchFamily="34" charset="0"/>
              </a:rPr>
              <a:t>1</a:t>
            </a:r>
          </a:p>
        </p:txBody>
      </p:sp>
      <p:sp>
        <p:nvSpPr>
          <p:cNvPr id="12" name="Rectangle 11"/>
          <p:cNvSpPr/>
          <p:nvPr/>
        </p:nvSpPr>
        <p:spPr bwMode="gray">
          <a:xfrm>
            <a:off x="381000" y="3544713"/>
            <a:ext cx="360000" cy="360000"/>
          </a:xfrm>
          <a:prstGeom prst="rect">
            <a:avLst/>
          </a:prstGeom>
          <a:solidFill>
            <a:schemeClr val="accent1"/>
          </a:solidFill>
          <a:ln w="22225">
            <a:solidFill>
              <a:schemeClr val="bg1"/>
            </a:solidFill>
            <a:miter lim="800000"/>
            <a:headEnd/>
            <a:tailEnd/>
          </a:ln>
          <a:effectLst/>
        </p:spPr>
        <p:txBody>
          <a:bodyPr vert="horz" wrap="square" lIns="72000" tIns="72000" rIns="72000" bIns="72000" numCol="1" rtlCol="0" anchor="ctr" anchorCtr="0" compatLnSpc="1">
            <a:prstTxWarp prst="textNoShape">
              <a:avLst/>
            </a:prstTxWarp>
            <a:noAutofit/>
          </a:bodyPr>
          <a:lstStyle/>
          <a:p>
            <a:pPr marL="0" marR="0" lvl="0" indent="0" algn="ctr" defTabSz="914377" eaLnBrk="1" fontAlgn="base" latinLnBrk="0" hangingPunct="1">
              <a:lnSpc>
                <a:spcPct val="110000"/>
              </a:lnSpc>
              <a:spcBef>
                <a:spcPts val="0"/>
              </a:spcBef>
              <a:spcAft>
                <a:spcPts val="300"/>
              </a:spcAft>
              <a:buClrTx/>
              <a:buSzTx/>
              <a:buFontTx/>
              <a:buNone/>
              <a:tabLst/>
              <a:defRPr/>
            </a:pPr>
            <a:r>
              <a:rPr kumimoji="0" lang="en-US" sz="1600" b="1" i="0" u="none" strike="noStrike" kern="0" cap="none" spc="0" normalizeH="0" baseline="0" noProof="0">
                <a:ln>
                  <a:noFill/>
                </a:ln>
                <a:solidFill>
                  <a:schemeClr val="bg1"/>
                </a:solidFill>
                <a:effectLst/>
                <a:uLnTx/>
                <a:uFillTx/>
                <a:latin typeface="Graphik Black" panose="020B0A03030202060203" pitchFamily="34" charset="0"/>
                <a:cs typeface="Arial" pitchFamily="34" charset="0"/>
              </a:rPr>
              <a:t>2</a:t>
            </a:r>
          </a:p>
        </p:txBody>
      </p:sp>
      <p:sp>
        <p:nvSpPr>
          <p:cNvPr id="13" name="Rectangle 12"/>
          <p:cNvSpPr/>
          <p:nvPr/>
        </p:nvSpPr>
        <p:spPr bwMode="gray">
          <a:xfrm>
            <a:off x="381000" y="5514541"/>
            <a:ext cx="360000" cy="360000"/>
          </a:xfrm>
          <a:prstGeom prst="rect">
            <a:avLst/>
          </a:prstGeom>
          <a:solidFill>
            <a:schemeClr val="accent1"/>
          </a:solidFill>
          <a:ln w="22225">
            <a:solidFill>
              <a:schemeClr val="bg1"/>
            </a:solidFill>
            <a:miter lim="800000"/>
            <a:headEnd/>
            <a:tailEnd/>
          </a:ln>
          <a:effectLst/>
        </p:spPr>
        <p:txBody>
          <a:bodyPr vert="horz" wrap="square" lIns="72000" tIns="72000" rIns="72000" bIns="72000" numCol="1" rtlCol="0" anchor="ctr" anchorCtr="0" compatLnSpc="1">
            <a:prstTxWarp prst="textNoShape">
              <a:avLst/>
            </a:prstTxWarp>
            <a:noAutofit/>
          </a:bodyPr>
          <a:lstStyle/>
          <a:p>
            <a:pPr marL="0" marR="0" lvl="0" indent="0" algn="ctr" defTabSz="914377" eaLnBrk="1" fontAlgn="base" latinLnBrk="0" hangingPunct="1">
              <a:lnSpc>
                <a:spcPct val="110000"/>
              </a:lnSpc>
              <a:spcBef>
                <a:spcPts val="0"/>
              </a:spcBef>
              <a:spcAft>
                <a:spcPts val="300"/>
              </a:spcAft>
              <a:buClrTx/>
              <a:buSzTx/>
              <a:buFontTx/>
              <a:buNone/>
              <a:tabLst/>
              <a:defRPr/>
            </a:pPr>
            <a:r>
              <a:rPr kumimoji="0" lang="en-US" sz="1600" b="1" i="0" u="none" strike="noStrike" kern="0" cap="none" spc="0" normalizeH="0" baseline="0" noProof="0">
                <a:ln>
                  <a:noFill/>
                </a:ln>
                <a:solidFill>
                  <a:schemeClr val="bg1"/>
                </a:solidFill>
                <a:effectLst/>
                <a:uLnTx/>
                <a:uFillTx/>
                <a:latin typeface="Graphik Black" panose="020B0A03030202060203" pitchFamily="34" charset="0"/>
                <a:cs typeface="Arial" pitchFamily="34" charset="0"/>
              </a:rPr>
              <a:t>4</a:t>
            </a:r>
          </a:p>
        </p:txBody>
      </p:sp>
      <p:sp>
        <p:nvSpPr>
          <p:cNvPr id="14" name="Rectangle 13"/>
          <p:cNvSpPr/>
          <p:nvPr/>
        </p:nvSpPr>
        <p:spPr bwMode="gray">
          <a:xfrm>
            <a:off x="381000" y="4529626"/>
            <a:ext cx="360000" cy="360000"/>
          </a:xfrm>
          <a:prstGeom prst="rect">
            <a:avLst/>
          </a:prstGeom>
          <a:solidFill>
            <a:schemeClr val="accent1"/>
          </a:solidFill>
          <a:ln w="22225">
            <a:solidFill>
              <a:schemeClr val="bg1"/>
            </a:solidFill>
            <a:miter lim="800000"/>
            <a:headEnd/>
            <a:tailEnd/>
          </a:ln>
          <a:effectLst/>
        </p:spPr>
        <p:txBody>
          <a:bodyPr vert="horz" wrap="square" lIns="72000" tIns="72000" rIns="72000" bIns="72000" numCol="1" rtlCol="0" anchor="ctr" anchorCtr="0" compatLnSpc="1">
            <a:prstTxWarp prst="textNoShape">
              <a:avLst/>
            </a:prstTxWarp>
            <a:noAutofit/>
          </a:bodyPr>
          <a:lstStyle/>
          <a:p>
            <a:pPr marL="0" marR="0" lvl="0" indent="0" algn="ctr" defTabSz="914377" eaLnBrk="1" fontAlgn="base" latinLnBrk="0" hangingPunct="1">
              <a:lnSpc>
                <a:spcPct val="110000"/>
              </a:lnSpc>
              <a:spcBef>
                <a:spcPts val="0"/>
              </a:spcBef>
              <a:spcAft>
                <a:spcPts val="300"/>
              </a:spcAft>
              <a:buClrTx/>
              <a:buSzTx/>
              <a:buFontTx/>
              <a:buNone/>
              <a:tabLst/>
              <a:defRPr/>
            </a:pPr>
            <a:r>
              <a:rPr kumimoji="0" lang="en-US" sz="1600" b="1" i="0" u="none" strike="noStrike" kern="0" cap="none" spc="0" normalizeH="0" baseline="0" noProof="0">
                <a:ln>
                  <a:noFill/>
                </a:ln>
                <a:solidFill>
                  <a:schemeClr val="bg1"/>
                </a:solidFill>
                <a:effectLst/>
                <a:uLnTx/>
                <a:uFillTx/>
                <a:latin typeface="Graphik Black" panose="020B0A03030202060203" pitchFamily="34" charset="0"/>
                <a:cs typeface="Arial" pitchFamily="34" charset="0"/>
              </a:rPr>
              <a:t>3</a:t>
            </a:r>
          </a:p>
        </p:txBody>
      </p:sp>
      <p:sp>
        <p:nvSpPr>
          <p:cNvPr id="15" name="Rectangle 14"/>
          <p:cNvSpPr/>
          <p:nvPr/>
        </p:nvSpPr>
        <p:spPr>
          <a:xfrm>
            <a:off x="6276976" y="2376441"/>
            <a:ext cx="5556191" cy="3681459"/>
          </a:xfrm>
          <a:prstGeom prst="rect">
            <a:avLst/>
          </a:prstGeom>
          <a:solidFill>
            <a:schemeClr val="accent4">
              <a:lumMod val="20000"/>
              <a:lumOff val="8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Graphik"/>
                <a:ea typeface="+mn-ea"/>
                <a:cs typeface="+mn-cs"/>
              </a:rPr>
              <a:t>Bold text</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raphik"/>
                <a:ea typeface="+mn-ea"/>
                <a:cs typeface="+mn-cs"/>
              </a:rPr>
              <a:t>Impetus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suscipit</a:t>
            </a:r>
            <a:r>
              <a:rPr kumimoji="0" lang="en-US" sz="1400" b="0" i="0" u="none" strike="noStrike" kern="1200" cap="none" spc="0" normalizeH="0" baseline="0" noProof="0" dirty="0">
                <a:ln>
                  <a:noFill/>
                </a:ln>
                <a:solidFill>
                  <a:srgbClr val="000000"/>
                </a:solidFill>
                <a:effectLst/>
                <a:uLnTx/>
                <a:uFillTx/>
                <a:latin typeface="Graphik"/>
                <a:ea typeface="+mn-ea"/>
                <a:cs typeface="+mn-cs"/>
              </a:rPr>
              <a:t> in per?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Primis</a:t>
            </a:r>
            <a:r>
              <a:rPr kumimoji="0" lang="en-US" sz="1400" b="0" i="0" u="none" strike="noStrike" kern="1200" cap="none" spc="0" normalizeH="0" baseline="0" noProof="0" dirty="0">
                <a:ln>
                  <a:noFill/>
                </a:ln>
                <a:solidFill>
                  <a:srgbClr val="000000"/>
                </a:solidFill>
                <a:effectLst/>
                <a:uLnTx/>
                <a:uFillTx/>
                <a:latin typeface="Graphik"/>
                <a:ea typeface="+mn-ea"/>
                <a:cs typeface="+mn-cs"/>
              </a:rPr>
              <a:t>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eruditi</a:t>
            </a:r>
            <a:r>
              <a:rPr kumimoji="0" lang="en-US" sz="1400" b="0" i="0" u="none" strike="noStrike" kern="1200" cap="none" spc="0" normalizeH="0" baseline="0" noProof="0" dirty="0">
                <a:ln>
                  <a:noFill/>
                </a:ln>
                <a:solidFill>
                  <a:srgbClr val="000000"/>
                </a:solidFill>
                <a:effectLst/>
                <a:uLnTx/>
                <a:uFillTx/>
                <a:latin typeface="Graphik"/>
                <a:ea typeface="+mn-ea"/>
                <a:cs typeface="+mn-cs"/>
              </a:rPr>
              <a:t>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accommodare</a:t>
            </a:r>
            <a:r>
              <a:rPr kumimoji="0" lang="en-US" sz="1400" b="0" i="0" u="none" strike="noStrike" kern="1200" cap="none" spc="0" normalizeH="0" baseline="0" noProof="0" dirty="0">
                <a:ln>
                  <a:noFill/>
                </a:ln>
                <a:solidFill>
                  <a:srgbClr val="000000"/>
                </a:solidFill>
                <a:effectLst/>
                <a:uLnTx/>
                <a:uFillTx/>
                <a:latin typeface="Graphik"/>
                <a:ea typeface="+mn-ea"/>
                <a:cs typeface="+mn-cs"/>
              </a:rPr>
              <a:t> ius at,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eu</a:t>
            </a:r>
            <a:r>
              <a:rPr kumimoji="0" lang="en-US" sz="1400" b="0" i="0" u="none" strike="noStrike" kern="1200" cap="none" spc="0" normalizeH="0" baseline="0" noProof="0" dirty="0">
                <a:ln>
                  <a:noFill/>
                </a:ln>
                <a:solidFill>
                  <a:srgbClr val="000000"/>
                </a:solidFill>
                <a:effectLst/>
                <a:uLnTx/>
                <a:uFillTx/>
                <a:latin typeface="Graphik"/>
                <a:ea typeface="+mn-ea"/>
                <a:cs typeface="+mn-cs"/>
              </a:rPr>
              <a:t> his posse commune. An sit dicit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nemore</a:t>
            </a:r>
            <a:r>
              <a:rPr kumimoji="0" lang="en-US" sz="1400" b="0" i="0" u="none" strike="noStrike" kern="1200" cap="none" spc="0" normalizeH="0" baseline="0" noProof="0" dirty="0">
                <a:ln>
                  <a:noFill/>
                </a:ln>
                <a:solidFill>
                  <a:srgbClr val="000000"/>
                </a:solidFill>
                <a:effectLst/>
                <a:uLnTx/>
                <a:uFillTx/>
                <a:latin typeface="Graphik"/>
                <a:ea typeface="+mn-ea"/>
                <a:cs typeface="+mn-cs"/>
              </a:rPr>
              <a:t>, autem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etiam</a:t>
            </a:r>
            <a:r>
              <a:rPr kumimoji="0" lang="en-US" sz="1400" b="0" i="0" u="none" strike="noStrike" kern="1200" cap="none" spc="0" normalizeH="0" baseline="0" noProof="0" dirty="0">
                <a:ln>
                  <a:noFill/>
                </a:ln>
                <a:solidFill>
                  <a:srgbClr val="000000"/>
                </a:solidFill>
                <a:effectLst/>
                <a:uLnTx/>
                <a:uFillTx/>
                <a:latin typeface="Graphik"/>
                <a:ea typeface="+mn-ea"/>
                <a:cs typeface="+mn-cs"/>
              </a:rPr>
              <a:t> dolor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ut</a:t>
            </a:r>
            <a:r>
              <a:rPr kumimoji="0" lang="en-US" sz="1400" b="0" i="0" u="none" strike="noStrike" kern="1200" cap="none" spc="0" normalizeH="0" baseline="0" noProof="0" dirty="0">
                <a:ln>
                  <a:noFill/>
                </a:ln>
                <a:solidFill>
                  <a:srgbClr val="000000"/>
                </a:solidFill>
                <a:effectLst/>
                <a:uLnTx/>
                <a:uFillTx/>
                <a:latin typeface="Graphik"/>
                <a:ea typeface="+mn-ea"/>
                <a:cs typeface="+mn-cs"/>
              </a:rPr>
              <a:t> quo, </a:t>
            </a:r>
            <a:r>
              <a:rPr kumimoji="0" lang="en-US" sz="1400" b="0" i="0" u="none" strike="noStrike" kern="1200" cap="none" spc="0" normalizeH="0" baseline="0" noProof="0" dirty="0" err="1">
                <a:ln>
                  <a:noFill/>
                </a:ln>
                <a:solidFill>
                  <a:srgbClr val="000000"/>
                </a:solidFill>
                <a:effectLst/>
                <a:uLnTx/>
                <a:uFillTx/>
                <a:latin typeface="Graphik"/>
                <a:ea typeface="+mn-ea"/>
                <a:cs typeface="+mn-cs"/>
              </a:rPr>
              <a:t>decore</a:t>
            </a:r>
            <a:endParaRPr kumimoji="0" lang="en-US" sz="1400" b="0" i="0" u="none" strike="noStrike" kern="1200" cap="none" spc="0" normalizeH="0" baseline="0" noProof="0" dirty="0">
              <a:ln>
                <a:noFill/>
              </a:ln>
              <a:solidFill>
                <a:srgbClr val="000000"/>
              </a:solidFill>
              <a:effectLst/>
              <a:uLnTx/>
              <a:uFillTx/>
              <a:latin typeface="Graphik"/>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raphik"/>
                <a:ea typeface="+mn-ea"/>
                <a:cs typeface="+mn-cs"/>
              </a:rPr>
              <a:t>Bullet point 1</a:t>
            </a:r>
          </a:p>
          <a:p>
            <a:pPr marL="914400" marR="0" lvl="2"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raphik"/>
                <a:ea typeface="+mn-ea"/>
                <a:cs typeface="+mn-cs"/>
              </a:rPr>
              <a:t>Bullet point 2</a:t>
            </a:r>
            <a:endParaRPr kumimoji="0" lang="en-US" sz="18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7" name="Rectangle 16"/>
          <p:cNvSpPr>
            <a:spLocks/>
          </p:cNvSpPr>
          <p:nvPr/>
        </p:nvSpPr>
        <p:spPr bwMode="gray">
          <a:xfrm>
            <a:off x="381000" y="1817264"/>
            <a:ext cx="5570538" cy="318924"/>
          </a:xfrm>
          <a:prstGeom prst="rect">
            <a:avLst/>
          </a:prstGeom>
          <a:noFill/>
          <a:ln w="12700" algn="ctr">
            <a:noFill/>
            <a:miter lim="800000"/>
            <a:headEnd/>
            <a:tailEnd/>
          </a:ln>
          <a:extLst>
            <a:ext uri="{909E8E84-426E-40DD-AFC4-6F175D3DCCD1}">
              <a14:hiddenFill xmlns:a14="http://schemas.microsoft.com/office/drawing/2010/main">
                <a:solidFill>
                  <a:schemeClr val="tx2"/>
                </a:solidFill>
              </a14:hiddenFill>
            </a:ext>
          </a:extLst>
        </p:spPr>
        <p:txBody>
          <a:bodyPr wrap="square" lIns="0" tIns="0" rIns="0" bIns="72000" rtlCol="0" anchor="t" anchorCtr="0">
            <a:spAutoFit/>
          </a:bodyPr>
          <a:lstStyle/>
          <a:p>
            <a:pPr marR="0" lvl="0" defTabSz="763569" eaLnBrk="1" fontAlgn="auto" latinLnBrk="0" hangingPunct="1">
              <a:lnSpc>
                <a:spcPct val="80000"/>
              </a:lnSpc>
              <a:spcBef>
                <a:spcPts val="600"/>
              </a:spcBef>
              <a:buClr>
                <a:srgbClr val="000066"/>
              </a:buClr>
              <a:buSzTx/>
              <a:tabLst/>
              <a:defRPr/>
            </a:pPr>
            <a:r>
              <a:rPr kumimoji="0" lang="en-US" sz="2000" u="none" strike="noStrike" kern="0" cap="none" spc="0" normalizeH="0" baseline="0" noProof="0">
                <a:ln>
                  <a:noFill/>
                </a:ln>
                <a:solidFill>
                  <a:srgbClr val="7500C0"/>
                </a:solidFill>
                <a:effectLst/>
                <a:uLnTx/>
                <a:uFillTx/>
                <a:latin typeface="Graphik Black" panose="020B0A03030202060203" pitchFamily="34" charset="0"/>
                <a:cs typeface="Arial" panose="020B0604020202020204" pitchFamily="34" charset="0"/>
              </a:rPr>
              <a:t>HEADING</a:t>
            </a:r>
          </a:p>
        </p:txBody>
      </p:sp>
      <p:sp>
        <p:nvSpPr>
          <p:cNvPr id="18" name="Rectangle 17"/>
          <p:cNvSpPr>
            <a:spLocks/>
          </p:cNvSpPr>
          <p:nvPr/>
        </p:nvSpPr>
        <p:spPr bwMode="gray">
          <a:xfrm>
            <a:off x="6254808" y="1817264"/>
            <a:ext cx="5556191" cy="318924"/>
          </a:xfrm>
          <a:prstGeom prst="rect">
            <a:avLst/>
          </a:prstGeom>
          <a:noFill/>
          <a:ln w="12700" algn="ctr">
            <a:noFill/>
            <a:miter lim="800000"/>
            <a:headEnd/>
            <a:tailEnd/>
          </a:ln>
          <a:extLst>
            <a:ext uri="{909E8E84-426E-40DD-AFC4-6F175D3DCCD1}">
              <a14:hiddenFill xmlns:a14="http://schemas.microsoft.com/office/drawing/2010/main">
                <a:solidFill>
                  <a:schemeClr val="accent2"/>
                </a:solidFill>
              </a14:hiddenFill>
            </a:ext>
          </a:extLst>
        </p:spPr>
        <p:txBody>
          <a:bodyPr wrap="square" lIns="0" tIns="0" rIns="0" bIns="72000" rtlCol="0" anchor="t" anchorCtr="0">
            <a:spAutoFit/>
          </a:bodyPr>
          <a:lstStyle/>
          <a:p>
            <a:pPr lvl="0" defTabSz="763569">
              <a:lnSpc>
                <a:spcPct val="80000"/>
              </a:lnSpc>
              <a:spcBef>
                <a:spcPts val="600"/>
              </a:spcBef>
              <a:buClr>
                <a:srgbClr val="000066"/>
              </a:buClr>
              <a:defRPr/>
            </a:pPr>
            <a:r>
              <a:rPr lang="en-US" sz="2000" kern="0">
                <a:solidFill>
                  <a:srgbClr val="7500C0"/>
                </a:solidFill>
                <a:latin typeface="Graphik Black" panose="020B0A03030202060203" pitchFamily="34" charset="0"/>
                <a:cs typeface="Arial" panose="020B0604020202020204" pitchFamily="34" charset="0"/>
              </a:rPr>
              <a:t>HEADING</a:t>
            </a:r>
          </a:p>
        </p:txBody>
      </p:sp>
      <p:sp>
        <p:nvSpPr>
          <p:cNvPr id="2" name="Foliennummernplatzhalter 1">
            <a:extLst>
              <a:ext uri="{FF2B5EF4-FFF2-40B4-BE49-F238E27FC236}">
                <a16:creationId xmlns:a16="http://schemas.microsoft.com/office/drawing/2014/main" id="{2D5D1E54-88F5-41B4-BDE0-E871FFB8EC20}"/>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9" name="Title 5">
            <a:extLst>
              <a:ext uri="{FF2B5EF4-FFF2-40B4-BE49-F238E27FC236}">
                <a16:creationId xmlns:a16="http://schemas.microsoft.com/office/drawing/2014/main" id="{3B960873-9F8C-ED49-57A2-22FF9E2C25D2}"/>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Our Key Considerations</a:t>
            </a:r>
          </a:p>
        </p:txBody>
      </p:sp>
      <p:sp>
        <p:nvSpPr>
          <p:cNvPr id="19" name="Text Placeholder 8">
            <a:extLst>
              <a:ext uri="{FF2B5EF4-FFF2-40B4-BE49-F238E27FC236}">
                <a16:creationId xmlns:a16="http://schemas.microsoft.com/office/drawing/2014/main" id="{BAC2108C-C727-D991-1591-1EEB88A2D90C}"/>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Tree>
    <p:extLst>
      <p:ext uri="{BB962C8B-B14F-4D97-AF65-F5344CB8AC3E}">
        <p14:creationId xmlns:p14="http://schemas.microsoft.com/office/powerpoint/2010/main" val="1448320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42491-0528-BB86-D6EC-CD950A7F5AC5}"/>
            </a:ext>
          </a:extLst>
        </p:cNvPr>
        <p:cNvGrpSpPr/>
        <p:nvPr/>
      </p:nvGrpSpPr>
      <p:grpSpPr>
        <a:xfrm>
          <a:off x="0" y="0"/>
          <a:ext cx="0" cy="0"/>
          <a:chOff x="0" y="0"/>
          <a:chExt cx="0" cy="0"/>
        </a:xfrm>
      </p:grpSpPr>
      <p:sp>
        <p:nvSpPr>
          <p:cNvPr id="217" name="Rectangle 216">
            <a:extLst>
              <a:ext uri="{FF2B5EF4-FFF2-40B4-BE49-F238E27FC236}">
                <a16:creationId xmlns:a16="http://schemas.microsoft.com/office/drawing/2014/main" id="{05F5A3BD-A01E-C01F-FE9A-4764588518D9}"/>
              </a:ext>
            </a:extLst>
          </p:cNvPr>
          <p:cNvSpPr/>
          <p:nvPr/>
        </p:nvSpPr>
        <p:spPr>
          <a:xfrm>
            <a:off x="9921925" y="1841604"/>
            <a:ext cx="1926840" cy="4267918"/>
          </a:xfrm>
          <a:prstGeom prst="rect">
            <a:avLst/>
          </a:prstGeom>
          <a:solidFill>
            <a:schemeClr val="bg1">
              <a:lumMod val="8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tIns="1620000" rtlCol="0" anchor="t" anchorCtr="0"/>
          <a:lstStyle/>
          <a:p>
            <a:pPr lvl="0" fontAlgn="base">
              <a:spcAft>
                <a:spcPts val="1200"/>
              </a:spcAft>
              <a:defRPr/>
            </a:pPr>
            <a:r>
              <a:rPr lang="en-US" sz="1400" b="1" kern="0" dirty="0">
                <a:solidFill>
                  <a:srgbClr val="000000"/>
                </a:solidFill>
                <a:effectLst>
                  <a:outerShdw sx="0" sy="0">
                    <a:srgbClr val="000000"/>
                  </a:outerShdw>
                </a:effectLst>
              </a:rPr>
              <a:t>INSERT TEXT 14PT</a:t>
            </a:r>
          </a:p>
          <a:p>
            <a:pPr marL="144000" lvl="0" indent="-144000" fontAlgn="base">
              <a:lnSpc>
                <a:spcPct val="110000"/>
              </a:lnSpc>
              <a:spcAft>
                <a:spcPts val="600"/>
              </a:spcAft>
              <a:buFont typeface="Arial" panose="020B0604020202020204" pitchFamily="34" charset="0"/>
              <a:buChar char="•"/>
              <a:defRPr/>
            </a:pPr>
            <a:r>
              <a:rPr lang="en-US" sz="1200" kern="0" dirty="0">
                <a:solidFill>
                  <a:sysClr val="windowText" lastClr="000000"/>
                </a:solidFill>
                <a:effectLst>
                  <a:outerShdw sx="0" sy="0">
                    <a:srgbClr val="000000"/>
                  </a:outerShdw>
                </a:effectLst>
                <a:cs typeface="Arial" panose="020B0604020202020204" pitchFamily="34" charset="0"/>
              </a:rPr>
              <a:t>Bullet point text 12pt</a:t>
            </a:r>
          </a:p>
          <a:p>
            <a:pPr marL="144000" lvl="0" indent="-144000" fontAlgn="base">
              <a:lnSpc>
                <a:spcPct val="110000"/>
              </a:lnSpc>
              <a:spcAft>
                <a:spcPts val="600"/>
              </a:spcAft>
              <a:buFont typeface="Arial" panose="020B0604020202020204" pitchFamily="34" charset="0"/>
              <a:buChar char="•"/>
              <a:defRPr/>
            </a:pPr>
            <a:r>
              <a:rPr lang="en-US" sz="1200" kern="0" dirty="0" err="1">
                <a:solidFill>
                  <a:sysClr val="windowText" lastClr="000000"/>
                </a:solidFill>
                <a:effectLst>
                  <a:outerShdw sx="0" sy="0">
                    <a:srgbClr val="000000"/>
                  </a:outerShdw>
                </a:effectLst>
                <a:cs typeface="Arial" panose="020B0604020202020204" pitchFamily="34" charset="0"/>
              </a:rPr>
              <a:t>Vivamus</a:t>
            </a:r>
            <a:r>
              <a:rPr lang="en-US" sz="1200" kern="0" dirty="0">
                <a:solidFill>
                  <a:sysClr val="windowText" lastClr="000000"/>
                </a:solidFill>
                <a:effectLst>
                  <a:outerShdw sx="0" sy="0">
                    <a:srgbClr val="000000"/>
                  </a:outerShdw>
                </a:effectLst>
                <a:cs typeface="Arial" panose="020B0604020202020204" pitchFamily="34" charset="0"/>
              </a:rPr>
              <a:t> </a:t>
            </a:r>
            <a:r>
              <a:rPr lang="en-US" sz="1200" kern="0" dirty="0" err="1">
                <a:solidFill>
                  <a:sysClr val="windowText" lastClr="000000"/>
                </a:solidFill>
                <a:effectLst>
                  <a:outerShdw sx="0" sy="0">
                    <a:srgbClr val="000000"/>
                  </a:outerShdw>
                </a:effectLst>
                <a:cs typeface="Arial" panose="020B0604020202020204" pitchFamily="34" charset="0"/>
              </a:rPr>
              <a:t>volutpat</a:t>
            </a:r>
            <a:r>
              <a:rPr lang="en-US" sz="1200" kern="0" dirty="0">
                <a:solidFill>
                  <a:sysClr val="windowText" lastClr="000000"/>
                </a:solidFill>
                <a:effectLst>
                  <a:outerShdw sx="0" sy="0">
                    <a:srgbClr val="000000"/>
                  </a:outerShdw>
                </a:effectLst>
                <a:cs typeface="Arial" panose="020B0604020202020204" pitchFamily="34" charset="0"/>
              </a:rPr>
              <a:t> </a:t>
            </a:r>
            <a:r>
              <a:rPr lang="en-US" sz="1200" kern="0" dirty="0" err="1">
                <a:solidFill>
                  <a:sysClr val="windowText" lastClr="000000"/>
                </a:solidFill>
                <a:effectLst>
                  <a:outerShdw sx="0" sy="0">
                    <a:srgbClr val="000000"/>
                  </a:outerShdw>
                </a:effectLst>
                <a:cs typeface="Arial" panose="020B0604020202020204" pitchFamily="34" charset="0"/>
              </a:rPr>
              <a:t>scelerisque</a:t>
            </a:r>
            <a:r>
              <a:rPr lang="en-US" sz="1200" kern="0" dirty="0">
                <a:solidFill>
                  <a:sysClr val="windowText" lastClr="000000"/>
                </a:solidFill>
                <a:effectLst>
                  <a:outerShdw sx="0" sy="0">
                    <a:srgbClr val="000000"/>
                  </a:outerShdw>
                </a:effectLst>
                <a:cs typeface="Arial" panose="020B0604020202020204" pitchFamily="34" charset="0"/>
              </a:rPr>
              <a:t> </a:t>
            </a:r>
            <a:r>
              <a:rPr lang="en-US" sz="1200" kern="0" dirty="0" err="1">
                <a:solidFill>
                  <a:sysClr val="windowText" lastClr="000000"/>
                </a:solidFill>
                <a:effectLst>
                  <a:outerShdw sx="0" sy="0">
                    <a:srgbClr val="000000"/>
                  </a:outerShdw>
                </a:effectLst>
                <a:cs typeface="Arial" panose="020B0604020202020204" pitchFamily="34" charset="0"/>
              </a:rPr>
              <a:t>turpis</a:t>
            </a:r>
            <a:r>
              <a:rPr lang="en-US" sz="1200" kern="0" dirty="0">
                <a:solidFill>
                  <a:sysClr val="windowText" lastClr="000000"/>
                </a:solidFill>
                <a:effectLst>
                  <a:outerShdw sx="0" sy="0">
                    <a:srgbClr val="000000"/>
                  </a:outerShdw>
                </a:effectLst>
                <a:cs typeface="Arial" panose="020B0604020202020204" pitchFamily="34" charset="0"/>
              </a:rPr>
              <a:t> sit </a:t>
            </a:r>
            <a:r>
              <a:rPr lang="en-US" sz="1200" kern="0" dirty="0" err="1">
                <a:solidFill>
                  <a:sysClr val="windowText" lastClr="000000"/>
                </a:solidFill>
                <a:effectLst>
                  <a:outerShdw sx="0" sy="0">
                    <a:srgbClr val="000000"/>
                  </a:outerShdw>
                </a:effectLst>
                <a:cs typeface="Arial" panose="020B0604020202020204" pitchFamily="34" charset="0"/>
              </a:rPr>
              <a:t>amet</a:t>
            </a:r>
            <a:r>
              <a:rPr lang="en-US" sz="1200" kern="0" dirty="0">
                <a:solidFill>
                  <a:sysClr val="windowText" lastClr="000000"/>
                </a:solidFill>
                <a:effectLst>
                  <a:outerShdw sx="0" sy="0">
                    <a:srgbClr val="000000"/>
                  </a:outerShdw>
                </a:effectLst>
                <a:cs typeface="Arial" panose="020B0604020202020204" pitchFamily="34" charset="0"/>
              </a:rPr>
              <a:t> </a:t>
            </a:r>
            <a:r>
              <a:rPr lang="en-US" sz="1200" kern="0" dirty="0" err="1">
                <a:solidFill>
                  <a:sysClr val="windowText" lastClr="000000"/>
                </a:solidFill>
                <a:effectLst>
                  <a:outerShdw sx="0" sy="0">
                    <a:srgbClr val="000000"/>
                  </a:outerShdw>
                </a:effectLst>
                <a:cs typeface="Arial" panose="020B0604020202020204" pitchFamily="34" charset="0"/>
              </a:rPr>
              <a:t>aliquam</a:t>
            </a:r>
            <a:endParaRPr lang="en-US" sz="1200" kern="0" dirty="0">
              <a:solidFill>
                <a:sysClr val="windowText" lastClr="000000"/>
              </a:solidFill>
              <a:effectLst>
                <a:outerShdw sx="0" sy="0">
                  <a:srgbClr val="000000"/>
                </a:outerShdw>
              </a:effectLst>
              <a:cs typeface="Arial" panose="020B0604020202020204" pitchFamily="34" charset="0"/>
            </a:endParaRPr>
          </a:p>
        </p:txBody>
      </p:sp>
      <p:sp>
        <p:nvSpPr>
          <p:cNvPr id="226" name="Rectangle 225">
            <a:extLst>
              <a:ext uri="{FF2B5EF4-FFF2-40B4-BE49-F238E27FC236}">
                <a16:creationId xmlns:a16="http://schemas.microsoft.com/office/drawing/2014/main" id="{CDDF0FE9-677F-6D48-C7ED-088B00C1E836}"/>
              </a:ext>
            </a:extLst>
          </p:cNvPr>
          <p:cNvSpPr/>
          <p:nvPr/>
        </p:nvSpPr>
        <p:spPr>
          <a:xfrm>
            <a:off x="389630" y="1841604"/>
            <a:ext cx="9053314" cy="1646854"/>
          </a:xfrm>
          <a:prstGeom prst="rect">
            <a:avLst/>
          </a:prstGeom>
          <a:noFill/>
          <a:ln w="9525">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r>
              <a:rPr lang="en-US" sz="1400" b="1" kern="0">
                <a:solidFill>
                  <a:srgbClr val="000000"/>
                </a:solidFill>
                <a:latin typeface="Graphik Black" panose="020B0A03030202060203" pitchFamily="34" charset="0"/>
              </a:rPr>
              <a:t>HEADING 14PT</a:t>
            </a:r>
          </a:p>
        </p:txBody>
      </p:sp>
      <p:sp>
        <p:nvSpPr>
          <p:cNvPr id="227" name="Rectangle 226">
            <a:extLst>
              <a:ext uri="{FF2B5EF4-FFF2-40B4-BE49-F238E27FC236}">
                <a16:creationId xmlns:a16="http://schemas.microsoft.com/office/drawing/2014/main" id="{63AC534B-5AD3-099B-0065-266C99585E9D}"/>
              </a:ext>
            </a:extLst>
          </p:cNvPr>
          <p:cNvSpPr/>
          <p:nvPr/>
        </p:nvSpPr>
        <p:spPr>
          <a:xfrm>
            <a:off x="389629" y="3560653"/>
            <a:ext cx="9053313" cy="2548869"/>
          </a:xfrm>
          <a:prstGeom prst="rect">
            <a:avLst/>
          </a:prstGeom>
          <a:noFill/>
          <a:ln w="9525">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lvl="0">
              <a:defRPr/>
            </a:pPr>
            <a:r>
              <a:rPr lang="en-US" sz="1400" b="1" kern="0">
                <a:solidFill>
                  <a:srgbClr val="000000"/>
                </a:solidFill>
                <a:latin typeface="Graphik Black" panose="020B0A03030202060203" pitchFamily="34" charset="0"/>
              </a:rPr>
              <a:t>HEADING 14PT</a:t>
            </a:r>
          </a:p>
        </p:txBody>
      </p:sp>
      <p:sp>
        <p:nvSpPr>
          <p:cNvPr id="228" name="Rectangle 4">
            <a:extLst>
              <a:ext uri="{FF2B5EF4-FFF2-40B4-BE49-F238E27FC236}">
                <a16:creationId xmlns:a16="http://schemas.microsoft.com/office/drawing/2014/main" id="{F8FFCB41-C245-CFFC-CF6D-6079195EA3EA}"/>
              </a:ext>
            </a:extLst>
          </p:cNvPr>
          <p:cNvSpPr>
            <a:spLocks noChangeArrowheads="1"/>
          </p:cNvSpPr>
          <p:nvPr/>
        </p:nvSpPr>
        <p:spPr bwMode="auto">
          <a:xfrm>
            <a:off x="948185" y="4181012"/>
            <a:ext cx="2656163" cy="792000"/>
          </a:xfrm>
          <a:prstGeom prst="rect">
            <a:avLst/>
          </a:prstGeom>
          <a:solidFill>
            <a:schemeClr val="bg1">
              <a:lumMod val="95000"/>
            </a:schemeClr>
          </a:solidFill>
          <a:ln w="11113">
            <a:noFill/>
            <a:miter lim="800000"/>
            <a:headEnd/>
            <a:tailEnd/>
          </a:ln>
          <a:effectLst>
            <a:outerShdw sx="0" sy="0" algn="ctr" rotWithShape="0">
              <a:schemeClr val="tx1"/>
            </a:outerShdw>
          </a:effectLst>
        </p:spPr>
        <p:txBody>
          <a:bodyPr vert="horz" lIns="72000" tIns="72000" rIns="72000" bIns="72000" anchor="t"/>
          <a:lstStyle/>
          <a:p>
            <a:pPr eaLnBrk="0" hangingPunct="0">
              <a:lnSpc>
                <a:spcPct val="110000"/>
              </a:lnSpc>
              <a:defRPr/>
            </a:pPr>
            <a:r>
              <a:rPr lang="en-US" sz="1050" kern="0">
                <a:solidFill>
                  <a:schemeClr val="bg2"/>
                </a:solidFill>
                <a:cs typeface="Arial" panose="020B0604020202020204" pitchFamily="34" charset="0"/>
              </a:rPr>
              <a:t>Insert text at minimum font size 10.5pt, maximum lines to fit in this text box</a:t>
            </a:r>
          </a:p>
        </p:txBody>
      </p:sp>
      <p:sp>
        <p:nvSpPr>
          <p:cNvPr id="229" name="Rectangle 228">
            <a:extLst>
              <a:ext uri="{FF2B5EF4-FFF2-40B4-BE49-F238E27FC236}">
                <a16:creationId xmlns:a16="http://schemas.microsoft.com/office/drawing/2014/main" id="{1135BCE1-EF8D-E264-C8E2-BBA4572F3ECA}"/>
              </a:ext>
            </a:extLst>
          </p:cNvPr>
          <p:cNvSpPr>
            <a:spLocks noChangeArrowheads="1"/>
          </p:cNvSpPr>
          <p:nvPr/>
        </p:nvSpPr>
        <p:spPr bwMode="auto">
          <a:xfrm>
            <a:off x="4317871" y="4181012"/>
            <a:ext cx="2079655" cy="792000"/>
          </a:xfrm>
          <a:prstGeom prst="rect">
            <a:avLst/>
          </a:prstGeom>
          <a:solidFill>
            <a:schemeClr val="bg1">
              <a:lumMod val="95000"/>
            </a:schemeClr>
          </a:solidFill>
          <a:ln w="11113">
            <a:noFill/>
            <a:miter lim="800000"/>
            <a:headEnd/>
            <a:tailEnd/>
          </a:ln>
          <a:effectLst>
            <a:outerShdw sx="0" sy="0" algn="ctr" rotWithShape="0">
              <a:schemeClr val="tx1"/>
            </a:outerShdw>
          </a:effectLst>
        </p:spPr>
        <p:txBody>
          <a:bodyPr vert="horz" lIns="72000" tIns="72000" rIns="72000" bIns="72000" anchor="t"/>
          <a:lstStyle/>
          <a:p>
            <a:pPr eaLnBrk="0" hangingPunct="0">
              <a:lnSpc>
                <a:spcPct val="110000"/>
              </a:lnSpc>
              <a:defRPr/>
            </a:pPr>
            <a:r>
              <a:rPr lang="en-US" sz="1050" kern="0">
                <a:solidFill>
                  <a:schemeClr val="bg2"/>
                </a:solidFill>
                <a:cs typeface="Arial" panose="020B0604020202020204" pitchFamily="34" charset="0"/>
              </a:rPr>
              <a:t>Insert text at minimum font size 10.5pt, maximum lines to fit in this text box</a:t>
            </a:r>
          </a:p>
        </p:txBody>
      </p:sp>
      <p:sp>
        <p:nvSpPr>
          <p:cNvPr id="230" name="Rectangle 15">
            <a:extLst>
              <a:ext uri="{FF2B5EF4-FFF2-40B4-BE49-F238E27FC236}">
                <a16:creationId xmlns:a16="http://schemas.microsoft.com/office/drawing/2014/main" id="{6A40E182-C47B-66BF-DC33-13B254F56B1A}"/>
              </a:ext>
            </a:extLst>
          </p:cNvPr>
          <p:cNvSpPr>
            <a:spLocks noChangeArrowheads="1"/>
          </p:cNvSpPr>
          <p:nvPr/>
        </p:nvSpPr>
        <p:spPr bwMode="auto">
          <a:xfrm>
            <a:off x="7111049" y="4181012"/>
            <a:ext cx="2079655" cy="792000"/>
          </a:xfrm>
          <a:prstGeom prst="rect">
            <a:avLst/>
          </a:prstGeom>
          <a:solidFill>
            <a:schemeClr val="bg1">
              <a:lumMod val="95000"/>
            </a:schemeClr>
          </a:solidFill>
          <a:ln w="11113">
            <a:noFill/>
            <a:miter lim="800000"/>
            <a:headEnd/>
            <a:tailEnd/>
          </a:ln>
          <a:effectLst>
            <a:outerShdw sx="0" sy="0" algn="ctr" rotWithShape="0">
              <a:schemeClr val="tx1"/>
            </a:outerShdw>
          </a:effectLst>
        </p:spPr>
        <p:txBody>
          <a:bodyPr vert="horz" lIns="72000" tIns="72000" rIns="72000" bIns="72000" anchor="t"/>
          <a:lstStyle/>
          <a:p>
            <a:pPr eaLnBrk="0" hangingPunct="0">
              <a:lnSpc>
                <a:spcPct val="110000"/>
              </a:lnSpc>
              <a:defRPr/>
            </a:pPr>
            <a:r>
              <a:rPr lang="en-US" sz="1050" kern="0">
                <a:solidFill>
                  <a:schemeClr val="bg2"/>
                </a:solidFill>
                <a:cs typeface="Arial" panose="020B0604020202020204" pitchFamily="34" charset="0"/>
              </a:rPr>
              <a:t>Insert text at minimum font size 10.5pt, maximum lines to fit in this text box</a:t>
            </a:r>
          </a:p>
        </p:txBody>
      </p:sp>
      <p:sp>
        <p:nvSpPr>
          <p:cNvPr id="233" name="Rectangle 21">
            <a:extLst>
              <a:ext uri="{FF2B5EF4-FFF2-40B4-BE49-F238E27FC236}">
                <a16:creationId xmlns:a16="http://schemas.microsoft.com/office/drawing/2014/main" id="{178AA5FF-F0EE-F47E-4407-B80F2A8B6144}"/>
              </a:ext>
            </a:extLst>
          </p:cNvPr>
          <p:cNvSpPr>
            <a:spLocks noChangeArrowheads="1"/>
          </p:cNvSpPr>
          <p:nvPr/>
        </p:nvSpPr>
        <p:spPr bwMode="auto">
          <a:xfrm>
            <a:off x="1923006" y="3944511"/>
            <a:ext cx="631583" cy="184666"/>
          </a:xfrm>
          <a:prstGeom prst="rect">
            <a:avLst/>
          </a:prstGeom>
          <a:noFill/>
          <a:ln w="9525">
            <a:noFill/>
            <a:miter lim="800000"/>
            <a:headEnd/>
            <a:tailEnd/>
          </a:ln>
        </p:spPr>
        <p:txBody>
          <a:bodyPr wrap="none" lIns="0" tIns="0" rIns="0" bIns="0">
            <a:spAutoFit/>
          </a:bodyPr>
          <a:lstStyle/>
          <a:p>
            <a:pPr algn="ctr" eaLnBrk="0" hangingPunct="0">
              <a:defRPr/>
            </a:pPr>
            <a:r>
              <a:rPr lang="en-US" sz="1200" b="1" kern="0">
                <a:solidFill>
                  <a:srgbClr val="000000"/>
                </a:solidFill>
                <a:latin typeface="Graphik Black" panose="020B0A03030202060203" pitchFamily="34" charset="0"/>
              </a:rPr>
              <a:t>STAGE 1</a:t>
            </a:r>
            <a:endParaRPr lang="en-US" sz="1200" kern="0">
              <a:solidFill>
                <a:sysClr val="windowText" lastClr="000000"/>
              </a:solidFill>
              <a:latin typeface="Graphik Black" panose="020B0A03030202060203" pitchFamily="34" charset="0"/>
            </a:endParaRPr>
          </a:p>
        </p:txBody>
      </p:sp>
      <p:sp>
        <p:nvSpPr>
          <p:cNvPr id="234" name="Rectangle 23">
            <a:extLst>
              <a:ext uri="{FF2B5EF4-FFF2-40B4-BE49-F238E27FC236}">
                <a16:creationId xmlns:a16="http://schemas.microsoft.com/office/drawing/2014/main" id="{5A3A590D-0F14-FF3E-6568-49F5DBB976FA}"/>
              </a:ext>
            </a:extLst>
          </p:cNvPr>
          <p:cNvSpPr>
            <a:spLocks noChangeArrowheads="1"/>
          </p:cNvSpPr>
          <p:nvPr/>
        </p:nvSpPr>
        <p:spPr bwMode="auto">
          <a:xfrm>
            <a:off x="5049795" y="3944511"/>
            <a:ext cx="657231" cy="184666"/>
          </a:xfrm>
          <a:prstGeom prst="rect">
            <a:avLst/>
          </a:prstGeom>
          <a:noFill/>
          <a:ln w="9525">
            <a:noFill/>
            <a:miter lim="800000"/>
            <a:headEnd/>
            <a:tailEnd/>
          </a:ln>
        </p:spPr>
        <p:txBody>
          <a:bodyPr wrap="none" lIns="0" tIns="0" rIns="0" bIns="0">
            <a:spAutoFit/>
          </a:bodyPr>
          <a:lstStyle/>
          <a:p>
            <a:pPr algn="ctr" eaLnBrk="0" hangingPunct="0">
              <a:defRPr/>
            </a:pPr>
            <a:r>
              <a:rPr lang="en-US" sz="1200" b="1" kern="0">
                <a:solidFill>
                  <a:srgbClr val="000000"/>
                </a:solidFill>
                <a:latin typeface="Graphik Black" panose="020B0A03030202060203" pitchFamily="34" charset="0"/>
              </a:rPr>
              <a:t>STAGE 2</a:t>
            </a:r>
            <a:endParaRPr lang="en-US" sz="1200" kern="0">
              <a:solidFill>
                <a:sysClr val="windowText" lastClr="000000"/>
              </a:solidFill>
              <a:latin typeface="Graphik Black" panose="020B0A03030202060203" pitchFamily="34" charset="0"/>
            </a:endParaRPr>
          </a:p>
        </p:txBody>
      </p:sp>
      <p:sp>
        <p:nvSpPr>
          <p:cNvPr id="235" name="Rectangle 25">
            <a:extLst>
              <a:ext uri="{FF2B5EF4-FFF2-40B4-BE49-F238E27FC236}">
                <a16:creationId xmlns:a16="http://schemas.microsoft.com/office/drawing/2014/main" id="{C51515F8-95B5-579A-B2C0-525AC490E977}"/>
              </a:ext>
            </a:extLst>
          </p:cNvPr>
          <p:cNvSpPr>
            <a:spLocks noChangeArrowheads="1"/>
          </p:cNvSpPr>
          <p:nvPr/>
        </p:nvSpPr>
        <p:spPr bwMode="auto">
          <a:xfrm>
            <a:off x="7840568" y="3944511"/>
            <a:ext cx="662041" cy="184666"/>
          </a:xfrm>
          <a:prstGeom prst="rect">
            <a:avLst/>
          </a:prstGeom>
          <a:noFill/>
          <a:ln w="9525">
            <a:noFill/>
            <a:miter lim="800000"/>
            <a:headEnd/>
            <a:tailEnd/>
          </a:ln>
        </p:spPr>
        <p:txBody>
          <a:bodyPr wrap="none" lIns="0" tIns="0" rIns="0" bIns="0">
            <a:spAutoFit/>
          </a:bodyPr>
          <a:lstStyle/>
          <a:p>
            <a:pPr algn="ctr" eaLnBrk="0" hangingPunct="0">
              <a:defRPr/>
            </a:pPr>
            <a:r>
              <a:rPr lang="en-US" sz="1200" b="1" kern="0">
                <a:solidFill>
                  <a:srgbClr val="000000"/>
                </a:solidFill>
                <a:latin typeface="Graphik Black" panose="020B0A03030202060203" pitchFamily="34" charset="0"/>
              </a:rPr>
              <a:t>STAGE 3</a:t>
            </a:r>
            <a:endParaRPr lang="en-US" sz="1200" kern="0">
              <a:solidFill>
                <a:sysClr val="windowText" lastClr="000000"/>
              </a:solidFill>
              <a:latin typeface="Graphik Black" panose="020B0A03030202060203" pitchFamily="34" charset="0"/>
            </a:endParaRPr>
          </a:p>
        </p:txBody>
      </p:sp>
      <p:sp>
        <p:nvSpPr>
          <p:cNvPr id="240" name="Arrow: Pentagon 239">
            <a:extLst>
              <a:ext uri="{FF2B5EF4-FFF2-40B4-BE49-F238E27FC236}">
                <a16:creationId xmlns:a16="http://schemas.microsoft.com/office/drawing/2014/main" id="{CB1A399F-E1BB-B911-0AB0-ED69C7CB1925}"/>
              </a:ext>
            </a:extLst>
          </p:cNvPr>
          <p:cNvSpPr/>
          <p:nvPr/>
        </p:nvSpPr>
        <p:spPr>
          <a:xfrm>
            <a:off x="503500" y="2335330"/>
            <a:ext cx="1589448" cy="790443"/>
          </a:xfrm>
          <a:prstGeom prst="homePlate">
            <a:avLst>
              <a:gd name="adj" fmla="val 288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nSpc>
                <a:spcPct val="110000"/>
              </a:lnSpc>
              <a:defRPr/>
            </a:pPr>
            <a:r>
              <a:rPr lang="en-US" sz="1050" kern="0">
                <a:solidFill>
                  <a:schemeClr val="bg1"/>
                </a:solidFill>
                <a:cs typeface="Arial" panose="020B0604020202020204" pitchFamily="34" charset="0"/>
              </a:rPr>
              <a:t>Insert Text</a:t>
            </a:r>
          </a:p>
          <a:p>
            <a:pPr>
              <a:lnSpc>
                <a:spcPct val="110000"/>
              </a:lnSpc>
              <a:defRPr/>
            </a:pPr>
            <a:r>
              <a:rPr lang="en-US" sz="1050" kern="0">
                <a:solidFill>
                  <a:schemeClr val="bg1"/>
                </a:solidFill>
                <a:cs typeface="Arial" panose="020B0604020202020204" pitchFamily="34" charset="0"/>
              </a:rPr>
              <a:t>Minimum 10.5pt</a:t>
            </a:r>
          </a:p>
        </p:txBody>
      </p:sp>
      <p:sp>
        <p:nvSpPr>
          <p:cNvPr id="241" name="Arrow: Chevron 240">
            <a:extLst>
              <a:ext uri="{FF2B5EF4-FFF2-40B4-BE49-F238E27FC236}">
                <a16:creationId xmlns:a16="http://schemas.microsoft.com/office/drawing/2014/main" id="{54BA07EC-2559-85C2-87AF-6DA1A2A4EB48}"/>
              </a:ext>
            </a:extLst>
          </p:cNvPr>
          <p:cNvSpPr/>
          <p:nvPr/>
        </p:nvSpPr>
        <p:spPr>
          <a:xfrm>
            <a:off x="1937745" y="2335330"/>
            <a:ext cx="1596817" cy="790443"/>
          </a:xfrm>
          <a:prstGeom prst="chevron">
            <a:avLst>
              <a:gd name="adj" fmla="val 288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nSpc>
                <a:spcPct val="110000"/>
              </a:lnSpc>
              <a:defRPr/>
            </a:pPr>
            <a:r>
              <a:rPr lang="en-US" sz="1050" kern="0">
                <a:solidFill>
                  <a:schemeClr val="bg1"/>
                </a:solidFill>
                <a:cs typeface="Arial" panose="020B0604020202020204" pitchFamily="34" charset="0"/>
              </a:rPr>
              <a:t>Insert Text</a:t>
            </a:r>
          </a:p>
          <a:p>
            <a:pPr>
              <a:lnSpc>
                <a:spcPct val="110000"/>
              </a:lnSpc>
              <a:defRPr/>
            </a:pPr>
            <a:r>
              <a:rPr lang="en-US" sz="1050" kern="0">
                <a:solidFill>
                  <a:schemeClr val="bg1"/>
                </a:solidFill>
                <a:cs typeface="Arial" panose="020B0604020202020204" pitchFamily="34" charset="0"/>
              </a:rPr>
              <a:t>Minimum 10.5pt</a:t>
            </a:r>
          </a:p>
        </p:txBody>
      </p:sp>
      <p:sp>
        <p:nvSpPr>
          <p:cNvPr id="242" name="Arrow: Chevron 241">
            <a:extLst>
              <a:ext uri="{FF2B5EF4-FFF2-40B4-BE49-F238E27FC236}">
                <a16:creationId xmlns:a16="http://schemas.microsoft.com/office/drawing/2014/main" id="{639DC21D-E0F3-FCD3-9E04-944D254A664E}"/>
              </a:ext>
            </a:extLst>
          </p:cNvPr>
          <p:cNvSpPr/>
          <p:nvPr/>
        </p:nvSpPr>
        <p:spPr>
          <a:xfrm>
            <a:off x="3379359" y="2335330"/>
            <a:ext cx="1596817" cy="790443"/>
          </a:xfrm>
          <a:prstGeom prst="chevron">
            <a:avLst>
              <a:gd name="adj" fmla="val 288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nSpc>
                <a:spcPct val="110000"/>
              </a:lnSpc>
              <a:defRPr/>
            </a:pPr>
            <a:r>
              <a:rPr lang="en-US" sz="1050" kern="0">
                <a:solidFill>
                  <a:schemeClr val="bg1"/>
                </a:solidFill>
                <a:cs typeface="Arial" panose="020B0604020202020204" pitchFamily="34" charset="0"/>
              </a:rPr>
              <a:t>Insert Text</a:t>
            </a:r>
          </a:p>
          <a:p>
            <a:pPr>
              <a:lnSpc>
                <a:spcPct val="110000"/>
              </a:lnSpc>
              <a:defRPr/>
            </a:pPr>
            <a:r>
              <a:rPr lang="en-US" sz="1050" kern="0">
                <a:solidFill>
                  <a:schemeClr val="bg1"/>
                </a:solidFill>
                <a:cs typeface="Arial" panose="020B0604020202020204" pitchFamily="34" charset="0"/>
              </a:rPr>
              <a:t>Minimum 10.5pt</a:t>
            </a:r>
          </a:p>
        </p:txBody>
      </p:sp>
      <p:sp>
        <p:nvSpPr>
          <p:cNvPr id="243" name="Arrow: Chevron 242">
            <a:extLst>
              <a:ext uri="{FF2B5EF4-FFF2-40B4-BE49-F238E27FC236}">
                <a16:creationId xmlns:a16="http://schemas.microsoft.com/office/drawing/2014/main" id="{303EF75A-333D-BD61-E50F-00A7B8678A0B}"/>
              </a:ext>
            </a:extLst>
          </p:cNvPr>
          <p:cNvSpPr/>
          <p:nvPr/>
        </p:nvSpPr>
        <p:spPr>
          <a:xfrm>
            <a:off x="4820973" y="2335330"/>
            <a:ext cx="1596817" cy="790443"/>
          </a:xfrm>
          <a:prstGeom prst="chevron">
            <a:avLst>
              <a:gd name="adj" fmla="val 288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nSpc>
                <a:spcPct val="110000"/>
              </a:lnSpc>
              <a:defRPr/>
            </a:pPr>
            <a:r>
              <a:rPr lang="en-US" sz="1050" kern="0">
                <a:solidFill>
                  <a:schemeClr val="bg1"/>
                </a:solidFill>
                <a:cs typeface="Arial" panose="020B0604020202020204" pitchFamily="34" charset="0"/>
              </a:rPr>
              <a:t>Insert Text</a:t>
            </a:r>
          </a:p>
          <a:p>
            <a:pPr>
              <a:lnSpc>
                <a:spcPct val="110000"/>
              </a:lnSpc>
              <a:defRPr/>
            </a:pPr>
            <a:r>
              <a:rPr lang="en-US" sz="1050" kern="0">
                <a:solidFill>
                  <a:schemeClr val="bg1"/>
                </a:solidFill>
                <a:cs typeface="Arial" panose="020B0604020202020204" pitchFamily="34" charset="0"/>
              </a:rPr>
              <a:t>Minimum 10.5pt</a:t>
            </a:r>
          </a:p>
        </p:txBody>
      </p:sp>
      <p:sp>
        <p:nvSpPr>
          <p:cNvPr id="244" name="Arrow: Chevron 243">
            <a:extLst>
              <a:ext uri="{FF2B5EF4-FFF2-40B4-BE49-F238E27FC236}">
                <a16:creationId xmlns:a16="http://schemas.microsoft.com/office/drawing/2014/main" id="{33F7087D-8EF6-F36F-52D5-3F04CEC861C3}"/>
              </a:ext>
            </a:extLst>
          </p:cNvPr>
          <p:cNvSpPr/>
          <p:nvPr/>
        </p:nvSpPr>
        <p:spPr>
          <a:xfrm>
            <a:off x="6262587" y="2335330"/>
            <a:ext cx="1596817" cy="790443"/>
          </a:xfrm>
          <a:prstGeom prst="chevron">
            <a:avLst>
              <a:gd name="adj" fmla="val 288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nSpc>
                <a:spcPct val="110000"/>
              </a:lnSpc>
              <a:defRPr/>
            </a:pPr>
            <a:r>
              <a:rPr lang="en-US" sz="1050" kern="0">
                <a:solidFill>
                  <a:schemeClr val="bg1"/>
                </a:solidFill>
                <a:cs typeface="Arial" panose="020B0604020202020204" pitchFamily="34" charset="0"/>
              </a:rPr>
              <a:t>Insert Text</a:t>
            </a:r>
          </a:p>
          <a:p>
            <a:pPr>
              <a:lnSpc>
                <a:spcPct val="110000"/>
              </a:lnSpc>
              <a:defRPr/>
            </a:pPr>
            <a:r>
              <a:rPr lang="en-US" sz="1050" kern="0">
                <a:solidFill>
                  <a:schemeClr val="bg1"/>
                </a:solidFill>
                <a:cs typeface="Arial" panose="020B0604020202020204" pitchFamily="34" charset="0"/>
              </a:rPr>
              <a:t>Minimum 10.5pt</a:t>
            </a:r>
          </a:p>
        </p:txBody>
      </p:sp>
      <p:sp>
        <p:nvSpPr>
          <p:cNvPr id="245" name="Arrow: Chevron 244">
            <a:extLst>
              <a:ext uri="{FF2B5EF4-FFF2-40B4-BE49-F238E27FC236}">
                <a16:creationId xmlns:a16="http://schemas.microsoft.com/office/drawing/2014/main" id="{F099E935-840D-811E-2942-4F540C77F829}"/>
              </a:ext>
            </a:extLst>
          </p:cNvPr>
          <p:cNvSpPr/>
          <p:nvPr/>
        </p:nvSpPr>
        <p:spPr>
          <a:xfrm>
            <a:off x="7704200" y="2335330"/>
            <a:ext cx="1596817" cy="790443"/>
          </a:xfrm>
          <a:prstGeom prst="chevron">
            <a:avLst>
              <a:gd name="adj" fmla="val 288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nSpc>
                <a:spcPct val="110000"/>
              </a:lnSpc>
              <a:defRPr/>
            </a:pPr>
            <a:r>
              <a:rPr lang="en-US" sz="1050" kern="0">
                <a:solidFill>
                  <a:schemeClr val="bg1"/>
                </a:solidFill>
                <a:cs typeface="Arial" panose="020B0604020202020204" pitchFamily="34" charset="0"/>
              </a:rPr>
              <a:t>Insert Text</a:t>
            </a:r>
          </a:p>
          <a:p>
            <a:pPr>
              <a:lnSpc>
                <a:spcPct val="110000"/>
              </a:lnSpc>
              <a:defRPr/>
            </a:pPr>
            <a:r>
              <a:rPr lang="en-US" sz="1050" kern="0">
                <a:solidFill>
                  <a:schemeClr val="bg1"/>
                </a:solidFill>
                <a:cs typeface="Arial" panose="020B0604020202020204" pitchFamily="34" charset="0"/>
              </a:rPr>
              <a:t>Minimum 10.5pt</a:t>
            </a:r>
          </a:p>
        </p:txBody>
      </p:sp>
      <p:cxnSp>
        <p:nvCxnSpPr>
          <p:cNvPr id="250" name="Straight Arrow Connector 249">
            <a:extLst>
              <a:ext uri="{FF2B5EF4-FFF2-40B4-BE49-F238E27FC236}">
                <a16:creationId xmlns:a16="http://schemas.microsoft.com/office/drawing/2014/main" id="{B6CFFC6F-006A-58D1-C647-4CBCEC316B68}"/>
              </a:ext>
            </a:extLst>
          </p:cNvPr>
          <p:cNvCxnSpPr>
            <a:cxnSpLocks/>
            <a:stCxn id="228" idx="3"/>
            <a:endCxn id="229" idx="1"/>
          </p:cNvCxnSpPr>
          <p:nvPr/>
        </p:nvCxnSpPr>
        <p:spPr>
          <a:xfrm>
            <a:off x="3604348" y="4577012"/>
            <a:ext cx="713523" cy="0"/>
          </a:xfrm>
          <a:prstGeom prst="straightConnector1">
            <a:avLst/>
          </a:prstGeom>
          <a:ln w="9525">
            <a:solidFill>
              <a:schemeClr val="accent4"/>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2" name="Straight Arrow Connector 251">
            <a:extLst>
              <a:ext uri="{FF2B5EF4-FFF2-40B4-BE49-F238E27FC236}">
                <a16:creationId xmlns:a16="http://schemas.microsoft.com/office/drawing/2014/main" id="{B6EC341A-4C8E-0A91-957D-CE73AA7CCF89}"/>
              </a:ext>
            </a:extLst>
          </p:cNvPr>
          <p:cNvCxnSpPr>
            <a:cxnSpLocks/>
            <a:stCxn id="229" idx="3"/>
            <a:endCxn id="230" idx="1"/>
          </p:cNvCxnSpPr>
          <p:nvPr/>
        </p:nvCxnSpPr>
        <p:spPr>
          <a:xfrm>
            <a:off x="6397526" y="4577012"/>
            <a:ext cx="713523" cy="0"/>
          </a:xfrm>
          <a:prstGeom prst="straightConnector1">
            <a:avLst/>
          </a:prstGeom>
          <a:ln w="9525">
            <a:solidFill>
              <a:schemeClr val="accent4"/>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 name="Isosceles Triangle 5">
            <a:extLst>
              <a:ext uri="{FF2B5EF4-FFF2-40B4-BE49-F238E27FC236}">
                <a16:creationId xmlns:a16="http://schemas.microsoft.com/office/drawing/2014/main" id="{B9B3540B-F1D0-8DF0-D988-FE71E2ECD829}"/>
              </a:ext>
            </a:extLst>
          </p:cNvPr>
          <p:cNvSpPr/>
          <p:nvPr/>
        </p:nvSpPr>
        <p:spPr>
          <a:xfrm rot="5400000">
            <a:off x="9443267" y="3457209"/>
            <a:ext cx="352036" cy="161170"/>
          </a:xfrm>
          <a:prstGeom prst="triangl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73D740D-0D11-4048-C211-695D76554324}"/>
              </a:ext>
            </a:extLst>
          </p:cNvPr>
          <p:cNvGrpSpPr/>
          <p:nvPr/>
        </p:nvGrpSpPr>
        <p:grpSpPr>
          <a:xfrm>
            <a:off x="620987" y="5297988"/>
            <a:ext cx="5776539" cy="584011"/>
            <a:chOff x="486122" y="5301208"/>
            <a:chExt cx="5776539" cy="584011"/>
          </a:xfrm>
        </p:grpSpPr>
        <p:sp>
          <p:nvSpPr>
            <p:cNvPr id="38" name="Arrow: Pentagon 37">
              <a:extLst>
                <a:ext uri="{FF2B5EF4-FFF2-40B4-BE49-F238E27FC236}">
                  <a16:creationId xmlns:a16="http://schemas.microsoft.com/office/drawing/2014/main" id="{C976483A-C773-37ED-7FD8-502292548CA6}"/>
                </a:ext>
              </a:extLst>
            </p:cNvPr>
            <p:cNvSpPr/>
            <p:nvPr/>
          </p:nvSpPr>
          <p:spPr>
            <a:xfrm>
              <a:off x="1343472" y="5301208"/>
              <a:ext cx="4919189" cy="584011"/>
            </a:xfrm>
            <a:prstGeom prst="homePlate">
              <a:avLst>
                <a:gd name="adj" fmla="val 29602"/>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eaLnBrk="0" hangingPunct="0">
                <a:defRPr/>
              </a:pPr>
              <a:r>
                <a:rPr lang="en-US" sz="1050" b="1" kern="0">
                  <a:solidFill>
                    <a:srgbClr val="FFFFFF"/>
                  </a:solidFill>
                  <a:latin typeface="Graphik Black" panose="020B0A03030202060203" pitchFamily="34" charset="0"/>
                </a:rPr>
                <a:t>INSERT TEXT</a:t>
              </a:r>
            </a:p>
            <a:p>
              <a:pPr lvl="0" eaLnBrk="0" hangingPunct="0">
                <a:defRPr/>
              </a:pPr>
              <a:r>
                <a:rPr lang="en-US" sz="1050" b="1" kern="0">
                  <a:solidFill>
                    <a:srgbClr val="FFFFFF"/>
                  </a:solidFill>
                  <a:latin typeface="Graphik Black" panose="020B0A03030202060203" pitchFamily="34" charset="0"/>
                </a:rPr>
                <a:t>MINIMUM 10.5PT</a:t>
              </a:r>
            </a:p>
          </p:txBody>
        </p:sp>
        <p:sp>
          <p:nvSpPr>
            <p:cNvPr id="8" name="Rectangle 7">
              <a:extLst>
                <a:ext uri="{FF2B5EF4-FFF2-40B4-BE49-F238E27FC236}">
                  <a16:creationId xmlns:a16="http://schemas.microsoft.com/office/drawing/2014/main" id="{1D57F700-7C80-3B81-88BB-254971FA2DCF}"/>
                </a:ext>
              </a:extLst>
            </p:cNvPr>
            <p:cNvSpPr/>
            <p:nvPr/>
          </p:nvSpPr>
          <p:spPr>
            <a:xfrm>
              <a:off x="486122" y="5301208"/>
              <a:ext cx="208294" cy="584011"/>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9B8C8743-BE2F-D513-6A0B-EF456600152E}"/>
                </a:ext>
              </a:extLst>
            </p:cNvPr>
            <p:cNvSpPr/>
            <p:nvPr/>
          </p:nvSpPr>
          <p:spPr>
            <a:xfrm>
              <a:off x="827851" y="5301208"/>
              <a:ext cx="377838" cy="584011"/>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A47DCF28-913A-F636-D455-2F6CB517B92C}"/>
              </a:ext>
            </a:extLst>
          </p:cNvPr>
          <p:cNvGrpSpPr/>
          <p:nvPr/>
        </p:nvGrpSpPr>
        <p:grpSpPr>
          <a:xfrm>
            <a:off x="6775242" y="5297988"/>
            <a:ext cx="2428969" cy="584011"/>
            <a:chOff x="6839392" y="5301208"/>
            <a:chExt cx="2428969" cy="584011"/>
          </a:xfrm>
        </p:grpSpPr>
        <p:sp>
          <p:nvSpPr>
            <p:cNvPr id="7" name="Arrow: Pentagon 6">
              <a:extLst>
                <a:ext uri="{FF2B5EF4-FFF2-40B4-BE49-F238E27FC236}">
                  <a16:creationId xmlns:a16="http://schemas.microsoft.com/office/drawing/2014/main" id="{A3D801D5-2C29-44A3-0F04-403DED2FC965}"/>
                </a:ext>
              </a:extLst>
            </p:cNvPr>
            <p:cNvSpPr/>
            <p:nvPr/>
          </p:nvSpPr>
          <p:spPr>
            <a:xfrm>
              <a:off x="7320136" y="5301208"/>
              <a:ext cx="1948225" cy="584011"/>
            </a:xfrm>
            <a:prstGeom prst="homePlate">
              <a:avLst>
                <a:gd name="adj" fmla="val 29602"/>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eaLnBrk="0" hangingPunct="0">
                <a:defRPr/>
              </a:pPr>
              <a:r>
                <a:rPr lang="en-US" sz="1050" b="1" kern="0">
                  <a:solidFill>
                    <a:srgbClr val="FFFFFF"/>
                  </a:solidFill>
                  <a:latin typeface="Graphik Black" panose="020B0A03030202060203" pitchFamily="34" charset="0"/>
                </a:rPr>
                <a:t>INSERT TEXT</a:t>
              </a:r>
            </a:p>
            <a:p>
              <a:pPr lvl="0" eaLnBrk="0" hangingPunct="0">
                <a:defRPr/>
              </a:pPr>
              <a:r>
                <a:rPr lang="en-US" sz="1050" b="1" kern="0">
                  <a:solidFill>
                    <a:srgbClr val="FFFFFF"/>
                  </a:solidFill>
                  <a:latin typeface="Graphik Black" panose="020B0A03030202060203" pitchFamily="34" charset="0"/>
                </a:rPr>
                <a:t>MINIMUM 10.5PT</a:t>
              </a:r>
            </a:p>
          </p:txBody>
        </p:sp>
        <p:sp>
          <p:nvSpPr>
            <p:cNvPr id="41" name="Rectangle 40">
              <a:extLst>
                <a:ext uri="{FF2B5EF4-FFF2-40B4-BE49-F238E27FC236}">
                  <a16:creationId xmlns:a16="http://schemas.microsoft.com/office/drawing/2014/main" id="{A5A3769B-3CD0-96C4-781E-9A1D8548E18C}"/>
                </a:ext>
              </a:extLst>
            </p:cNvPr>
            <p:cNvSpPr/>
            <p:nvPr/>
          </p:nvSpPr>
          <p:spPr>
            <a:xfrm>
              <a:off x="7010503" y="5301208"/>
              <a:ext cx="194152" cy="584011"/>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B889AAC7-C0E4-19CF-70F1-0BC9A5C3CA97}"/>
                </a:ext>
              </a:extLst>
            </p:cNvPr>
            <p:cNvSpPr/>
            <p:nvPr/>
          </p:nvSpPr>
          <p:spPr>
            <a:xfrm>
              <a:off x="6839392" y="5301208"/>
              <a:ext cx="63273" cy="584011"/>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 name="Foliennummernplatzhalter 2">
            <a:extLst>
              <a:ext uri="{FF2B5EF4-FFF2-40B4-BE49-F238E27FC236}">
                <a16:creationId xmlns:a16="http://schemas.microsoft.com/office/drawing/2014/main" id="{D99DBA1F-940F-2413-152F-211E039FCE60}"/>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itle 5">
            <a:extLst>
              <a:ext uri="{FF2B5EF4-FFF2-40B4-BE49-F238E27FC236}">
                <a16:creationId xmlns:a16="http://schemas.microsoft.com/office/drawing/2014/main" id="{F1C90915-6A29-FB96-0977-2F8865A76CA8}"/>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Our Approach</a:t>
            </a:r>
          </a:p>
        </p:txBody>
      </p:sp>
      <p:sp>
        <p:nvSpPr>
          <p:cNvPr id="12" name="Text Placeholder 8">
            <a:extLst>
              <a:ext uri="{FF2B5EF4-FFF2-40B4-BE49-F238E27FC236}">
                <a16:creationId xmlns:a16="http://schemas.microsoft.com/office/drawing/2014/main" id="{40C77251-DC0F-15B5-E522-7403598E3029}"/>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Tree>
    <p:extLst>
      <p:ext uri="{BB962C8B-B14F-4D97-AF65-F5344CB8AC3E}">
        <p14:creationId xmlns:p14="http://schemas.microsoft.com/office/powerpoint/2010/main" val="1648075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239C3-4A16-906F-B707-1875D3506DBC}"/>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63A95EF6-1A4F-51E6-EDBE-DF65B02459E6}"/>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itle 5">
            <a:extLst>
              <a:ext uri="{FF2B5EF4-FFF2-40B4-BE49-F238E27FC236}">
                <a16:creationId xmlns:a16="http://schemas.microsoft.com/office/drawing/2014/main" id="{4B0B7D64-004A-DF50-7614-5BEF29BA7425}"/>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Our Value Proposition</a:t>
            </a:r>
          </a:p>
        </p:txBody>
      </p:sp>
      <p:sp>
        <p:nvSpPr>
          <p:cNvPr id="12" name="Text Placeholder 8">
            <a:extLst>
              <a:ext uri="{FF2B5EF4-FFF2-40B4-BE49-F238E27FC236}">
                <a16:creationId xmlns:a16="http://schemas.microsoft.com/office/drawing/2014/main" id="{6BB83B27-8CF9-A57A-67C3-14612D025CB6}"/>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cxnSp>
        <p:nvCxnSpPr>
          <p:cNvPr id="2" name="Straight Connector 1">
            <a:extLst>
              <a:ext uri="{FF2B5EF4-FFF2-40B4-BE49-F238E27FC236}">
                <a16:creationId xmlns:a16="http://schemas.microsoft.com/office/drawing/2014/main" id="{6FFE3626-69C5-FE82-3391-EE221EB6B634}"/>
              </a:ext>
            </a:extLst>
          </p:cNvPr>
          <p:cNvCxnSpPr/>
          <p:nvPr/>
        </p:nvCxnSpPr>
        <p:spPr>
          <a:xfrm>
            <a:off x="8452314" y="3700206"/>
            <a:ext cx="0" cy="1669019"/>
          </a:xfrm>
          <a:prstGeom prst="line">
            <a:avLst/>
          </a:prstGeom>
          <a:solidFill>
            <a:srgbClr val="FFFFFF">
              <a:alpha val="20000"/>
            </a:srgbClr>
          </a:solidFill>
          <a:ln w="12700" cap="flat">
            <a:solidFill>
              <a:schemeClr val="bg1">
                <a:alpha val="59000"/>
              </a:schemeClr>
            </a:solidFill>
            <a:prstDash val="sysDot"/>
            <a:miter lim="800000"/>
          </a:ln>
          <a:effectLst/>
        </p:spPr>
        <p:style>
          <a:lnRef idx="0">
            <a:scrgbClr r="0" g="0" b="0"/>
          </a:lnRef>
          <a:fillRef idx="0">
            <a:scrgbClr r="0" g="0" b="0"/>
          </a:fillRef>
          <a:effectRef idx="0">
            <a:scrgbClr r="0" g="0" b="0"/>
          </a:effectRef>
          <a:fontRef idx="none"/>
        </p:style>
      </p:cxnSp>
      <p:cxnSp>
        <p:nvCxnSpPr>
          <p:cNvPr id="4" name="Straight Connector 3">
            <a:extLst>
              <a:ext uri="{FF2B5EF4-FFF2-40B4-BE49-F238E27FC236}">
                <a16:creationId xmlns:a16="http://schemas.microsoft.com/office/drawing/2014/main" id="{1A05EAE8-418F-1C36-FD9F-BDE385966A0B}"/>
              </a:ext>
            </a:extLst>
          </p:cNvPr>
          <p:cNvCxnSpPr/>
          <p:nvPr/>
        </p:nvCxnSpPr>
        <p:spPr>
          <a:xfrm>
            <a:off x="9722168" y="3700206"/>
            <a:ext cx="0" cy="1669019"/>
          </a:xfrm>
          <a:prstGeom prst="line">
            <a:avLst/>
          </a:prstGeom>
          <a:solidFill>
            <a:srgbClr val="FFFFFF">
              <a:alpha val="20000"/>
            </a:srgbClr>
          </a:solidFill>
          <a:ln w="12700" cap="flat">
            <a:solidFill>
              <a:schemeClr val="bg1">
                <a:alpha val="59000"/>
              </a:schemeClr>
            </a:solidFill>
            <a:prstDash val="sysDot"/>
            <a:miter lim="800000"/>
          </a:ln>
          <a:effectLst/>
        </p:spPr>
        <p:style>
          <a:lnRef idx="0">
            <a:scrgbClr r="0" g="0" b="0"/>
          </a:lnRef>
          <a:fillRef idx="0">
            <a:scrgbClr r="0" g="0" b="0"/>
          </a:fillRef>
          <a:effectRef idx="0">
            <a:scrgbClr r="0" g="0" b="0"/>
          </a:effectRef>
          <a:fontRef idx="none"/>
        </p:style>
      </p:cxnSp>
      <p:cxnSp>
        <p:nvCxnSpPr>
          <p:cNvPr id="5" name="Straight Connector 4">
            <a:extLst>
              <a:ext uri="{FF2B5EF4-FFF2-40B4-BE49-F238E27FC236}">
                <a16:creationId xmlns:a16="http://schemas.microsoft.com/office/drawing/2014/main" id="{0BC10E47-1737-0557-8B90-B5F53A2218C6}"/>
              </a:ext>
            </a:extLst>
          </p:cNvPr>
          <p:cNvCxnSpPr/>
          <p:nvPr/>
        </p:nvCxnSpPr>
        <p:spPr>
          <a:xfrm>
            <a:off x="4245594" y="3700205"/>
            <a:ext cx="0" cy="1669019"/>
          </a:xfrm>
          <a:prstGeom prst="line">
            <a:avLst/>
          </a:prstGeom>
          <a:solidFill>
            <a:srgbClr val="FFFFFF">
              <a:alpha val="20000"/>
            </a:srgbClr>
          </a:solidFill>
          <a:ln w="12700" cap="flat">
            <a:solidFill>
              <a:schemeClr val="bg1">
                <a:alpha val="59000"/>
              </a:schemeClr>
            </a:solidFill>
            <a:prstDash val="sysDot"/>
            <a:miter lim="800000"/>
          </a:ln>
          <a:effectLst/>
        </p:spPr>
        <p:style>
          <a:lnRef idx="0">
            <a:scrgbClr r="0" g="0" b="0"/>
          </a:lnRef>
          <a:fillRef idx="0">
            <a:scrgbClr r="0" g="0" b="0"/>
          </a:fillRef>
          <a:effectRef idx="0">
            <a:scrgbClr r="0" g="0" b="0"/>
          </a:effectRef>
          <a:fontRef idx="none"/>
        </p:style>
      </p:cxnSp>
      <p:graphicFrame>
        <p:nvGraphicFramePr>
          <p:cNvPr id="19" name="Table 18">
            <a:extLst>
              <a:ext uri="{FF2B5EF4-FFF2-40B4-BE49-F238E27FC236}">
                <a16:creationId xmlns:a16="http://schemas.microsoft.com/office/drawing/2014/main" id="{7D2CCDC5-D5AA-1A79-49D5-7F35D8D62F6C}"/>
              </a:ext>
            </a:extLst>
          </p:cNvPr>
          <p:cNvGraphicFramePr>
            <a:graphicFrameLocks noGrp="1"/>
          </p:cNvGraphicFramePr>
          <p:nvPr>
            <p:extLst>
              <p:ext uri="{D42A27DB-BD31-4B8C-83A1-F6EECF244321}">
                <p14:modId xmlns:p14="http://schemas.microsoft.com/office/powerpoint/2010/main" val="2236552415"/>
              </p:ext>
            </p:extLst>
          </p:nvPr>
        </p:nvGraphicFramePr>
        <p:xfrm>
          <a:off x="381000" y="1665835"/>
          <a:ext cx="11430000" cy="2055332"/>
        </p:xfrm>
        <a:graphic>
          <a:graphicData uri="http://schemas.openxmlformats.org/drawingml/2006/table">
            <a:tbl>
              <a:tblPr firstRow="1" bandRow="1">
                <a:tableStyleId>{F2DE63D5-997A-4646-A377-4702673A728D}</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0">
                <a:tc>
                  <a:txBody>
                    <a:bodyPr/>
                    <a:lstStyle/>
                    <a:p>
                      <a:pPr marL="0" marR="0" indent="0" algn="l" defTabSz="1301008"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600" b="1" dirty="0">
                          <a:solidFill>
                            <a:schemeClr val="bg1"/>
                          </a:solidFill>
                          <a:latin typeface="Graphik Black" panose="020B0A03030202060203" pitchFamily="34" charset="0"/>
                          <a:cs typeface="Arial Bold" panose="020B0704020202020204" pitchFamily="34" charset="0"/>
                        </a:rPr>
                        <a:t>Insert heading at 16pt</a:t>
                      </a:r>
                    </a:p>
                  </a:txBody>
                  <a:tcPr marL="72000" marR="72000" marT="72000" marB="72000" anchor="ctr">
                    <a:lnL w="9525" cap="flat" cmpd="sng" algn="ctr">
                      <a:noFill/>
                      <a:prstDash val="solid"/>
                    </a:lnL>
                    <a:lnR w="6350" cap="flat" cmpd="sng" algn="ctr">
                      <a:solidFill>
                        <a:schemeClr val="bg1"/>
                      </a:solidFill>
                      <a:prstDash val="solid"/>
                      <a:round/>
                      <a:headEnd type="none" w="med" len="med"/>
                      <a:tailEnd type="none" w="med" len="med"/>
                    </a:lnR>
                    <a:lnT w="9525" cap="flat" cmpd="sng" algn="ctr">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marL="0" marR="0" indent="0" algn="l" defTabSz="1301008"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600" b="1" dirty="0">
                          <a:solidFill>
                            <a:schemeClr val="bg1"/>
                          </a:solidFill>
                          <a:latin typeface="Graphik Black" panose="020B0A03030202060203" pitchFamily="34" charset="0"/>
                          <a:cs typeface="Arial Bold" panose="020B0704020202020204" pitchFamily="34" charset="0"/>
                        </a:rPr>
                        <a:t>Insert heading at 16pt</a:t>
                      </a:r>
                    </a:p>
                  </a:txBody>
                  <a:tcPr marL="72000" marR="72000" marT="72000" marB="72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indent="0" algn="l" defTabSz="1301008"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600" b="1" dirty="0">
                          <a:solidFill>
                            <a:schemeClr val="bg1"/>
                          </a:solidFill>
                          <a:latin typeface="Graphik Black" panose="020B0A03030202060203" pitchFamily="34" charset="0"/>
                          <a:cs typeface="Arial Bold" panose="020B0704020202020204" pitchFamily="34" charset="0"/>
                        </a:rPr>
                        <a:t>Insert heading at 16pt</a:t>
                      </a:r>
                    </a:p>
                  </a:txBody>
                  <a:tcPr marL="72000" marR="72000" marT="72000" marB="72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indent="0" algn="l" defTabSz="1301008"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600" b="1" dirty="0">
                          <a:solidFill>
                            <a:schemeClr val="bg1"/>
                          </a:solidFill>
                          <a:latin typeface="Graphik Black" panose="020B0A03030202060203" pitchFamily="34" charset="0"/>
                          <a:cs typeface="Arial Bold" panose="020B0704020202020204" pitchFamily="34" charset="0"/>
                        </a:rPr>
                        <a:t>Insert heading at 16pt</a:t>
                      </a:r>
                    </a:p>
                  </a:txBody>
                  <a:tcPr marL="72000" marR="72000" marT="72000" marB="72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9525" cap="flat" cmpd="sng" algn="ctr">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indent="0" algn="l" defTabSz="1301008"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600" b="1" dirty="0">
                          <a:solidFill>
                            <a:schemeClr val="bg1"/>
                          </a:solidFill>
                          <a:latin typeface="Graphik Black" panose="020B0A03030202060203" pitchFamily="34" charset="0"/>
                          <a:cs typeface="Arial Bold" panose="020B0704020202020204" pitchFamily="34" charset="0"/>
                        </a:rPr>
                        <a:t>Insert heading at 16pt</a:t>
                      </a:r>
                    </a:p>
                  </a:txBody>
                  <a:tcPr marL="72000" marR="72000" marT="72000" marB="72000" anchor="ctr">
                    <a:lnL w="6350" cap="flat" cmpd="sng" algn="ctr">
                      <a:solidFill>
                        <a:schemeClr val="bg1"/>
                      </a:solidFill>
                      <a:prstDash val="solid"/>
                      <a:round/>
                      <a:headEnd type="none" w="med" len="med"/>
                      <a:tailEnd type="none" w="med" len="med"/>
                    </a:lnL>
                    <a:lnR w="9525" cap="flat" cmpd="sng" algn="ctr">
                      <a:noFill/>
                      <a:prstDash val="solid"/>
                    </a:lnR>
                    <a:lnT w="9525" cap="flat" cmpd="sng" algn="ctr">
                      <a:noFill/>
                      <a:prstDash val="soli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0000"/>
                  </a:ext>
                </a:extLst>
              </a:tr>
              <a:tr h="0">
                <a:tc>
                  <a:txBody>
                    <a:bodyPr/>
                    <a:lstStyle/>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600" b="0" dirty="0">
                          <a:solidFill>
                            <a:schemeClr val="tx1"/>
                          </a:solidFill>
                          <a:latin typeface="+mn-lt"/>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600" b="0" dirty="0">
                          <a:solidFill>
                            <a:schemeClr val="tx1"/>
                          </a:solidFill>
                          <a:latin typeface="+mn-lt"/>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600" b="0" dirty="0">
                          <a:solidFill>
                            <a:schemeClr val="tx1"/>
                          </a:solidFill>
                          <a:latin typeface="+mn-lt"/>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lang="en-US" sz="1600" b="0" dirty="0">
                          <a:solidFill>
                            <a:schemeClr val="tx1"/>
                          </a:solidFill>
                          <a:latin typeface="+mn-lt"/>
                          <a:cs typeface="Arial Bold" panose="020B0704020202020204" pitchFamily="34" charset="0"/>
                        </a:rPr>
                        <a:t>Text at 14pt</a:t>
                      </a:r>
                    </a:p>
                  </a:txBody>
                  <a:tcPr marL="72000" marR="72000" marT="72000" marB="72000">
                    <a:lnL w="9525" cap="flat" cmpd="sng" algn="ctr">
                      <a:noFill/>
                      <a:prstDash val="soli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noFill/>
                  </a:tcPr>
                </a:tc>
                <a:tc>
                  <a:txBody>
                    <a:bodyPr/>
                    <a:lstStyle/>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Graphik"/>
                          <a:ea typeface="+mn-ea"/>
                          <a:cs typeface="Arial Bold" panose="020B0704020202020204" pitchFamily="34" charset="0"/>
                        </a:rPr>
                        <a:t>Text at 14pt</a:t>
                      </a:r>
                      <a:endParaRPr lang="en-US" sz="1600" b="0" dirty="0">
                        <a:solidFill>
                          <a:schemeClr val="tx1"/>
                        </a:solidFill>
                        <a:latin typeface="+mn-lt"/>
                        <a:cs typeface="Arial Bold" panose="020B0704020202020204" pitchFamily="34" charset="0"/>
                      </a:endParaRPr>
                    </a:p>
                  </a:txBody>
                  <a:tcPr marL="72000" marR="72000" marT="72000" marB="72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noFill/>
                  </a:tcPr>
                </a:tc>
                <a:tc>
                  <a:txBody>
                    <a:bodyPr/>
                    <a:lstStyle/>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chemeClr val="tx1"/>
                          </a:solidFill>
                          <a:effectLst/>
                          <a:uLnTx/>
                          <a:uFillTx/>
                          <a:latin typeface="Graphik"/>
                          <a:ea typeface="+mn-ea"/>
                          <a:cs typeface="Arial Bold" panose="020B0704020202020204" pitchFamily="34" charset="0"/>
                        </a:rPr>
                        <a:t>Text at 14pt</a:t>
                      </a:r>
                      <a:endParaRPr lang="en-US" sz="1600" b="0" dirty="0">
                        <a:solidFill>
                          <a:schemeClr val="tx1"/>
                        </a:solidFill>
                        <a:latin typeface="+mn-lt"/>
                        <a:cs typeface="Arial Bold" panose="020B0704020202020204" pitchFamily="34" charset="0"/>
                      </a:endParaRPr>
                    </a:p>
                  </a:txBody>
                  <a:tcPr marL="72000" marR="72000" marT="72000" marB="72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noFill/>
                  </a:tcPr>
                </a:tc>
                <a:tc>
                  <a:txBody>
                    <a:bodyPr/>
                    <a:lstStyle/>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chemeClr val="tx1"/>
                          </a:solidFill>
                          <a:effectLst/>
                          <a:uLnTx/>
                          <a:uFillTx/>
                          <a:latin typeface="Graphik"/>
                          <a:ea typeface="+mn-ea"/>
                          <a:cs typeface="Arial Bold" panose="020B0704020202020204" pitchFamily="34" charset="0"/>
                        </a:rPr>
                        <a:t>Text at 14pt</a:t>
                      </a:r>
                      <a:endParaRPr lang="en-US" sz="1600" b="0" dirty="0">
                        <a:solidFill>
                          <a:schemeClr val="tx1"/>
                        </a:solidFill>
                        <a:latin typeface="+mn-lt"/>
                        <a:cs typeface="Arial Bold" panose="020B0704020202020204" pitchFamily="34" charset="0"/>
                      </a:endParaRPr>
                    </a:p>
                  </a:txBody>
                  <a:tcPr marL="72000" marR="72000" marT="72000" marB="7200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noFill/>
                  </a:tcPr>
                </a:tc>
                <a:tc>
                  <a:txBody>
                    <a:bodyPr/>
                    <a:lstStyle/>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Graphik"/>
                          <a:ea typeface="+mn-ea"/>
                          <a:cs typeface="Arial Bold" panose="020B0704020202020204" pitchFamily="34" charset="0"/>
                        </a:rPr>
                        <a:t>Text at 14pt</a:t>
                      </a:r>
                    </a:p>
                    <a:p>
                      <a:pPr marL="180000" marR="0" lvl="0" indent="-180000" algn="l" defTabSz="914377" rtl="0" eaLnBrk="1" fontAlgn="auto" latinLnBrk="0" hangingPunct="1">
                        <a:lnSpc>
                          <a:spcPct val="11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Graphik"/>
                          <a:ea typeface="+mn-ea"/>
                          <a:cs typeface="Arial Bold" panose="020B0704020202020204" pitchFamily="34" charset="0"/>
                        </a:rPr>
                        <a:t>Text at 14pt</a:t>
                      </a:r>
                      <a:endParaRPr lang="en-US" sz="1600" b="0" dirty="0">
                        <a:solidFill>
                          <a:schemeClr val="tx1"/>
                        </a:solidFill>
                        <a:latin typeface="+mn-lt"/>
                        <a:cs typeface="Arial Bold" panose="020B0704020202020204" pitchFamily="34" charset="0"/>
                      </a:endParaRPr>
                    </a:p>
                  </a:txBody>
                  <a:tcPr marL="72000" marR="72000" marT="72000" marB="72000">
                    <a:lnL w="6350" cap="flat" cmpd="sng" algn="ctr">
                      <a:solidFill>
                        <a:schemeClr val="bg1"/>
                      </a:solidFill>
                      <a:prstDash val="solid"/>
                      <a:round/>
                      <a:headEnd type="none" w="med" len="med"/>
                      <a:tailEnd type="none" w="med" len="med"/>
                    </a:lnL>
                    <a:lnR w="9525" cap="flat" cmpd="sng" algn="ctr">
                      <a:noFill/>
                      <a:prstDash val="solid"/>
                    </a:lnR>
                    <a:lnT w="6350" cap="flat" cmpd="sng" algn="ctr">
                      <a:solidFill>
                        <a:schemeClr val="bg1"/>
                      </a:solidFill>
                      <a:prstDash val="solid"/>
                      <a:round/>
                      <a:headEnd type="none" w="med" len="med"/>
                      <a:tailEnd type="none" w="med" len="med"/>
                    </a:lnT>
                    <a:lnB w="9525" cap="flat" cmpd="sng" algn="ctr">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46" name="Rectangle 45">
            <a:extLst>
              <a:ext uri="{FF2B5EF4-FFF2-40B4-BE49-F238E27FC236}">
                <a16:creationId xmlns:a16="http://schemas.microsoft.com/office/drawing/2014/main" id="{B04E6F6E-CB49-EEC4-6CE0-ECF156F57B87}"/>
              </a:ext>
            </a:extLst>
          </p:cNvPr>
          <p:cNvSpPr/>
          <p:nvPr/>
        </p:nvSpPr>
        <p:spPr>
          <a:xfrm>
            <a:off x="3575719" y="4118492"/>
            <a:ext cx="8235282" cy="827107"/>
          </a:xfrm>
          <a:prstGeom prst="rect">
            <a:avLst/>
          </a:prstGeom>
          <a:solidFill>
            <a:schemeClr val="accent4">
              <a:lumMod val="20000"/>
              <a:lumOff val="80000"/>
            </a:schemeClr>
          </a:solidFill>
          <a:ln w="19050">
            <a:noFill/>
            <a:headEnd type="none" w="med" len="med"/>
            <a:tailEnd type="oval" w="med" len="med"/>
          </a:ln>
          <a:effectLst/>
        </p:spPr>
        <p:style>
          <a:lnRef idx="1">
            <a:schemeClr val="accent1"/>
          </a:lnRef>
          <a:fillRef idx="3">
            <a:schemeClr val="accent1"/>
          </a:fillRef>
          <a:effectRef idx="2">
            <a:schemeClr val="accent1"/>
          </a:effectRef>
          <a:fontRef idx="minor">
            <a:schemeClr val="lt1"/>
          </a:fontRef>
        </p:style>
        <p:txBody>
          <a:bodyPr lIns="288000" tIns="0" rIns="0" bIns="0" rtlCol="0" anchor="ctr"/>
          <a:lstStyle/>
          <a:p>
            <a:pPr marL="144000" marR="0" lvl="0" indent="-144000" algn="l" defTabSz="914400" rtl="0" eaLnBrk="1" fontAlgn="auto" latinLnBrk="0" hangingPunct="1">
              <a:lnSpc>
                <a:spcPct val="110000"/>
              </a:lnSpc>
              <a:spcBef>
                <a:spcPts val="0"/>
              </a:spcBef>
              <a:spcAft>
                <a:spcPts val="0"/>
              </a:spcAft>
              <a:buClrTx/>
              <a:buSzTx/>
              <a:buFont typeface="Arial" pitchFamily="34" charset="0"/>
              <a:buChar char="•"/>
              <a:tabLst>
                <a:tab pos="231775" algn="l"/>
              </a:tabLst>
              <a:defRPr/>
            </a:pPr>
            <a:r>
              <a:rPr kumimoji="0" lang="en-US" sz="1400" b="0" i="0" u="none" strike="noStrike" kern="1200" cap="none" spc="0" normalizeH="0" baseline="0" noProof="0" dirty="0">
                <a:ln>
                  <a:noFill/>
                </a:ln>
                <a:solidFill>
                  <a:srgbClr val="000000"/>
                </a:solidFill>
                <a:effectLst/>
                <a:uLnTx/>
                <a:uFillTx/>
                <a:cs typeface="Arial" pitchFamily="34" charset="0"/>
              </a:rPr>
              <a:t>Bullet point insert text at 14pt</a:t>
            </a:r>
          </a:p>
          <a:p>
            <a:pPr marL="144000" marR="0" lvl="0" indent="-144000" algn="l" defTabSz="914400" rtl="0" eaLnBrk="1" fontAlgn="auto" latinLnBrk="0" hangingPunct="1">
              <a:lnSpc>
                <a:spcPct val="110000"/>
              </a:lnSpc>
              <a:spcBef>
                <a:spcPts val="0"/>
              </a:spcBef>
              <a:spcAft>
                <a:spcPts val="0"/>
              </a:spcAft>
              <a:buClrTx/>
              <a:buSzTx/>
              <a:buFont typeface="Arial" pitchFamily="34" charset="0"/>
              <a:buChar char="•"/>
              <a:tabLst>
                <a:tab pos="231775" algn="l"/>
              </a:tabLst>
              <a:defRPr/>
            </a:pPr>
            <a:r>
              <a:rPr kumimoji="0" lang="en-US" sz="1400" b="0" i="0" u="none" strike="noStrike" kern="1200" cap="none" spc="0" normalizeH="0" baseline="0" noProof="0" dirty="0">
                <a:ln>
                  <a:noFill/>
                </a:ln>
                <a:solidFill>
                  <a:srgbClr val="000000"/>
                </a:solidFill>
                <a:effectLst/>
                <a:uLnTx/>
                <a:uFillTx/>
                <a:cs typeface="Arial" pitchFamily="34" charset="0"/>
              </a:rPr>
              <a:t>Bullet point insert text at 14pt</a:t>
            </a:r>
          </a:p>
        </p:txBody>
      </p:sp>
      <p:sp>
        <p:nvSpPr>
          <p:cNvPr id="47" name="Rectangle 46">
            <a:extLst>
              <a:ext uri="{FF2B5EF4-FFF2-40B4-BE49-F238E27FC236}">
                <a16:creationId xmlns:a16="http://schemas.microsoft.com/office/drawing/2014/main" id="{E8E45C22-69FE-38E0-3533-6793383856B4}"/>
              </a:ext>
            </a:extLst>
          </p:cNvPr>
          <p:cNvSpPr/>
          <p:nvPr/>
        </p:nvSpPr>
        <p:spPr>
          <a:xfrm>
            <a:off x="380999" y="4118493"/>
            <a:ext cx="3194720" cy="816216"/>
          </a:xfrm>
          <a:prstGeom prst="rect">
            <a:avLst/>
          </a:prstGeom>
          <a:solidFill>
            <a:schemeClr val="accent2"/>
          </a:solidFill>
          <a:ln w="19050">
            <a:noFill/>
            <a:headEnd type="none" w="med" len="med"/>
            <a:tailEnd type="oval" w="med" len="med"/>
          </a:ln>
          <a:effectLst>
            <a:outerShdw sx="0" sy="0" rotWithShape="0">
              <a:srgbClr val="000000">
                <a:alpha val="35000"/>
              </a:srgbClr>
            </a:outerShdw>
          </a:effectLst>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bevelT w="0" h="0"/>
                <a:bevelB w="0" h="0"/>
              </a14:hiddenSp3d>
            </a:ext>
          </a:extLst>
        </p:spPr>
        <p:style>
          <a:lnRef idx="1">
            <a:schemeClr val="accent1"/>
          </a:lnRef>
          <a:fillRef idx="3">
            <a:schemeClr val="accent1"/>
          </a:fillRef>
          <a:effectRef idx="2">
            <a:schemeClr val="accent1"/>
          </a:effectRef>
          <a:fontRef idx="minor">
            <a:schemeClr val="lt1"/>
          </a:fontRef>
        </p:style>
        <p:txBody>
          <a:bodyPr vert="horz" lIns="144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kern="0" cap="none" baseline="0" noProof="0" dirty="0">
                <a:ln>
                  <a:noFill/>
                </a:ln>
                <a:solidFill>
                  <a:srgbClr val="FFFFFF"/>
                </a:solidFill>
                <a:effectLst/>
                <a:uLnTx/>
                <a:uFillTx/>
                <a:latin typeface="Graphik Black" panose="020B0A03030202060203" pitchFamily="34" charset="0"/>
              </a:rPr>
              <a:t>HEADING 20PT</a:t>
            </a:r>
          </a:p>
        </p:txBody>
      </p:sp>
      <p:sp>
        <p:nvSpPr>
          <p:cNvPr id="52" name="Rectangle 51">
            <a:extLst>
              <a:ext uri="{FF2B5EF4-FFF2-40B4-BE49-F238E27FC236}">
                <a16:creationId xmlns:a16="http://schemas.microsoft.com/office/drawing/2014/main" id="{A9CDCF6D-D3FE-0F34-096F-CB0FE0B044CE}"/>
              </a:ext>
            </a:extLst>
          </p:cNvPr>
          <p:cNvSpPr/>
          <p:nvPr/>
        </p:nvSpPr>
        <p:spPr>
          <a:xfrm>
            <a:off x="3567753" y="5218625"/>
            <a:ext cx="8243247" cy="819517"/>
          </a:xfrm>
          <a:prstGeom prst="rect">
            <a:avLst/>
          </a:prstGeom>
          <a:solidFill>
            <a:schemeClr val="accent4">
              <a:lumMod val="20000"/>
              <a:lumOff val="80000"/>
            </a:schemeClr>
          </a:solidFill>
          <a:ln w="19050">
            <a:noFill/>
            <a:headEnd type="none" w="med" len="med"/>
            <a:tailEnd type="oval" w="med" len="med"/>
          </a:ln>
          <a:effectLst/>
        </p:spPr>
        <p:style>
          <a:lnRef idx="1">
            <a:schemeClr val="accent1"/>
          </a:lnRef>
          <a:fillRef idx="3">
            <a:schemeClr val="accent1"/>
          </a:fillRef>
          <a:effectRef idx="2">
            <a:schemeClr val="accent1"/>
          </a:effectRef>
          <a:fontRef idx="minor">
            <a:schemeClr val="lt1"/>
          </a:fontRef>
        </p:style>
        <p:txBody>
          <a:bodyPr lIns="288000" tIns="0" rIns="0" bIns="0" rtlCol="0" anchor="ctr"/>
          <a:lstStyle/>
          <a:p>
            <a:pPr marL="144000" marR="0" lvl="0" indent="-144000" algn="l" defTabSz="914400" rtl="0" eaLnBrk="1" fontAlgn="auto" latinLnBrk="0" hangingPunct="1">
              <a:lnSpc>
                <a:spcPct val="110000"/>
              </a:lnSpc>
              <a:spcBef>
                <a:spcPts val="0"/>
              </a:spcBef>
              <a:spcAft>
                <a:spcPts val="0"/>
              </a:spcAft>
              <a:buClrTx/>
              <a:buSzTx/>
              <a:buFont typeface="Arial" pitchFamily="34" charset="0"/>
              <a:buChar char="•"/>
              <a:tabLst>
                <a:tab pos="231775" algn="l"/>
              </a:tabLst>
              <a:defRPr/>
            </a:pPr>
            <a:r>
              <a:rPr kumimoji="0" lang="en-US" sz="1400" b="0" i="0" u="none" strike="noStrike" kern="1200" cap="none" spc="0" normalizeH="0" baseline="0" noProof="0">
                <a:ln>
                  <a:noFill/>
                </a:ln>
                <a:solidFill>
                  <a:srgbClr val="000000"/>
                </a:solidFill>
                <a:effectLst/>
                <a:uLnTx/>
                <a:uFillTx/>
                <a:cs typeface="Arial" pitchFamily="34" charset="0"/>
              </a:rPr>
              <a:t>Bullet point insert text at 14pt</a:t>
            </a:r>
          </a:p>
          <a:p>
            <a:pPr marL="144000" marR="0" lvl="0" indent="-144000" algn="l" defTabSz="914400" rtl="0" eaLnBrk="1" fontAlgn="auto" latinLnBrk="0" hangingPunct="1">
              <a:lnSpc>
                <a:spcPct val="110000"/>
              </a:lnSpc>
              <a:spcBef>
                <a:spcPts val="0"/>
              </a:spcBef>
              <a:spcAft>
                <a:spcPts val="0"/>
              </a:spcAft>
              <a:buClrTx/>
              <a:buSzTx/>
              <a:buFont typeface="Arial" pitchFamily="34" charset="0"/>
              <a:buChar char="•"/>
              <a:tabLst>
                <a:tab pos="231775" algn="l"/>
              </a:tabLst>
              <a:defRPr/>
            </a:pPr>
            <a:r>
              <a:rPr kumimoji="0" lang="en-US" sz="1400" b="0" i="0" u="none" strike="noStrike" kern="1200" cap="none" spc="0" normalizeH="0" baseline="0" noProof="0">
                <a:ln>
                  <a:noFill/>
                </a:ln>
                <a:solidFill>
                  <a:srgbClr val="000000"/>
                </a:solidFill>
                <a:effectLst/>
                <a:uLnTx/>
                <a:uFillTx/>
                <a:cs typeface="Arial" pitchFamily="34" charset="0"/>
              </a:rPr>
              <a:t>Bullet point insert text at 14pt</a:t>
            </a:r>
          </a:p>
        </p:txBody>
      </p:sp>
      <p:sp>
        <p:nvSpPr>
          <p:cNvPr id="53" name="Rectangle 52">
            <a:extLst>
              <a:ext uri="{FF2B5EF4-FFF2-40B4-BE49-F238E27FC236}">
                <a16:creationId xmlns:a16="http://schemas.microsoft.com/office/drawing/2014/main" id="{BB8AC0A6-9572-ABAD-1391-81E523B4080C}"/>
              </a:ext>
            </a:extLst>
          </p:cNvPr>
          <p:cNvSpPr/>
          <p:nvPr/>
        </p:nvSpPr>
        <p:spPr>
          <a:xfrm>
            <a:off x="380999" y="5211035"/>
            <a:ext cx="3194720" cy="818415"/>
          </a:xfrm>
          <a:prstGeom prst="rect">
            <a:avLst/>
          </a:prstGeom>
          <a:solidFill>
            <a:schemeClr val="bg2"/>
          </a:solidFill>
          <a:ln w="19050">
            <a:noFill/>
            <a:headEnd type="none" w="med" len="med"/>
            <a:tailEnd type="oval" w="med" len="med"/>
          </a:ln>
          <a:effectLst>
            <a:outerShdw sx="0" sy="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vert="horz" lIns="144000" tIns="0" rIns="0" bIns="0" rtlCol="0" anchor="ctr"/>
          <a:lstStyle/>
          <a:p>
            <a:pPr lvl="0">
              <a:defRPr/>
            </a:pPr>
            <a:r>
              <a:rPr lang="en-US" sz="2000" b="1" kern="0" dirty="0">
                <a:solidFill>
                  <a:srgbClr val="FFFFFF"/>
                </a:solidFill>
                <a:latin typeface="Graphik Black" panose="020B0A03030202060203" pitchFamily="34" charset="0"/>
              </a:rPr>
              <a:t>HEADING 20PT</a:t>
            </a:r>
          </a:p>
        </p:txBody>
      </p:sp>
    </p:spTree>
    <p:extLst>
      <p:ext uri="{BB962C8B-B14F-4D97-AF65-F5344CB8AC3E}">
        <p14:creationId xmlns:p14="http://schemas.microsoft.com/office/powerpoint/2010/main" val="2111702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EE277-BB56-510E-E970-C09793766B58}"/>
              </a:ext>
            </a:extLst>
          </p:cNvPr>
          <p:cNvSpPr>
            <a:spLocks noGrp="1"/>
          </p:cNvSpPr>
          <p:nvPr>
            <p:ph type="title"/>
          </p:nvPr>
        </p:nvSpPr>
        <p:spPr>
          <a:xfrm>
            <a:off x="381000" y="980728"/>
            <a:ext cx="11430000" cy="344710"/>
          </a:xfrm>
        </p:spPr>
        <p:txBody>
          <a:bodyPr/>
          <a:lstStyle/>
          <a:p>
            <a:r>
              <a:rPr lang="en-AU" sz="3200" dirty="0"/>
              <a:t>2. Detailed delivery approach and solution</a:t>
            </a:r>
          </a:p>
        </p:txBody>
      </p:sp>
    </p:spTree>
    <p:extLst>
      <p:ext uri="{BB962C8B-B14F-4D97-AF65-F5344CB8AC3E}">
        <p14:creationId xmlns:p14="http://schemas.microsoft.com/office/powerpoint/2010/main" val="870266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C51DA-5646-0F36-FF7A-64FCFD814D86}"/>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5C27B80D-FC17-687F-2709-0773A0B8EFE8}"/>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itle 5">
            <a:extLst>
              <a:ext uri="{FF2B5EF4-FFF2-40B4-BE49-F238E27FC236}">
                <a16:creationId xmlns:a16="http://schemas.microsoft.com/office/drawing/2014/main" id="{99A7A91D-75E5-9BE1-B0BF-9A751092FE35}"/>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Detailed Solutioning – Functional Requirements</a:t>
            </a:r>
          </a:p>
        </p:txBody>
      </p:sp>
      <p:sp>
        <p:nvSpPr>
          <p:cNvPr id="12" name="Text Placeholder 8">
            <a:extLst>
              <a:ext uri="{FF2B5EF4-FFF2-40B4-BE49-F238E27FC236}">
                <a16:creationId xmlns:a16="http://schemas.microsoft.com/office/drawing/2014/main" id="{E331C9CC-7DAF-A9EF-B9BA-AE8F93AE4233}"/>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
        <p:nvSpPr>
          <p:cNvPr id="6" name="Rectangle 5">
            <a:extLst>
              <a:ext uri="{FF2B5EF4-FFF2-40B4-BE49-F238E27FC236}">
                <a16:creationId xmlns:a16="http://schemas.microsoft.com/office/drawing/2014/main" id="{BEC315C3-76DF-7F28-359E-F313755FE11C}"/>
              </a:ext>
            </a:extLst>
          </p:cNvPr>
          <p:cNvSpPr/>
          <p:nvPr/>
        </p:nvSpPr>
        <p:spPr>
          <a:xfrm>
            <a:off x="-1" y="1438749"/>
            <a:ext cx="5921829" cy="4873151"/>
          </a:xfrm>
          <a:prstGeom prst="rect">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AU" sz="1600" b="1" dirty="0">
                <a:solidFill>
                  <a:schemeClr val="tx1"/>
                </a:solidFill>
              </a:rPr>
              <a:t>To-be Image</a:t>
            </a:r>
          </a:p>
        </p:txBody>
      </p:sp>
      <p:sp>
        <p:nvSpPr>
          <p:cNvPr id="7" name="Rectangle 6">
            <a:extLst>
              <a:ext uri="{FF2B5EF4-FFF2-40B4-BE49-F238E27FC236}">
                <a16:creationId xmlns:a16="http://schemas.microsoft.com/office/drawing/2014/main" id="{545F3E15-2FD3-EAF5-3E97-843E67DC1798}"/>
              </a:ext>
            </a:extLst>
          </p:cNvPr>
          <p:cNvSpPr/>
          <p:nvPr/>
        </p:nvSpPr>
        <p:spPr>
          <a:xfrm>
            <a:off x="6096000" y="1438749"/>
            <a:ext cx="6096000" cy="4873151"/>
          </a:xfrm>
          <a:prstGeom prst="rect">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AU" sz="1600" b="1" dirty="0">
                <a:solidFill>
                  <a:schemeClr val="tx1"/>
                </a:solidFill>
              </a:rPr>
              <a:t>Detailed Implementation Plan </a:t>
            </a:r>
          </a:p>
        </p:txBody>
      </p:sp>
      <p:graphicFrame>
        <p:nvGraphicFramePr>
          <p:cNvPr id="8" name="Table 7">
            <a:extLst>
              <a:ext uri="{FF2B5EF4-FFF2-40B4-BE49-F238E27FC236}">
                <a16:creationId xmlns:a16="http://schemas.microsoft.com/office/drawing/2014/main" id="{A35757B0-A6FF-6B76-0916-6333610CB159}"/>
              </a:ext>
            </a:extLst>
          </p:cNvPr>
          <p:cNvGraphicFramePr>
            <a:graphicFrameLocks noGrp="1"/>
          </p:cNvGraphicFramePr>
          <p:nvPr>
            <p:extLst>
              <p:ext uri="{D42A27DB-BD31-4B8C-83A1-F6EECF244321}">
                <p14:modId xmlns:p14="http://schemas.microsoft.com/office/powerpoint/2010/main" val="2945019974"/>
              </p:ext>
            </p:extLst>
          </p:nvPr>
        </p:nvGraphicFramePr>
        <p:xfrm>
          <a:off x="6212114" y="2007004"/>
          <a:ext cx="5805715" cy="3889246"/>
        </p:xfrm>
        <a:graphic>
          <a:graphicData uri="http://schemas.openxmlformats.org/drawingml/2006/table">
            <a:tbl>
              <a:tblPr bandRow="1">
                <a:tableStyleId>{0E3FDE45-AF77-4B5C-9715-49D594BDF05E}</a:tableStyleId>
              </a:tblPr>
              <a:tblGrid>
                <a:gridCol w="720434">
                  <a:extLst>
                    <a:ext uri="{9D8B030D-6E8A-4147-A177-3AD203B41FA5}">
                      <a16:colId xmlns:a16="http://schemas.microsoft.com/office/drawing/2014/main" val="20000"/>
                    </a:ext>
                  </a:extLst>
                </a:gridCol>
                <a:gridCol w="5085281">
                  <a:extLst>
                    <a:ext uri="{9D8B030D-6E8A-4147-A177-3AD203B41FA5}">
                      <a16:colId xmlns:a16="http://schemas.microsoft.com/office/drawing/2014/main" val="20001"/>
                    </a:ext>
                  </a:extLst>
                </a:gridCol>
              </a:tblGrid>
              <a:tr h="275836">
                <a:tc gridSpan="2">
                  <a:txBody>
                    <a:bodyPr/>
                    <a:lstStyle/>
                    <a:p>
                      <a:pPr marL="0" marR="0" indent="0" algn="l" defTabSz="914400" rtl="0" eaLnBrk="0" fontAlgn="auto" latinLnBrk="0" hangingPunct="0">
                        <a:lnSpc>
                          <a:spcPct val="100000"/>
                        </a:lnSpc>
                        <a:spcBef>
                          <a:spcPct val="0"/>
                        </a:spcBef>
                        <a:spcAft>
                          <a:spcPts val="0"/>
                        </a:spcAft>
                        <a:buClrTx/>
                        <a:buSzTx/>
                        <a:buFontTx/>
                        <a:buNone/>
                        <a:tabLst/>
                        <a:defRPr/>
                      </a:pPr>
                      <a:r>
                        <a:rPr lang="en-US" sz="1100" b="1" dirty="0" err="1">
                          <a:solidFill>
                            <a:schemeClr val="bg1"/>
                          </a:solidFill>
                          <a:latin typeface="+mn-lt"/>
                          <a:ea typeface="ＭＳ Ｐゴシック" pitchFamily="34" charset="-128"/>
                        </a:rPr>
                        <a:t>xxxxxx</a:t>
                      </a:r>
                      <a:endParaRPr lang="en-US" altLang="zh-HK" sz="1100" b="1" dirty="0">
                        <a:solidFill>
                          <a:schemeClr val="bg1"/>
                        </a:solidFill>
                        <a:latin typeface="+mn-lt"/>
                      </a:endParaRPr>
                    </a:p>
                  </a:txBody>
                  <a:tcPr marL="36576" marR="36576" marT="36576" marB="36576"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rgbClr val="A100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lvl="0" fontAlgn="base">
                        <a:spcBef>
                          <a:spcPct val="0"/>
                        </a:spcBef>
                        <a:spcAft>
                          <a:spcPct val="0"/>
                        </a:spcAft>
                        <a:defRPr/>
                      </a:pPr>
                      <a:endParaRPr lang="en-US" sz="900" dirty="0">
                        <a:solidFill>
                          <a:schemeClr val="tx1"/>
                        </a:solidFill>
                      </a:endParaRPr>
                    </a:p>
                  </a:txBody>
                  <a:tcPr marL="182880" marR="4572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467874">
                <a:tc>
                  <a:txBody>
                    <a:bodyPr/>
                    <a:lstStyle/>
                    <a:p>
                      <a:pPr marL="0" marR="0" lvl="0" indent="0" algn="l" defTabSz="914400" rtl="0" eaLnBrk="0" fontAlgn="auto" latinLnBrk="0" hangingPunct="0">
                        <a:lnSpc>
                          <a:spcPct val="100000"/>
                        </a:lnSpc>
                        <a:spcBef>
                          <a:spcPct val="0"/>
                        </a:spcBef>
                        <a:spcAft>
                          <a:spcPts val="0"/>
                        </a:spcAft>
                        <a:buClrTx/>
                        <a:buSzTx/>
                        <a:buFontTx/>
                        <a:buNone/>
                        <a:tabLst/>
                        <a:defRPr/>
                      </a:pPr>
                      <a:r>
                        <a:rPr kumimoji="0" lang="en-US" altLang="zh-HK" sz="1100" b="0" i="0" u="none" strike="noStrike" kern="1200" cap="none" spc="0" normalizeH="0" baseline="0" noProof="0">
                          <a:ln>
                            <a:noFill/>
                          </a:ln>
                          <a:solidFill>
                            <a:srgbClr val="000000"/>
                          </a:solidFill>
                          <a:effectLst/>
                          <a:uLnTx/>
                          <a:uFillTx/>
                          <a:latin typeface="Graphik"/>
                          <a:ea typeface="+mn-ea"/>
                          <a:cs typeface="+mn-cs"/>
                        </a:rPr>
                        <a:t>xxxxx</a:t>
                      </a:r>
                      <a:endParaRPr kumimoji="0" lang="en-US" altLang="zh-HK" sz="1100" b="0" i="0" u="none" strike="noStrike" kern="1200" cap="none" spc="0" normalizeH="0" baseline="0" noProof="0" dirty="0">
                        <a:ln>
                          <a:noFill/>
                        </a:ln>
                        <a:solidFill>
                          <a:srgbClr val="000000"/>
                        </a:solidFill>
                        <a:effectLst/>
                        <a:uLnTx/>
                        <a:uFillTx/>
                        <a:latin typeface="Graphik"/>
                        <a:ea typeface="+mn-ea"/>
                        <a:cs typeface="+mn-cs"/>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A100FF"/>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fontAlgn="base">
                        <a:lnSpc>
                          <a:spcPct val="100000"/>
                        </a:lnSpc>
                        <a:spcBef>
                          <a:spcPct val="0"/>
                        </a:spcBef>
                        <a:spcAft>
                          <a:spcPct val="0"/>
                        </a:spcAft>
                        <a:defRPr/>
                      </a:pPr>
                      <a:r>
                        <a:rPr lang="en-US" sz="1100" dirty="0">
                          <a:solidFill>
                            <a:schemeClr val="tx1"/>
                          </a:solidFill>
                          <a:latin typeface="+mn-lt"/>
                        </a:rPr>
                        <a:t>Lorem ipsum dolor sit </a:t>
                      </a:r>
                      <a:r>
                        <a:rPr lang="en-US" sz="1100" dirty="0" err="1">
                          <a:solidFill>
                            <a:schemeClr val="tx1"/>
                          </a:solidFill>
                          <a:latin typeface="+mn-lt"/>
                        </a:rPr>
                        <a:t>amet</a:t>
                      </a:r>
                      <a:r>
                        <a:rPr lang="en-US" sz="1100" dirty="0">
                          <a:solidFill>
                            <a:schemeClr val="tx1"/>
                          </a:solidFill>
                          <a:latin typeface="+mn-lt"/>
                        </a:rPr>
                        <a:t>, </a:t>
                      </a:r>
                      <a:r>
                        <a:rPr lang="en-US" sz="1100" dirty="0" err="1">
                          <a:solidFill>
                            <a:schemeClr val="tx1"/>
                          </a:solidFill>
                          <a:latin typeface="+mn-lt"/>
                        </a:rPr>
                        <a:t>consetetur</a:t>
                      </a:r>
                      <a:r>
                        <a:rPr lang="en-US" sz="1100" dirty="0">
                          <a:solidFill>
                            <a:schemeClr val="tx1"/>
                          </a:solidFill>
                          <a:latin typeface="+mn-lt"/>
                        </a:rPr>
                        <a:t> </a:t>
                      </a:r>
                      <a:r>
                        <a:rPr lang="en-US" sz="1100" dirty="0" err="1">
                          <a:solidFill>
                            <a:schemeClr val="tx1"/>
                          </a:solidFill>
                          <a:latin typeface="+mn-lt"/>
                        </a:rPr>
                        <a:t>sadipscing</a:t>
                      </a:r>
                      <a:r>
                        <a:rPr lang="en-US" sz="1100" dirty="0">
                          <a:solidFill>
                            <a:schemeClr val="tx1"/>
                          </a:solidFill>
                          <a:latin typeface="+mn-lt"/>
                        </a:rPr>
                        <a:t> </a:t>
                      </a:r>
                      <a:r>
                        <a:rPr lang="en-US" sz="1100" dirty="0" err="1">
                          <a:solidFill>
                            <a:schemeClr val="tx1"/>
                          </a:solidFill>
                          <a:latin typeface="+mn-lt"/>
                        </a:rPr>
                        <a:t>elitr</a:t>
                      </a:r>
                      <a:r>
                        <a:rPr lang="en-US" sz="1100" dirty="0">
                          <a:solidFill>
                            <a:schemeClr val="tx1"/>
                          </a:solidFill>
                          <a:latin typeface="+mn-lt"/>
                        </a:rPr>
                        <a:t>, sed diam </a:t>
                      </a:r>
                      <a:r>
                        <a:rPr lang="en-US" sz="1100" dirty="0" err="1">
                          <a:solidFill>
                            <a:schemeClr val="tx1"/>
                          </a:solidFill>
                          <a:latin typeface="+mn-lt"/>
                        </a:rPr>
                        <a:t>nonumy</a:t>
                      </a:r>
                      <a:r>
                        <a:rPr lang="en-US" sz="1100" dirty="0">
                          <a:solidFill>
                            <a:schemeClr val="tx1"/>
                          </a:solidFill>
                          <a:latin typeface="+mn-lt"/>
                        </a:rPr>
                        <a:t> </a:t>
                      </a:r>
                      <a:r>
                        <a:rPr lang="en-US" sz="1100" dirty="0" err="1">
                          <a:solidFill>
                            <a:schemeClr val="tx1"/>
                          </a:solidFill>
                          <a:latin typeface="+mn-lt"/>
                        </a:rPr>
                        <a:t>eirmod</a:t>
                      </a:r>
                      <a:r>
                        <a:rPr lang="en-US" sz="1100" dirty="0">
                          <a:solidFill>
                            <a:schemeClr val="tx1"/>
                          </a:solidFill>
                          <a:latin typeface="+mn-lt"/>
                        </a:rPr>
                        <a:t> </a:t>
                      </a:r>
                      <a:r>
                        <a:rPr lang="en-US" sz="1100" dirty="0" err="1">
                          <a:solidFill>
                            <a:schemeClr val="tx1"/>
                          </a:solidFill>
                          <a:latin typeface="+mn-lt"/>
                        </a:rPr>
                        <a:t>tempor</a:t>
                      </a:r>
                      <a:r>
                        <a:rPr lang="en-US" sz="1100" dirty="0">
                          <a:solidFill>
                            <a:schemeClr val="tx1"/>
                          </a:solidFill>
                          <a:latin typeface="+mn-lt"/>
                        </a:rPr>
                        <a:t> </a:t>
                      </a:r>
                      <a:r>
                        <a:rPr lang="en-US" sz="1100" dirty="0" err="1">
                          <a:solidFill>
                            <a:schemeClr val="tx1"/>
                          </a:solidFill>
                          <a:latin typeface="+mn-lt"/>
                        </a:rPr>
                        <a:t>invidunt</a:t>
                      </a:r>
                      <a:r>
                        <a:rPr lang="en-US" sz="1100" dirty="0">
                          <a:solidFill>
                            <a:schemeClr val="tx1"/>
                          </a:solidFill>
                          <a:latin typeface="+mn-lt"/>
                        </a:rPr>
                        <a:t> </a:t>
                      </a:r>
                      <a:r>
                        <a:rPr lang="en-US" sz="1100" dirty="0" err="1">
                          <a:solidFill>
                            <a:schemeClr val="tx1"/>
                          </a:solidFill>
                          <a:latin typeface="+mn-lt"/>
                        </a:rPr>
                        <a:t>ut</a:t>
                      </a:r>
                      <a:r>
                        <a:rPr lang="en-US" sz="1100" dirty="0">
                          <a:solidFill>
                            <a:schemeClr val="tx1"/>
                          </a:solidFill>
                          <a:latin typeface="+mn-lt"/>
                        </a:rPr>
                        <a:t> </a:t>
                      </a:r>
                      <a:r>
                        <a:rPr lang="en-US" sz="1100" dirty="0" err="1">
                          <a:solidFill>
                            <a:schemeClr val="tx1"/>
                          </a:solidFill>
                          <a:latin typeface="+mn-lt"/>
                        </a:rPr>
                        <a:t>labore</a:t>
                      </a:r>
                      <a:r>
                        <a:rPr lang="en-US" sz="1100" dirty="0">
                          <a:solidFill>
                            <a:schemeClr val="tx1"/>
                          </a:solidFill>
                          <a:latin typeface="+mn-lt"/>
                        </a:rPr>
                        <a:t> et dolore magna </a:t>
                      </a:r>
                      <a:r>
                        <a:rPr lang="en-US" sz="1100" dirty="0" err="1">
                          <a:solidFill>
                            <a:schemeClr val="tx1"/>
                          </a:solidFill>
                          <a:latin typeface="+mn-lt"/>
                        </a:rPr>
                        <a:t>aliquyam</a:t>
                      </a:r>
                      <a:r>
                        <a:rPr lang="en-US" sz="1100" dirty="0">
                          <a:solidFill>
                            <a:schemeClr val="tx1"/>
                          </a:solidFill>
                          <a:latin typeface="+mn-lt"/>
                        </a:rPr>
                        <a:t> </a:t>
                      </a:r>
                      <a:r>
                        <a:rPr lang="en-US" sz="1100" dirty="0" err="1">
                          <a:solidFill>
                            <a:schemeClr val="tx1"/>
                          </a:solidFill>
                          <a:latin typeface="+mn-lt"/>
                        </a:rPr>
                        <a:t>erat</a:t>
                      </a:r>
                      <a:r>
                        <a:rPr lang="en-US" sz="1100" dirty="0">
                          <a:solidFill>
                            <a:schemeClr val="tx1"/>
                          </a:solidFill>
                          <a:latin typeface="+mn-lt"/>
                        </a:rPr>
                        <a:t>, sed diam </a:t>
                      </a: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A100FF"/>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67874">
                <a:tc>
                  <a:txBody>
                    <a:bodyPr/>
                    <a:lstStyle/>
                    <a:p>
                      <a:pPr marL="0" marR="0" lvl="0" indent="0" algn="l" defTabSz="914400" rtl="0" eaLnBrk="0" fontAlgn="auto" latinLnBrk="0" hangingPunct="0">
                        <a:lnSpc>
                          <a:spcPct val="100000"/>
                        </a:lnSpc>
                        <a:spcBef>
                          <a:spcPct val="0"/>
                        </a:spcBef>
                        <a:spcAft>
                          <a:spcPts val="0"/>
                        </a:spcAft>
                        <a:buClrTx/>
                        <a:buSzTx/>
                        <a:buFontTx/>
                        <a:buNone/>
                        <a:tabLst/>
                        <a:defRPr/>
                      </a:pPr>
                      <a:r>
                        <a:rPr kumimoji="0" lang="en-US" altLang="zh-HK" sz="1100" b="0" i="0" u="none" strike="noStrike" kern="1200" cap="none" spc="0" normalizeH="0" baseline="0" noProof="0">
                          <a:ln>
                            <a:noFill/>
                          </a:ln>
                          <a:solidFill>
                            <a:srgbClr val="000000"/>
                          </a:solidFill>
                          <a:effectLst/>
                          <a:uLnTx/>
                          <a:uFillTx/>
                          <a:latin typeface="Graphik"/>
                          <a:ea typeface="+mn-ea"/>
                          <a:cs typeface="+mn-cs"/>
                        </a:rPr>
                        <a:t>xxxxx</a:t>
                      </a:r>
                      <a:endParaRPr kumimoji="0" lang="en-US" altLang="zh-HK" sz="1100" b="0" i="0" u="none" strike="noStrike" kern="1200" cap="none" spc="0" normalizeH="0" baseline="0" noProof="0" dirty="0">
                        <a:ln>
                          <a:noFill/>
                        </a:ln>
                        <a:solidFill>
                          <a:srgbClr val="000000"/>
                        </a:solidFill>
                        <a:effectLst/>
                        <a:uLnTx/>
                        <a:uFillTx/>
                        <a:latin typeface="Graphik"/>
                        <a:ea typeface="+mn-ea"/>
                        <a:cs typeface="+mn-cs"/>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indent="-108000" algn="l" fontAlgn="base">
                        <a:lnSpc>
                          <a:spcPct val="100000"/>
                        </a:lnSpc>
                        <a:spcBef>
                          <a:spcPts val="225"/>
                        </a:spcBef>
                        <a:spcAft>
                          <a:spcPct val="0"/>
                        </a:spcAft>
                        <a:buFont typeface="Arial"/>
                        <a:buChar char="•"/>
                        <a:defRPr/>
                      </a:pPr>
                      <a:r>
                        <a:rPr lang="en-US" sz="1100" kern="0" dirty="0">
                          <a:solidFill>
                            <a:schemeClr val="tx1"/>
                          </a:solidFill>
                          <a:latin typeface="+mn-lt"/>
                        </a:rPr>
                        <a:t>Lorem ipsum dolor sit </a:t>
                      </a:r>
                      <a:r>
                        <a:rPr lang="en-US" sz="1100" kern="0" dirty="0" err="1">
                          <a:solidFill>
                            <a:schemeClr val="tx1"/>
                          </a:solidFill>
                          <a:latin typeface="+mn-lt"/>
                        </a:rPr>
                        <a:t>amet</a:t>
                      </a:r>
                      <a:r>
                        <a:rPr lang="en-US" sz="1100" kern="0" dirty="0">
                          <a:solidFill>
                            <a:schemeClr val="tx1"/>
                          </a:solidFill>
                          <a:latin typeface="+mn-lt"/>
                        </a:rPr>
                        <a:t>, </a:t>
                      </a:r>
                      <a:r>
                        <a:rPr lang="en-US" sz="1100" kern="0" dirty="0" err="1">
                          <a:solidFill>
                            <a:schemeClr val="tx1"/>
                          </a:solidFill>
                          <a:latin typeface="+mn-lt"/>
                        </a:rPr>
                        <a:t>consetetur</a:t>
                      </a:r>
                      <a:r>
                        <a:rPr lang="en-US" sz="1100" kern="0" dirty="0">
                          <a:solidFill>
                            <a:schemeClr val="tx1"/>
                          </a:solidFill>
                          <a:latin typeface="+mn-lt"/>
                        </a:rPr>
                        <a:t> </a:t>
                      </a:r>
                      <a:r>
                        <a:rPr lang="en-US" sz="1100" kern="0" dirty="0" err="1">
                          <a:solidFill>
                            <a:schemeClr val="tx1"/>
                          </a:solidFill>
                          <a:latin typeface="+mn-lt"/>
                        </a:rPr>
                        <a:t>sadipscing</a:t>
                      </a:r>
                      <a:r>
                        <a:rPr lang="en-US" sz="1100" kern="0" dirty="0">
                          <a:solidFill>
                            <a:schemeClr val="tx1"/>
                          </a:solidFill>
                          <a:latin typeface="+mn-lt"/>
                        </a:rPr>
                        <a:t> </a:t>
                      </a:r>
                      <a:r>
                        <a:rPr lang="en-US" sz="1100" kern="0" dirty="0" err="1">
                          <a:solidFill>
                            <a:schemeClr val="tx1"/>
                          </a:solidFill>
                          <a:latin typeface="+mn-lt"/>
                        </a:rPr>
                        <a:t>elitr</a:t>
                      </a:r>
                      <a:r>
                        <a:rPr lang="en-US" sz="1100" kern="0" dirty="0">
                          <a:solidFill>
                            <a:schemeClr val="tx1"/>
                          </a:solidFill>
                          <a:latin typeface="+mn-lt"/>
                        </a:rPr>
                        <a:t>, sed diam </a:t>
                      </a:r>
                      <a:r>
                        <a:rPr lang="en-US" sz="1100" kern="0" dirty="0" err="1">
                          <a:solidFill>
                            <a:schemeClr val="tx1"/>
                          </a:solidFill>
                          <a:latin typeface="+mn-lt"/>
                        </a:rPr>
                        <a:t>nonumy</a:t>
                      </a:r>
                      <a:r>
                        <a:rPr lang="en-US" sz="1100" kern="0" dirty="0">
                          <a:solidFill>
                            <a:schemeClr val="tx1"/>
                          </a:solidFill>
                          <a:latin typeface="+mn-lt"/>
                        </a:rPr>
                        <a:t> </a:t>
                      </a:r>
                      <a:r>
                        <a:rPr lang="en-US" sz="1100" kern="0" dirty="0" err="1">
                          <a:solidFill>
                            <a:schemeClr val="tx1"/>
                          </a:solidFill>
                          <a:latin typeface="+mn-lt"/>
                        </a:rPr>
                        <a:t>eirmod</a:t>
                      </a:r>
                      <a:r>
                        <a:rPr lang="en-US" sz="1100" kern="0" dirty="0">
                          <a:solidFill>
                            <a:schemeClr val="tx1"/>
                          </a:solidFill>
                          <a:latin typeface="+mn-lt"/>
                        </a:rPr>
                        <a:t> </a:t>
                      </a:r>
                      <a:r>
                        <a:rPr lang="en-US" sz="1100" kern="0" dirty="0" err="1">
                          <a:solidFill>
                            <a:schemeClr val="tx1"/>
                          </a:solidFill>
                          <a:latin typeface="+mn-lt"/>
                        </a:rPr>
                        <a:t>tempor</a:t>
                      </a:r>
                      <a:r>
                        <a:rPr lang="en-US" sz="1100" kern="0" dirty="0">
                          <a:solidFill>
                            <a:schemeClr val="tx1"/>
                          </a:solidFill>
                          <a:latin typeface="+mn-lt"/>
                        </a:rPr>
                        <a:t> </a:t>
                      </a:r>
                      <a:r>
                        <a:rPr lang="en-US" sz="1100" kern="0" dirty="0" err="1">
                          <a:solidFill>
                            <a:schemeClr val="tx1"/>
                          </a:solidFill>
                          <a:latin typeface="+mn-lt"/>
                        </a:rPr>
                        <a:t>invidunt</a:t>
                      </a:r>
                      <a:r>
                        <a:rPr lang="en-US" sz="1100" kern="0" dirty="0">
                          <a:solidFill>
                            <a:schemeClr val="tx1"/>
                          </a:solidFill>
                          <a:latin typeface="+mn-lt"/>
                        </a:rPr>
                        <a:t> </a:t>
                      </a:r>
                      <a:r>
                        <a:rPr lang="en-US" sz="1100" kern="0" dirty="0" err="1">
                          <a:solidFill>
                            <a:schemeClr val="tx1"/>
                          </a:solidFill>
                          <a:latin typeface="+mn-lt"/>
                        </a:rPr>
                        <a:t>ut</a:t>
                      </a:r>
                      <a:r>
                        <a:rPr lang="en-US" sz="1100" kern="0" dirty="0">
                          <a:solidFill>
                            <a:schemeClr val="tx1"/>
                          </a:solidFill>
                          <a:latin typeface="+mn-lt"/>
                        </a:rPr>
                        <a:t> </a:t>
                      </a:r>
                      <a:r>
                        <a:rPr lang="en-US" sz="1100" kern="0" dirty="0" err="1">
                          <a:solidFill>
                            <a:schemeClr val="tx1"/>
                          </a:solidFill>
                          <a:latin typeface="+mn-lt"/>
                        </a:rPr>
                        <a:t>labore</a:t>
                      </a:r>
                      <a:r>
                        <a:rPr lang="en-US" sz="1100" kern="0" dirty="0">
                          <a:solidFill>
                            <a:schemeClr val="tx1"/>
                          </a:solidFill>
                          <a:latin typeface="+mn-lt"/>
                        </a:rPr>
                        <a:t> et dolore magna </a:t>
                      </a:r>
                      <a:r>
                        <a:rPr lang="en-US" sz="1100" kern="0" dirty="0" err="1">
                          <a:solidFill>
                            <a:schemeClr val="tx1"/>
                          </a:solidFill>
                          <a:latin typeface="+mn-lt"/>
                        </a:rPr>
                        <a:t>aliquyam</a:t>
                      </a:r>
                      <a:r>
                        <a:rPr lang="en-US" sz="1100" kern="0" dirty="0">
                          <a:solidFill>
                            <a:schemeClr val="tx1"/>
                          </a:solidFill>
                          <a:latin typeface="+mn-lt"/>
                        </a:rPr>
                        <a:t> </a:t>
                      </a:r>
                      <a:r>
                        <a:rPr lang="en-US" sz="1100" kern="0" dirty="0" err="1">
                          <a:solidFill>
                            <a:schemeClr val="tx1"/>
                          </a:solidFill>
                          <a:latin typeface="+mn-lt"/>
                        </a:rPr>
                        <a:t>erat</a:t>
                      </a:r>
                      <a:r>
                        <a:rPr lang="en-US" sz="1100" kern="0" dirty="0">
                          <a:solidFill>
                            <a:schemeClr val="tx1"/>
                          </a:solidFill>
                          <a:latin typeface="+mn-lt"/>
                        </a:rPr>
                        <a:t>, sed diam </a:t>
                      </a: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131276">
                <a:tc>
                  <a:txBody>
                    <a:bodyPr/>
                    <a:lstStyle/>
                    <a:p>
                      <a:pPr marL="0" marR="0" lvl="0" indent="0" algn="l" defTabSz="914400" rtl="0" eaLnBrk="0" fontAlgn="auto" latinLnBrk="0" hangingPunct="0">
                        <a:lnSpc>
                          <a:spcPct val="100000"/>
                        </a:lnSpc>
                        <a:spcBef>
                          <a:spcPct val="0"/>
                        </a:spcBef>
                        <a:spcAft>
                          <a:spcPts val="0"/>
                        </a:spcAft>
                        <a:buClrTx/>
                        <a:buSzTx/>
                        <a:buFontTx/>
                        <a:buNone/>
                        <a:tabLst/>
                        <a:defRPr/>
                      </a:pPr>
                      <a:r>
                        <a:rPr kumimoji="0" lang="en-US" altLang="zh-HK" sz="1100" b="0" i="0" u="none" strike="noStrike" kern="1200" cap="none" spc="0" normalizeH="0" baseline="0" noProof="0">
                          <a:ln>
                            <a:noFill/>
                          </a:ln>
                          <a:solidFill>
                            <a:srgbClr val="000000"/>
                          </a:solidFill>
                          <a:effectLst/>
                          <a:uLnTx/>
                          <a:uFillTx/>
                          <a:latin typeface="Graphik"/>
                          <a:ea typeface="+mn-ea"/>
                          <a:cs typeface="+mn-cs"/>
                        </a:rPr>
                        <a:t>xxxxx</a:t>
                      </a:r>
                      <a:endParaRPr kumimoji="0" lang="en-US" altLang="zh-HK" sz="1100" b="0" i="0" u="none" strike="noStrike" kern="1200" cap="none" spc="0" normalizeH="0" baseline="0" noProof="0" dirty="0">
                        <a:ln>
                          <a:noFill/>
                        </a:ln>
                        <a:solidFill>
                          <a:srgbClr val="000000"/>
                        </a:solidFill>
                        <a:effectLst/>
                        <a:uLnTx/>
                        <a:uFillTx/>
                        <a:latin typeface="Graphik"/>
                        <a:ea typeface="+mn-ea"/>
                        <a:cs typeface="+mn-cs"/>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lvl="0" indent="-108000" algn="l" fontAlgn="base">
                        <a:lnSpc>
                          <a:spcPct val="100000"/>
                        </a:lnSpc>
                        <a:spcBef>
                          <a:spcPts val="300"/>
                        </a:spcBef>
                        <a:spcAft>
                          <a:spcPct val="0"/>
                        </a:spcAft>
                        <a:buFont typeface="Arial"/>
                        <a:buChar char="•"/>
                        <a:defRPr/>
                      </a:pPr>
                      <a:r>
                        <a:rPr lang="en-US" sz="1100" kern="0" dirty="0">
                          <a:solidFill>
                            <a:schemeClr val="tx1"/>
                          </a:solidFill>
                          <a:latin typeface="+mn-lt"/>
                        </a:rPr>
                        <a:t>Lorem ipsum dolor sit </a:t>
                      </a:r>
                      <a:r>
                        <a:rPr lang="en-US" sz="1100" kern="0" dirty="0" err="1">
                          <a:solidFill>
                            <a:schemeClr val="tx1"/>
                          </a:solidFill>
                          <a:latin typeface="+mn-lt"/>
                        </a:rPr>
                        <a:t>amet</a:t>
                      </a:r>
                      <a:r>
                        <a:rPr lang="en-US" sz="1100" kern="0" dirty="0">
                          <a:solidFill>
                            <a:schemeClr val="tx1"/>
                          </a:solidFill>
                          <a:latin typeface="+mn-lt"/>
                        </a:rPr>
                        <a:t>, </a:t>
                      </a:r>
                      <a:r>
                        <a:rPr lang="en-US" sz="1100" kern="0" dirty="0" err="1">
                          <a:solidFill>
                            <a:schemeClr val="tx1"/>
                          </a:solidFill>
                          <a:latin typeface="+mn-lt"/>
                        </a:rPr>
                        <a:t>consetetur</a:t>
                      </a:r>
                      <a:r>
                        <a:rPr lang="en-US" sz="1100" kern="0" dirty="0">
                          <a:solidFill>
                            <a:schemeClr val="tx1"/>
                          </a:solidFill>
                          <a:latin typeface="+mn-lt"/>
                        </a:rPr>
                        <a:t> </a:t>
                      </a:r>
                      <a:r>
                        <a:rPr lang="en-US" sz="1100" kern="0" dirty="0" err="1">
                          <a:solidFill>
                            <a:schemeClr val="tx1"/>
                          </a:solidFill>
                          <a:latin typeface="+mn-lt"/>
                        </a:rPr>
                        <a:t>sadipscing</a:t>
                      </a:r>
                      <a:r>
                        <a:rPr lang="en-US" sz="1100" kern="0" dirty="0">
                          <a:solidFill>
                            <a:schemeClr val="tx1"/>
                          </a:solidFill>
                          <a:latin typeface="+mn-lt"/>
                        </a:rPr>
                        <a:t> </a:t>
                      </a:r>
                      <a:r>
                        <a:rPr lang="en-US" sz="1100" kern="0" dirty="0" err="1">
                          <a:solidFill>
                            <a:schemeClr val="tx1"/>
                          </a:solidFill>
                          <a:latin typeface="+mn-lt"/>
                        </a:rPr>
                        <a:t>elitr</a:t>
                      </a:r>
                      <a:r>
                        <a:rPr lang="en-US" sz="1100" kern="0" dirty="0">
                          <a:solidFill>
                            <a:schemeClr val="tx1"/>
                          </a:solidFill>
                          <a:latin typeface="+mn-lt"/>
                        </a:rPr>
                        <a:t>, sed diam </a:t>
                      </a:r>
                      <a:r>
                        <a:rPr lang="en-US" sz="1100" kern="0" dirty="0" err="1">
                          <a:solidFill>
                            <a:schemeClr val="tx1"/>
                          </a:solidFill>
                          <a:latin typeface="+mn-lt"/>
                        </a:rPr>
                        <a:t>nonumy</a:t>
                      </a:r>
                      <a:r>
                        <a:rPr lang="en-US" sz="1100" kern="0" dirty="0">
                          <a:solidFill>
                            <a:schemeClr val="tx1"/>
                          </a:solidFill>
                          <a:latin typeface="+mn-lt"/>
                        </a:rPr>
                        <a:t> </a:t>
                      </a:r>
                      <a:r>
                        <a:rPr lang="en-US" sz="1100" kern="0" dirty="0" err="1">
                          <a:solidFill>
                            <a:schemeClr val="tx1"/>
                          </a:solidFill>
                          <a:latin typeface="+mn-lt"/>
                        </a:rPr>
                        <a:t>eirmod</a:t>
                      </a:r>
                      <a:r>
                        <a:rPr lang="en-US" sz="1100" kern="0" dirty="0">
                          <a:solidFill>
                            <a:schemeClr val="tx1"/>
                          </a:solidFill>
                          <a:latin typeface="+mn-lt"/>
                        </a:rPr>
                        <a:t> </a:t>
                      </a:r>
                      <a:r>
                        <a:rPr lang="en-US" sz="1100" kern="0" dirty="0" err="1">
                          <a:solidFill>
                            <a:schemeClr val="tx1"/>
                          </a:solidFill>
                          <a:latin typeface="+mn-lt"/>
                        </a:rPr>
                        <a:t>tempor</a:t>
                      </a:r>
                      <a:r>
                        <a:rPr lang="en-US" sz="1100" kern="0" dirty="0">
                          <a:solidFill>
                            <a:schemeClr val="tx1"/>
                          </a:solidFill>
                          <a:latin typeface="+mn-lt"/>
                        </a:rPr>
                        <a:t> </a:t>
                      </a:r>
                      <a:r>
                        <a:rPr lang="en-US" sz="1100" kern="0" dirty="0" err="1">
                          <a:solidFill>
                            <a:schemeClr val="tx1"/>
                          </a:solidFill>
                          <a:latin typeface="+mn-lt"/>
                        </a:rPr>
                        <a:t>invidunt</a:t>
                      </a:r>
                      <a:r>
                        <a:rPr lang="en-US" sz="1100" kern="0" dirty="0">
                          <a:solidFill>
                            <a:schemeClr val="tx1"/>
                          </a:solidFill>
                          <a:latin typeface="+mn-lt"/>
                        </a:rPr>
                        <a:t> </a:t>
                      </a:r>
                      <a:r>
                        <a:rPr lang="en-US" sz="1100" kern="0" dirty="0" err="1">
                          <a:solidFill>
                            <a:schemeClr val="tx1"/>
                          </a:solidFill>
                          <a:latin typeface="+mn-lt"/>
                        </a:rPr>
                        <a:t>ut</a:t>
                      </a:r>
                      <a:r>
                        <a:rPr lang="en-US" sz="1100" kern="0" dirty="0">
                          <a:solidFill>
                            <a:schemeClr val="tx1"/>
                          </a:solidFill>
                          <a:latin typeface="+mn-lt"/>
                        </a:rPr>
                        <a:t> </a:t>
                      </a:r>
                      <a:r>
                        <a:rPr lang="en-US" sz="1100" kern="0" dirty="0" err="1">
                          <a:solidFill>
                            <a:schemeClr val="tx1"/>
                          </a:solidFill>
                          <a:latin typeface="+mn-lt"/>
                        </a:rPr>
                        <a:t>labore</a:t>
                      </a:r>
                      <a:r>
                        <a:rPr lang="en-US" sz="1100" kern="0" dirty="0">
                          <a:solidFill>
                            <a:schemeClr val="tx1"/>
                          </a:solidFill>
                          <a:latin typeface="+mn-lt"/>
                        </a:rPr>
                        <a:t> et dolore magna </a:t>
                      </a:r>
                      <a:r>
                        <a:rPr lang="en-US" sz="1100" kern="0" dirty="0" err="1">
                          <a:solidFill>
                            <a:schemeClr val="tx1"/>
                          </a:solidFill>
                          <a:latin typeface="+mn-lt"/>
                        </a:rPr>
                        <a:t>aliquyam</a:t>
                      </a:r>
                      <a:r>
                        <a:rPr lang="en-US" sz="1100" kern="0" dirty="0">
                          <a:solidFill>
                            <a:schemeClr val="tx1"/>
                          </a:solidFill>
                          <a:latin typeface="+mn-lt"/>
                        </a:rPr>
                        <a:t> </a:t>
                      </a:r>
                      <a:r>
                        <a:rPr lang="en-US" sz="1100" kern="0" dirty="0" err="1">
                          <a:solidFill>
                            <a:schemeClr val="tx1"/>
                          </a:solidFill>
                          <a:latin typeface="+mn-lt"/>
                        </a:rPr>
                        <a:t>erat</a:t>
                      </a:r>
                      <a:r>
                        <a:rPr lang="en-US" sz="1100" kern="0" dirty="0">
                          <a:solidFill>
                            <a:schemeClr val="tx1"/>
                          </a:solidFill>
                          <a:latin typeface="+mn-lt"/>
                        </a:rPr>
                        <a:t>, sed diam </a:t>
                      </a:r>
                    </a:p>
                    <a:p>
                      <a:pPr marL="108000" marR="0" lvl="0" indent="-108000" algn="l" defTabSz="914377" rtl="0" eaLnBrk="1" fontAlgn="base" latinLnBrk="0" hangingPunct="1">
                        <a:lnSpc>
                          <a:spcPct val="100000"/>
                        </a:lnSpc>
                        <a:spcBef>
                          <a:spcPts val="300"/>
                        </a:spcBef>
                        <a:spcAft>
                          <a:spcPct val="0"/>
                        </a:spcAft>
                        <a:buClrTx/>
                        <a:buSzTx/>
                        <a:buFont typeface="Arial"/>
                        <a:buChar char="•"/>
                        <a:tabLst/>
                        <a:defRPr/>
                      </a:pPr>
                      <a:r>
                        <a:rPr lang="en-US" sz="1100" dirty="0">
                          <a:solidFill>
                            <a:srgbClr val="000000"/>
                          </a:solidFill>
                          <a:latin typeface="+mn-lt"/>
                        </a:rPr>
                        <a:t>Lorem ipsum dolor sit </a:t>
                      </a:r>
                      <a:r>
                        <a:rPr lang="en-US" sz="1100" dirty="0" err="1">
                          <a:solidFill>
                            <a:srgbClr val="000000"/>
                          </a:solidFill>
                          <a:latin typeface="+mn-lt"/>
                        </a:rPr>
                        <a:t>amet</a:t>
                      </a:r>
                      <a:r>
                        <a:rPr lang="en-US" sz="1100" dirty="0">
                          <a:solidFill>
                            <a:srgbClr val="000000"/>
                          </a:solidFill>
                          <a:latin typeface="+mn-lt"/>
                        </a:rPr>
                        <a:t>, </a:t>
                      </a:r>
                      <a:r>
                        <a:rPr lang="en-US" sz="1100" dirty="0" err="1">
                          <a:solidFill>
                            <a:srgbClr val="000000"/>
                          </a:solidFill>
                          <a:latin typeface="+mn-lt"/>
                        </a:rPr>
                        <a:t>consetetur</a:t>
                      </a:r>
                      <a:r>
                        <a:rPr lang="en-US" sz="1100" dirty="0">
                          <a:solidFill>
                            <a:srgbClr val="000000"/>
                          </a:solidFill>
                          <a:latin typeface="+mn-lt"/>
                        </a:rPr>
                        <a:t> </a:t>
                      </a:r>
                      <a:r>
                        <a:rPr lang="en-US" sz="1100" dirty="0" err="1">
                          <a:solidFill>
                            <a:srgbClr val="000000"/>
                          </a:solidFill>
                          <a:latin typeface="+mn-lt"/>
                        </a:rPr>
                        <a:t>sadipscing</a:t>
                      </a:r>
                      <a:r>
                        <a:rPr lang="en-US" sz="1100" dirty="0">
                          <a:solidFill>
                            <a:srgbClr val="000000"/>
                          </a:solidFill>
                          <a:latin typeface="+mn-lt"/>
                        </a:rPr>
                        <a:t> </a:t>
                      </a:r>
                      <a:r>
                        <a:rPr lang="en-US" sz="1100" dirty="0" err="1">
                          <a:solidFill>
                            <a:srgbClr val="000000"/>
                          </a:solidFill>
                          <a:latin typeface="+mn-lt"/>
                        </a:rPr>
                        <a:t>elitr</a:t>
                      </a:r>
                      <a:r>
                        <a:rPr lang="en-US" sz="1100" dirty="0">
                          <a:solidFill>
                            <a:srgbClr val="000000"/>
                          </a:solidFill>
                          <a:latin typeface="+mn-lt"/>
                        </a:rPr>
                        <a:t>, sed diam </a:t>
                      </a:r>
                      <a:r>
                        <a:rPr lang="en-US" sz="1100" dirty="0" err="1">
                          <a:solidFill>
                            <a:srgbClr val="000000"/>
                          </a:solidFill>
                          <a:latin typeface="+mn-lt"/>
                        </a:rPr>
                        <a:t>nonumy</a:t>
                      </a:r>
                      <a:r>
                        <a:rPr lang="en-US" sz="1100" dirty="0">
                          <a:solidFill>
                            <a:srgbClr val="000000"/>
                          </a:solidFill>
                          <a:latin typeface="+mn-lt"/>
                        </a:rPr>
                        <a:t> </a:t>
                      </a:r>
                      <a:r>
                        <a:rPr lang="en-US" sz="1100" dirty="0" err="1">
                          <a:solidFill>
                            <a:srgbClr val="000000"/>
                          </a:solidFill>
                          <a:latin typeface="+mn-lt"/>
                        </a:rPr>
                        <a:t>eirmod</a:t>
                      </a:r>
                      <a:r>
                        <a:rPr lang="en-US" sz="1100" dirty="0">
                          <a:solidFill>
                            <a:srgbClr val="000000"/>
                          </a:solidFill>
                          <a:latin typeface="+mn-lt"/>
                        </a:rPr>
                        <a:t> </a:t>
                      </a:r>
                      <a:r>
                        <a:rPr lang="en-US" sz="1100" dirty="0" err="1">
                          <a:solidFill>
                            <a:srgbClr val="000000"/>
                          </a:solidFill>
                          <a:latin typeface="+mn-lt"/>
                        </a:rPr>
                        <a:t>tempor</a:t>
                      </a:r>
                      <a:r>
                        <a:rPr lang="en-US" sz="1100" dirty="0">
                          <a:solidFill>
                            <a:srgbClr val="000000"/>
                          </a:solidFill>
                          <a:latin typeface="+mn-lt"/>
                        </a:rPr>
                        <a:t> </a:t>
                      </a:r>
                      <a:r>
                        <a:rPr lang="en-US" sz="1100" dirty="0" err="1">
                          <a:solidFill>
                            <a:srgbClr val="000000"/>
                          </a:solidFill>
                          <a:latin typeface="+mn-lt"/>
                        </a:rPr>
                        <a:t>invidunt</a:t>
                      </a:r>
                      <a:r>
                        <a:rPr lang="en-US" sz="1100" dirty="0">
                          <a:solidFill>
                            <a:srgbClr val="000000"/>
                          </a:solidFill>
                          <a:latin typeface="+mn-lt"/>
                        </a:rPr>
                        <a:t> </a:t>
                      </a:r>
                      <a:r>
                        <a:rPr lang="en-US" sz="1100" dirty="0" err="1">
                          <a:solidFill>
                            <a:srgbClr val="000000"/>
                          </a:solidFill>
                          <a:latin typeface="+mn-lt"/>
                        </a:rPr>
                        <a:t>ut</a:t>
                      </a:r>
                      <a:r>
                        <a:rPr lang="en-US" sz="1100" dirty="0">
                          <a:solidFill>
                            <a:srgbClr val="000000"/>
                          </a:solidFill>
                          <a:latin typeface="+mn-lt"/>
                        </a:rPr>
                        <a:t> </a:t>
                      </a:r>
                      <a:r>
                        <a:rPr lang="en-US" sz="1100" dirty="0" err="1">
                          <a:solidFill>
                            <a:srgbClr val="000000"/>
                          </a:solidFill>
                          <a:latin typeface="+mn-lt"/>
                        </a:rPr>
                        <a:t>labore</a:t>
                      </a:r>
                      <a:r>
                        <a:rPr lang="en-US" sz="1100" dirty="0">
                          <a:solidFill>
                            <a:srgbClr val="000000"/>
                          </a:solidFill>
                          <a:latin typeface="+mn-lt"/>
                        </a:rPr>
                        <a:t> et dolore magna </a:t>
                      </a:r>
                      <a:r>
                        <a:rPr lang="en-US" sz="1100" dirty="0" err="1">
                          <a:solidFill>
                            <a:srgbClr val="000000"/>
                          </a:solidFill>
                          <a:latin typeface="+mn-lt"/>
                        </a:rPr>
                        <a:t>aliquyam</a:t>
                      </a:r>
                      <a:r>
                        <a:rPr lang="en-US" sz="1100" dirty="0">
                          <a:solidFill>
                            <a:srgbClr val="000000"/>
                          </a:solidFill>
                          <a:latin typeface="+mn-lt"/>
                        </a:rPr>
                        <a:t> </a:t>
                      </a:r>
                      <a:r>
                        <a:rPr lang="en-US" sz="1100" dirty="0" err="1">
                          <a:solidFill>
                            <a:srgbClr val="000000"/>
                          </a:solidFill>
                          <a:latin typeface="+mn-lt"/>
                        </a:rPr>
                        <a:t>erat</a:t>
                      </a:r>
                      <a:r>
                        <a:rPr lang="en-US" sz="1100" dirty="0">
                          <a:solidFill>
                            <a:srgbClr val="000000"/>
                          </a:solidFill>
                          <a:latin typeface="+mn-lt"/>
                        </a:rPr>
                        <a:t>, sed diam </a:t>
                      </a:r>
                    </a:p>
                    <a:p>
                      <a:pPr marL="108000" lvl="0" indent="-108000" algn="l" fontAlgn="base">
                        <a:lnSpc>
                          <a:spcPct val="100000"/>
                        </a:lnSpc>
                        <a:spcBef>
                          <a:spcPts val="300"/>
                        </a:spcBef>
                        <a:spcAft>
                          <a:spcPct val="0"/>
                        </a:spcAft>
                        <a:buFont typeface="Arial"/>
                        <a:buChar char="•"/>
                        <a:defRPr/>
                      </a:pPr>
                      <a:endParaRPr lang="en-US" sz="1100" kern="0" dirty="0">
                        <a:solidFill>
                          <a:schemeClr val="tx1"/>
                        </a:solidFill>
                        <a:latin typeface="+mn-lt"/>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043987">
                <a:tc>
                  <a:txBody>
                    <a:bodyPr/>
                    <a:lstStyle/>
                    <a:p>
                      <a:pPr marL="0" marR="0" lvl="0" indent="0" algn="l" defTabSz="914400" rtl="0" eaLnBrk="0" fontAlgn="auto" latinLnBrk="0" hangingPunct="0">
                        <a:lnSpc>
                          <a:spcPct val="100000"/>
                        </a:lnSpc>
                        <a:spcBef>
                          <a:spcPct val="0"/>
                        </a:spcBef>
                        <a:spcAft>
                          <a:spcPts val="0"/>
                        </a:spcAft>
                        <a:buClrTx/>
                        <a:buSzTx/>
                        <a:buFontTx/>
                        <a:buNone/>
                        <a:tabLst/>
                        <a:defRPr/>
                      </a:pPr>
                      <a:r>
                        <a:rPr kumimoji="0" lang="en-US" altLang="zh-HK" sz="1100" b="0" i="0" u="none" strike="noStrike" kern="1200" cap="none" spc="0" normalizeH="0" baseline="0" noProof="0" dirty="0" err="1">
                          <a:ln>
                            <a:noFill/>
                          </a:ln>
                          <a:solidFill>
                            <a:srgbClr val="000000"/>
                          </a:solidFill>
                          <a:effectLst/>
                          <a:uLnTx/>
                          <a:uFillTx/>
                          <a:latin typeface="Graphik"/>
                          <a:ea typeface="+mn-ea"/>
                          <a:cs typeface="+mn-cs"/>
                        </a:rPr>
                        <a:t>xxxxx</a:t>
                      </a:r>
                      <a:endParaRPr kumimoji="0" lang="en-US" altLang="zh-HK" sz="1100" b="0" i="0" u="none" strike="noStrike" kern="1200" cap="none" spc="0" normalizeH="0" baseline="0" noProof="0" dirty="0">
                        <a:ln>
                          <a:noFill/>
                        </a:ln>
                        <a:solidFill>
                          <a:srgbClr val="000000"/>
                        </a:solidFill>
                        <a:effectLst/>
                        <a:uLnTx/>
                        <a:uFillTx/>
                        <a:latin typeface="Graphik"/>
                        <a:ea typeface="+mn-ea"/>
                        <a:cs typeface="+mn-cs"/>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indent="-108000" algn="l">
                        <a:lnSpc>
                          <a:spcPct val="100000"/>
                        </a:lnSpc>
                        <a:spcBef>
                          <a:spcPts val="0"/>
                        </a:spcBef>
                        <a:buFont typeface="Arial"/>
                        <a:buChar char="•"/>
                      </a:pPr>
                      <a:r>
                        <a:rPr lang="en-US" sz="1100" dirty="0">
                          <a:solidFill>
                            <a:schemeClr val="tx1"/>
                          </a:solidFill>
                          <a:latin typeface="+mn-lt"/>
                        </a:rPr>
                        <a:t>Lorem ipsum dolor sit </a:t>
                      </a:r>
                      <a:r>
                        <a:rPr lang="en-US" sz="1100" dirty="0" err="1">
                          <a:solidFill>
                            <a:schemeClr val="tx1"/>
                          </a:solidFill>
                          <a:latin typeface="+mn-lt"/>
                        </a:rPr>
                        <a:t>amet</a:t>
                      </a:r>
                      <a:r>
                        <a:rPr lang="en-US" sz="1100" dirty="0">
                          <a:solidFill>
                            <a:schemeClr val="tx1"/>
                          </a:solidFill>
                          <a:latin typeface="+mn-lt"/>
                        </a:rPr>
                        <a:t>, </a:t>
                      </a:r>
                      <a:r>
                        <a:rPr lang="en-US" sz="1100" dirty="0" err="1">
                          <a:solidFill>
                            <a:schemeClr val="tx1"/>
                          </a:solidFill>
                          <a:latin typeface="+mn-lt"/>
                        </a:rPr>
                        <a:t>consetetur</a:t>
                      </a:r>
                      <a:r>
                        <a:rPr lang="en-US" sz="1100" dirty="0">
                          <a:solidFill>
                            <a:schemeClr val="tx1"/>
                          </a:solidFill>
                          <a:latin typeface="+mn-lt"/>
                        </a:rPr>
                        <a:t> </a:t>
                      </a:r>
                      <a:r>
                        <a:rPr lang="en-US" sz="1100" dirty="0" err="1">
                          <a:solidFill>
                            <a:schemeClr val="tx1"/>
                          </a:solidFill>
                          <a:latin typeface="+mn-lt"/>
                        </a:rPr>
                        <a:t>sadipscing</a:t>
                      </a:r>
                      <a:r>
                        <a:rPr lang="en-US" sz="1100" dirty="0">
                          <a:solidFill>
                            <a:schemeClr val="tx1"/>
                          </a:solidFill>
                          <a:latin typeface="+mn-lt"/>
                        </a:rPr>
                        <a:t> </a:t>
                      </a:r>
                      <a:r>
                        <a:rPr lang="en-US" sz="1100" dirty="0" err="1">
                          <a:solidFill>
                            <a:schemeClr val="tx1"/>
                          </a:solidFill>
                          <a:latin typeface="+mn-lt"/>
                        </a:rPr>
                        <a:t>elitr</a:t>
                      </a:r>
                      <a:r>
                        <a:rPr lang="en-US" sz="1100" dirty="0">
                          <a:solidFill>
                            <a:schemeClr val="tx1"/>
                          </a:solidFill>
                          <a:latin typeface="+mn-lt"/>
                        </a:rPr>
                        <a:t>, sed diam </a:t>
                      </a:r>
                      <a:r>
                        <a:rPr lang="en-US" sz="1100" dirty="0" err="1">
                          <a:solidFill>
                            <a:schemeClr val="tx1"/>
                          </a:solidFill>
                          <a:latin typeface="+mn-lt"/>
                        </a:rPr>
                        <a:t>nonumy</a:t>
                      </a:r>
                      <a:r>
                        <a:rPr lang="en-US" sz="1100" dirty="0">
                          <a:solidFill>
                            <a:schemeClr val="tx1"/>
                          </a:solidFill>
                          <a:latin typeface="+mn-lt"/>
                        </a:rPr>
                        <a:t> </a:t>
                      </a:r>
                      <a:r>
                        <a:rPr lang="en-US" sz="1100" dirty="0" err="1">
                          <a:solidFill>
                            <a:schemeClr val="tx1"/>
                          </a:solidFill>
                          <a:latin typeface="+mn-lt"/>
                        </a:rPr>
                        <a:t>eirmod</a:t>
                      </a:r>
                      <a:r>
                        <a:rPr lang="en-US" sz="1100" dirty="0">
                          <a:solidFill>
                            <a:schemeClr val="tx1"/>
                          </a:solidFill>
                          <a:latin typeface="+mn-lt"/>
                        </a:rPr>
                        <a:t> </a:t>
                      </a:r>
                      <a:r>
                        <a:rPr lang="en-US" sz="1100" dirty="0" err="1">
                          <a:solidFill>
                            <a:schemeClr val="tx1"/>
                          </a:solidFill>
                          <a:latin typeface="+mn-lt"/>
                        </a:rPr>
                        <a:t>tempor</a:t>
                      </a:r>
                      <a:r>
                        <a:rPr lang="en-US" sz="1100" dirty="0">
                          <a:solidFill>
                            <a:schemeClr val="tx1"/>
                          </a:solidFill>
                          <a:latin typeface="+mn-lt"/>
                        </a:rPr>
                        <a:t> </a:t>
                      </a:r>
                      <a:r>
                        <a:rPr lang="en-US" sz="1100" dirty="0" err="1">
                          <a:solidFill>
                            <a:schemeClr val="tx1"/>
                          </a:solidFill>
                          <a:latin typeface="+mn-lt"/>
                        </a:rPr>
                        <a:t>invidunt</a:t>
                      </a:r>
                      <a:r>
                        <a:rPr lang="en-US" sz="1100" dirty="0">
                          <a:solidFill>
                            <a:schemeClr val="tx1"/>
                          </a:solidFill>
                          <a:latin typeface="+mn-lt"/>
                        </a:rPr>
                        <a:t> </a:t>
                      </a:r>
                      <a:r>
                        <a:rPr lang="en-US" sz="1100" dirty="0" err="1">
                          <a:solidFill>
                            <a:schemeClr val="tx1"/>
                          </a:solidFill>
                          <a:latin typeface="+mn-lt"/>
                        </a:rPr>
                        <a:t>ut</a:t>
                      </a:r>
                      <a:r>
                        <a:rPr lang="en-US" sz="1100" dirty="0">
                          <a:solidFill>
                            <a:schemeClr val="tx1"/>
                          </a:solidFill>
                          <a:latin typeface="+mn-lt"/>
                        </a:rPr>
                        <a:t> </a:t>
                      </a:r>
                      <a:r>
                        <a:rPr lang="en-US" sz="1100" dirty="0" err="1">
                          <a:solidFill>
                            <a:schemeClr val="tx1"/>
                          </a:solidFill>
                          <a:latin typeface="+mn-lt"/>
                        </a:rPr>
                        <a:t>labore</a:t>
                      </a:r>
                      <a:r>
                        <a:rPr lang="en-US" sz="1100" dirty="0">
                          <a:solidFill>
                            <a:schemeClr val="tx1"/>
                          </a:solidFill>
                          <a:latin typeface="+mn-lt"/>
                        </a:rPr>
                        <a:t> et dolore magna </a:t>
                      </a:r>
                      <a:r>
                        <a:rPr lang="en-US" sz="1100" dirty="0" err="1">
                          <a:solidFill>
                            <a:schemeClr val="tx1"/>
                          </a:solidFill>
                          <a:latin typeface="+mn-lt"/>
                        </a:rPr>
                        <a:t>aliquyam</a:t>
                      </a:r>
                      <a:r>
                        <a:rPr lang="en-US" sz="1100" dirty="0">
                          <a:solidFill>
                            <a:schemeClr val="tx1"/>
                          </a:solidFill>
                          <a:latin typeface="+mn-lt"/>
                        </a:rPr>
                        <a:t> </a:t>
                      </a:r>
                      <a:r>
                        <a:rPr lang="en-US" sz="1100" dirty="0" err="1">
                          <a:solidFill>
                            <a:schemeClr val="tx1"/>
                          </a:solidFill>
                          <a:latin typeface="+mn-lt"/>
                        </a:rPr>
                        <a:t>erat</a:t>
                      </a:r>
                      <a:r>
                        <a:rPr lang="en-US" sz="1100" dirty="0">
                          <a:solidFill>
                            <a:schemeClr val="tx1"/>
                          </a:solidFill>
                          <a:latin typeface="+mn-lt"/>
                        </a:rPr>
                        <a:t>, sed diam </a:t>
                      </a:r>
                    </a:p>
                    <a:p>
                      <a:pPr marL="108000" marR="0" lvl="0" indent="-108000" algn="l" defTabSz="914377" rtl="0" eaLnBrk="1" fontAlgn="auto" latinLnBrk="0" hangingPunct="1">
                        <a:lnSpc>
                          <a:spcPct val="100000"/>
                        </a:lnSpc>
                        <a:spcBef>
                          <a:spcPts val="0"/>
                        </a:spcBef>
                        <a:spcAft>
                          <a:spcPts val="0"/>
                        </a:spcAft>
                        <a:buClrTx/>
                        <a:buSzTx/>
                        <a:buFont typeface="Arial"/>
                        <a:buChar char="•"/>
                        <a:tabLst/>
                        <a:defRPr/>
                      </a:pPr>
                      <a:r>
                        <a:rPr lang="en-US" sz="1100" dirty="0">
                          <a:solidFill>
                            <a:srgbClr val="000000"/>
                          </a:solidFill>
                          <a:latin typeface="+mn-lt"/>
                        </a:rPr>
                        <a:t>Lorem ipsum dolor sit </a:t>
                      </a:r>
                      <a:r>
                        <a:rPr lang="en-US" sz="1100" dirty="0" err="1">
                          <a:solidFill>
                            <a:srgbClr val="000000"/>
                          </a:solidFill>
                          <a:latin typeface="+mn-lt"/>
                        </a:rPr>
                        <a:t>amet</a:t>
                      </a:r>
                      <a:r>
                        <a:rPr lang="en-US" sz="1100" dirty="0">
                          <a:solidFill>
                            <a:srgbClr val="000000"/>
                          </a:solidFill>
                          <a:latin typeface="+mn-lt"/>
                        </a:rPr>
                        <a:t>, </a:t>
                      </a:r>
                      <a:r>
                        <a:rPr lang="en-US" sz="1100" dirty="0" err="1">
                          <a:solidFill>
                            <a:srgbClr val="000000"/>
                          </a:solidFill>
                          <a:latin typeface="+mn-lt"/>
                        </a:rPr>
                        <a:t>consetetur</a:t>
                      </a:r>
                      <a:r>
                        <a:rPr lang="en-US" sz="1100" dirty="0">
                          <a:solidFill>
                            <a:srgbClr val="000000"/>
                          </a:solidFill>
                          <a:latin typeface="+mn-lt"/>
                        </a:rPr>
                        <a:t> </a:t>
                      </a:r>
                      <a:r>
                        <a:rPr lang="en-US" sz="1100" dirty="0" err="1">
                          <a:solidFill>
                            <a:srgbClr val="000000"/>
                          </a:solidFill>
                          <a:latin typeface="+mn-lt"/>
                        </a:rPr>
                        <a:t>sadipscing</a:t>
                      </a:r>
                      <a:r>
                        <a:rPr lang="en-US" sz="1100" dirty="0">
                          <a:solidFill>
                            <a:srgbClr val="000000"/>
                          </a:solidFill>
                          <a:latin typeface="+mn-lt"/>
                        </a:rPr>
                        <a:t> </a:t>
                      </a:r>
                      <a:r>
                        <a:rPr lang="en-US" sz="1100" dirty="0" err="1">
                          <a:solidFill>
                            <a:srgbClr val="000000"/>
                          </a:solidFill>
                          <a:latin typeface="+mn-lt"/>
                        </a:rPr>
                        <a:t>elitr</a:t>
                      </a:r>
                      <a:r>
                        <a:rPr lang="en-US" sz="1100" dirty="0">
                          <a:solidFill>
                            <a:srgbClr val="000000"/>
                          </a:solidFill>
                          <a:latin typeface="+mn-lt"/>
                        </a:rPr>
                        <a:t>, sed diam </a:t>
                      </a:r>
                      <a:r>
                        <a:rPr lang="en-US" sz="1100" dirty="0" err="1">
                          <a:solidFill>
                            <a:srgbClr val="000000"/>
                          </a:solidFill>
                          <a:latin typeface="+mn-lt"/>
                        </a:rPr>
                        <a:t>nonumy</a:t>
                      </a:r>
                      <a:r>
                        <a:rPr lang="en-US" sz="1100" dirty="0">
                          <a:solidFill>
                            <a:srgbClr val="000000"/>
                          </a:solidFill>
                          <a:latin typeface="+mn-lt"/>
                        </a:rPr>
                        <a:t> </a:t>
                      </a:r>
                      <a:r>
                        <a:rPr lang="en-US" sz="1100" dirty="0" err="1">
                          <a:solidFill>
                            <a:srgbClr val="000000"/>
                          </a:solidFill>
                          <a:latin typeface="+mn-lt"/>
                        </a:rPr>
                        <a:t>eirmod</a:t>
                      </a:r>
                      <a:r>
                        <a:rPr lang="en-US" sz="1100" dirty="0">
                          <a:solidFill>
                            <a:srgbClr val="000000"/>
                          </a:solidFill>
                          <a:latin typeface="+mn-lt"/>
                        </a:rPr>
                        <a:t> </a:t>
                      </a:r>
                      <a:r>
                        <a:rPr lang="en-US" sz="1100" dirty="0" err="1">
                          <a:solidFill>
                            <a:srgbClr val="000000"/>
                          </a:solidFill>
                          <a:latin typeface="+mn-lt"/>
                        </a:rPr>
                        <a:t>tempor</a:t>
                      </a:r>
                      <a:r>
                        <a:rPr lang="en-US" sz="1100" dirty="0">
                          <a:solidFill>
                            <a:srgbClr val="000000"/>
                          </a:solidFill>
                          <a:latin typeface="+mn-lt"/>
                        </a:rPr>
                        <a:t> </a:t>
                      </a:r>
                      <a:r>
                        <a:rPr lang="en-US" sz="1100" dirty="0" err="1">
                          <a:solidFill>
                            <a:srgbClr val="000000"/>
                          </a:solidFill>
                          <a:latin typeface="+mn-lt"/>
                        </a:rPr>
                        <a:t>invidunt</a:t>
                      </a:r>
                      <a:r>
                        <a:rPr lang="en-US" sz="1100" dirty="0">
                          <a:solidFill>
                            <a:srgbClr val="000000"/>
                          </a:solidFill>
                          <a:latin typeface="+mn-lt"/>
                        </a:rPr>
                        <a:t> </a:t>
                      </a:r>
                      <a:r>
                        <a:rPr lang="en-US" sz="1100" dirty="0" err="1">
                          <a:solidFill>
                            <a:srgbClr val="000000"/>
                          </a:solidFill>
                          <a:latin typeface="+mn-lt"/>
                        </a:rPr>
                        <a:t>ut</a:t>
                      </a:r>
                      <a:r>
                        <a:rPr lang="en-US" sz="1100" dirty="0">
                          <a:solidFill>
                            <a:srgbClr val="000000"/>
                          </a:solidFill>
                          <a:latin typeface="+mn-lt"/>
                        </a:rPr>
                        <a:t> </a:t>
                      </a:r>
                      <a:r>
                        <a:rPr lang="en-US" sz="1100" dirty="0" err="1">
                          <a:solidFill>
                            <a:srgbClr val="000000"/>
                          </a:solidFill>
                          <a:latin typeface="+mn-lt"/>
                        </a:rPr>
                        <a:t>labore</a:t>
                      </a:r>
                      <a:r>
                        <a:rPr lang="en-US" sz="1100" dirty="0">
                          <a:solidFill>
                            <a:srgbClr val="000000"/>
                          </a:solidFill>
                          <a:latin typeface="+mn-lt"/>
                        </a:rPr>
                        <a:t> et dolore magna </a:t>
                      </a:r>
                      <a:r>
                        <a:rPr lang="en-US" sz="1100" dirty="0" err="1">
                          <a:solidFill>
                            <a:srgbClr val="000000"/>
                          </a:solidFill>
                          <a:latin typeface="+mn-lt"/>
                        </a:rPr>
                        <a:t>aliquyam</a:t>
                      </a:r>
                      <a:r>
                        <a:rPr lang="en-US" sz="1100" dirty="0">
                          <a:solidFill>
                            <a:srgbClr val="000000"/>
                          </a:solidFill>
                          <a:latin typeface="+mn-lt"/>
                        </a:rPr>
                        <a:t> </a:t>
                      </a:r>
                      <a:r>
                        <a:rPr lang="en-US" sz="1100" dirty="0" err="1">
                          <a:solidFill>
                            <a:srgbClr val="000000"/>
                          </a:solidFill>
                          <a:latin typeface="+mn-lt"/>
                        </a:rPr>
                        <a:t>erat</a:t>
                      </a:r>
                      <a:r>
                        <a:rPr lang="en-US" sz="1100" dirty="0">
                          <a:solidFill>
                            <a:srgbClr val="000000"/>
                          </a:solidFill>
                          <a:latin typeface="+mn-lt"/>
                        </a:rPr>
                        <a:t>, sed diam </a:t>
                      </a:r>
                    </a:p>
                    <a:p>
                      <a:pPr marL="108000" indent="-108000" algn="l">
                        <a:lnSpc>
                          <a:spcPct val="100000"/>
                        </a:lnSpc>
                        <a:spcBef>
                          <a:spcPts val="0"/>
                        </a:spcBef>
                        <a:buFont typeface="Arial"/>
                        <a:buChar char="•"/>
                      </a:pPr>
                      <a:endParaRPr lang="en-US" sz="1100" dirty="0">
                        <a:solidFill>
                          <a:schemeClr val="tx1"/>
                        </a:solidFill>
                        <a:latin typeface="+mn-lt"/>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9" name="Rectangle 8">
            <a:extLst>
              <a:ext uri="{FF2B5EF4-FFF2-40B4-BE49-F238E27FC236}">
                <a16:creationId xmlns:a16="http://schemas.microsoft.com/office/drawing/2014/main" id="{7CE0FF86-5CE2-E49C-A528-928AA255AAF3}"/>
              </a:ext>
            </a:extLst>
          </p:cNvPr>
          <p:cNvSpPr/>
          <p:nvPr/>
        </p:nvSpPr>
        <p:spPr>
          <a:xfrm>
            <a:off x="1204686" y="3123983"/>
            <a:ext cx="3628571" cy="881743"/>
          </a:xfrm>
          <a:prstGeom prst="rect">
            <a:avLst/>
          </a:prstGeom>
          <a:solidFill>
            <a:srgbClr val="FFCCFF"/>
          </a:solidFill>
          <a:ln>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AU" i="1" dirty="0">
                <a:solidFill>
                  <a:srgbClr val="C00000"/>
                </a:solidFill>
              </a:rPr>
              <a:t>To-be design diagram to be provided by user (Manual)</a:t>
            </a:r>
          </a:p>
        </p:txBody>
      </p:sp>
    </p:spTree>
    <p:extLst>
      <p:ext uri="{BB962C8B-B14F-4D97-AF65-F5344CB8AC3E}">
        <p14:creationId xmlns:p14="http://schemas.microsoft.com/office/powerpoint/2010/main" val="792279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B8BDC-F933-EF41-C61F-3E3C1840269B}"/>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7D337770-7459-0DAE-10E9-08A76A1C4FC8}"/>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itle 5">
            <a:extLst>
              <a:ext uri="{FF2B5EF4-FFF2-40B4-BE49-F238E27FC236}">
                <a16:creationId xmlns:a16="http://schemas.microsoft.com/office/drawing/2014/main" id="{EFAE9A51-4CC9-F92B-6345-D92EC4FFD5F5}"/>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Detailed Solutioning – Non-Functional Requirements</a:t>
            </a:r>
          </a:p>
        </p:txBody>
      </p:sp>
      <p:sp>
        <p:nvSpPr>
          <p:cNvPr id="12" name="Text Placeholder 8">
            <a:extLst>
              <a:ext uri="{FF2B5EF4-FFF2-40B4-BE49-F238E27FC236}">
                <a16:creationId xmlns:a16="http://schemas.microsoft.com/office/drawing/2014/main" id="{0F876E5B-382D-A1EF-9AEF-5EFEA3A4E60E}"/>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
        <p:nvSpPr>
          <p:cNvPr id="2" name="Rectangle 1">
            <a:extLst>
              <a:ext uri="{FF2B5EF4-FFF2-40B4-BE49-F238E27FC236}">
                <a16:creationId xmlns:a16="http://schemas.microsoft.com/office/drawing/2014/main" id="{58F871E2-2A10-ABE0-6649-C924FB3B080A}"/>
              </a:ext>
            </a:extLst>
          </p:cNvPr>
          <p:cNvSpPr/>
          <p:nvPr/>
        </p:nvSpPr>
        <p:spPr>
          <a:xfrm>
            <a:off x="-1" y="1438749"/>
            <a:ext cx="5921829" cy="4873151"/>
          </a:xfrm>
          <a:prstGeom prst="rect">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AU" sz="1600" b="1" dirty="0">
                <a:solidFill>
                  <a:schemeClr val="tx1"/>
                </a:solidFill>
              </a:rPr>
              <a:t>To-be Image</a:t>
            </a:r>
          </a:p>
        </p:txBody>
      </p:sp>
      <p:sp>
        <p:nvSpPr>
          <p:cNvPr id="9" name="Rectangle 8">
            <a:extLst>
              <a:ext uri="{FF2B5EF4-FFF2-40B4-BE49-F238E27FC236}">
                <a16:creationId xmlns:a16="http://schemas.microsoft.com/office/drawing/2014/main" id="{4A7F41FF-4142-4764-1542-0748379C2A28}"/>
              </a:ext>
            </a:extLst>
          </p:cNvPr>
          <p:cNvSpPr/>
          <p:nvPr/>
        </p:nvSpPr>
        <p:spPr>
          <a:xfrm>
            <a:off x="6096000" y="1438749"/>
            <a:ext cx="6096000" cy="4873151"/>
          </a:xfrm>
          <a:prstGeom prst="rect">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AU" sz="1600" b="1" dirty="0">
                <a:solidFill>
                  <a:schemeClr val="tx1"/>
                </a:solidFill>
              </a:rPr>
              <a:t>Detailed Implementation Plan </a:t>
            </a:r>
          </a:p>
        </p:txBody>
      </p:sp>
      <p:graphicFrame>
        <p:nvGraphicFramePr>
          <p:cNvPr id="10" name="Table 9">
            <a:extLst>
              <a:ext uri="{FF2B5EF4-FFF2-40B4-BE49-F238E27FC236}">
                <a16:creationId xmlns:a16="http://schemas.microsoft.com/office/drawing/2014/main" id="{95E3036A-001A-7F1F-E720-67EFC816E223}"/>
              </a:ext>
            </a:extLst>
          </p:cNvPr>
          <p:cNvGraphicFramePr>
            <a:graphicFrameLocks noGrp="1"/>
          </p:cNvGraphicFramePr>
          <p:nvPr>
            <p:extLst>
              <p:ext uri="{D42A27DB-BD31-4B8C-83A1-F6EECF244321}">
                <p14:modId xmlns:p14="http://schemas.microsoft.com/office/powerpoint/2010/main" val="3422390925"/>
              </p:ext>
            </p:extLst>
          </p:nvPr>
        </p:nvGraphicFramePr>
        <p:xfrm>
          <a:off x="6212114" y="2007004"/>
          <a:ext cx="5805715" cy="3889246"/>
        </p:xfrm>
        <a:graphic>
          <a:graphicData uri="http://schemas.openxmlformats.org/drawingml/2006/table">
            <a:tbl>
              <a:tblPr bandRow="1">
                <a:tableStyleId>{0E3FDE45-AF77-4B5C-9715-49D594BDF05E}</a:tableStyleId>
              </a:tblPr>
              <a:tblGrid>
                <a:gridCol w="720434">
                  <a:extLst>
                    <a:ext uri="{9D8B030D-6E8A-4147-A177-3AD203B41FA5}">
                      <a16:colId xmlns:a16="http://schemas.microsoft.com/office/drawing/2014/main" val="20000"/>
                    </a:ext>
                  </a:extLst>
                </a:gridCol>
                <a:gridCol w="5085281">
                  <a:extLst>
                    <a:ext uri="{9D8B030D-6E8A-4147-A177-3AD203B41FA5}">
                      <a16:colId xmlns:a16="http://schemas.microsoft.com/office/drawing/2014/main" val="20001"/>
                    </a:ext>
                  </a:extLst>
                </a:gridCol>
              </a:tblGrid>
              <a:tr h="275836">
                <a:tc gridSpan="2">
                  <a:txBody>
                    <a:bodyPr/>
                    <a:lstStyle/>
                    <a:p>
                      <a:pPr marL="0" marR="0" indent="0" algn="l" defTabSz="914400" rtl="0" eaLnBrk="0" fontAlgn="auto" latinLnBrk="0" hangingPunct="0">
                        <a:lnSpc>
                          <a:spcPct val="100000"/>
                        </a:lnSpc>
                        <a:spcBef>
                          <a:spcPct val="0"/>
                        </a:spcBef>
                        <a:spcAft>
                          <a:spcPts val="0"/>
                        </a:spcAft>
                        <a:buClrTx/>
                        <a:buSzTx/>
                        <a:buFontTx/>
                        <a:buNone/>
                        <a:tabLst/>
                        <a:defRPr/>
                      </a:pPr>
                      <a:r>
                        <a:rPr lang="en-US" sz="1100" b="1" dirty="0" err="1">
                          <a:solidFill>
                            <a:schemeClr val="bg1"/>
                          </a:solidFill>
                          <a:latin typeface="+mn-lt"/>
                          <a:ea typeface="ＭＳ Ｐゴシック" pitchFamily="34" charset="-128"/>
                        </a:rPr>
                        <a:t>xxxxxx</a:t>
                      </a:r>
                      <a:endParaRPr lang="en-US" altLang="zh-HK" sz="1100" b="1" dirty="0">
                        <a:solidFill>
                          <a:schemeClr val="bg1"/>
                        </a:solidFill>
                        <a:latin typeface="+mn-lt"/>
                      </a:endParaRPr>
                    </a:p>
                  </a:txBody>
                  <a:tcPr marL="36576" marR="36576" marT="36576" marB="36576"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rgbClr val="A100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lvl="0" fontAlgn="base">
                        <a:spcBef>
                          <a:spcPct val="0"/>
                        </a:spcBef>
                        <a:spcAft>
                          <a:spcPct val="0"/>
                        </a:spcAft>
                        <a:defRPr/>
                      </a:pPr>
                      <a:endParaRPr lang="en-US" sz="900" dirty="0">
                        <a:solidFill>
                          <a:schemeClr val="tx1"/>
                        </a:solidFill>
                      </a:endParaRPr>
                    </a:p>
                  </a:txBody>
                  <a:tcPr marL="182880" marR="4572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r h="467874">
                <a:tc>
                  <a:txBody>
                    <a:bodyPr/>
                    <a:lstStyle/>
                    <a:p>
                      <a:pPr marL="0" marR="0" lvl="0" indent="0" algn="l" defTabSz="914400" rtl="0" eaLnBrk="0" fontAlgn="auto" latinLnBrk="0" hangingPunct="0">
                        <a:lnSpc>
                          <a:spcPct val="100000"/>
                        </a:lnSpc>
                        <a:spcBef>
                          <a:spcPct val="0"/>
                        </a:spcBef>
                        <a:spcAft>
                          <a:spcPts val="0"/>
                        </a:spcAft>
                        <a:buClrTx/>
                        <a:buSzTx/>
                        <a:buFontTx/>
                        <a:buNone/>
                        <a:tabLst/>
                        <a:defRPr/>
                      </a:pPr>
                      <a:r>
                        <a:rPr kumimoji="0" lang="en-US" altLang="zh-HK" sz="1100" b="0" i="0" u="none" strike="noStrike" kern="1200" cap="none" spc="0" normalizeH="0" baseline="0" noProof="0">
                          <a:ln>
                            <a:noFill/>
                          </a:ln>
                          <a:solidFill>
                            <a:srgbClr val="000000"/>
                          </a:solidFill>
                          <a:effectLst/>
                          <a:uLnTx/>
                          <a:uFillTx/>
                          <a:latin typeface="Graphik"/>
                          <a:ea typeface="+mn-ea"/>
                          <a:cs typeface="+mn-cs"/>
                        </a:rPr>
                        <a:t>xxxxx</a:t>
                      </a:r>
                      <a:endParaRPr kumimoji="0" lang="en-US" altLang="zh-HK" sz="1100" b="0" i="0" u="none" strike="noStrike" kern="1200" cap="none" spc="0" normalizeH="0" baseline="0" noProof="0" dirty="0">
                        <a:ln>
                          <a:noFill/>
                        </a:ln>
                        <a:solidFill>
                          <a:srgbClr val="000000"/>
                        </a:solidFill>
                        <a:effectLst/>
                        <a:uLnTx/>
                        <a:uFillTx/>
                        <a:latin typeface="Graphik"/>
                        <a:ea typeface="+mn-ea"/>
                        <a:cs typeface="+mn-cs"/>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A100FF"/>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fontAlgn="base">
                        <a:lnSpc>
                          <a:spcPct val="100000"/>
                        </a:lnSpc>
                        <a:spcBef>
                          <a:spcPct val="0"/>
                        </a:spcBef>
                        <a:spcAft>
                          <a:spcPct val="0"/>
                        </a:spcAft>
                        <a:defRPr/>
                      </a:pPr>
                      <a:r>
                        <a:rPr lang="en-US" sz="1100" dirty="0">
                          <a:solidFill>
                            <a:schemeClr val="tx1"/>
                          </a:solidFill>
                          <a:latin typeface="+mn-lt"/>
                        </a:rPr>
                        <a:t>Lorem ipsum dolor sit </a:t>
                      </a:r>
                      <a:r>
                        <a:rPr lang="en-US" sz="1100" dirty="0" err="1">
                          <a:solidFill>
                            <a:schemeClr val="tx1"/>
                          </a:solidFill>
                          <a:latin typeface="+mn-lt"/>
                        </a:rPr>
                        <a:t>amet</a:t>
                      </a:r>
                      <a:r>
                        <a:rPr lang="en-US" sz="1100" dirty="0">
                          <a:solidFill>
                            <a:schemeClr val="tx1"/>
                          </a:solidFill>
                          <a:latin typeface="+mn-lt"/>
                        </a:rPr>
                        <a:t>, </a:t>
                      </a:r>
                      <a:r>
                        <a:rPr lang="en-US" sz="1100" dirty="0" err="1">
                          <a:solidFill>
                            <a:schemeClr val="tx1"/>
                          </a:solidFill>
                          <a:latin typeface="+mn-lt"/>
                        </a:rPr>
                        <a:t>consetetur</a:t>
                      </a:r>
                      <a:r>
                        <a:rPr lang="en-US" sz="1100" dirty="0">
                          <a:solidFill>
                            <a:schemeClr val="tx1"/>
                          </a:solidFill>
                          <a:latin typeface="+mn-lt"/>
                        </a:rPr>
                        <a:t> </a:t>
                      </a:r>
                      <a:r>
                        <a:rPr lang="en-US" sz="1100" dirty="0" err="1">
                          <a:solidFill>
                            <a:schemeClr val="tx1"/>
                          </a:solidFill>
                          <a:latin typeface="+mn-lt"/>
                        </a:rPr>
                        <a:t>sadipscing</a:t>
                      </a:r>
                      <a:r>
                        <a:rPr lang="en-US" sz="1100" dirty="0">
                          <a:solidFill>
                            <a:schemeClr val="tx1"/>
                          </a:solidFill>
                          <a:latin typeface="+mn-lt"/>
                        </a:rPr>
                        <a:t> </a:t>
                      </a:r>
                      <a:r>
                        <a:rPr lang="en-US" sz="1100" dirty="0" err="1">
                          <a:solidFill>
                            <a:schemeClr val="tx1"/>
                          </a:solidFill>
                          <a:latin typeface="+mn-lt"/>
                        </a:rPr>
                        <a:t>elitr</a:t>
                      </a:r>
                      <a:r>
                        <a:rPr lang="en-US" sz="1100" dirty="0">
                          <a:solidFill>
                            <a:schemeClr val="tx1"/>
                          </a:solidFill>
                          <a:latin typeface="+mn-lt"/>
                        </a:rPr>
                        <a:t>, sed diam </a:t>
                      </a:r>
                      <a:r>
                        <a:rPr lang="en-US" sz="1100" dirty="0" err="1">
                          <a:solidFill>
                            <a:schemeClr val="tx1"/>
                          </a:solidFill>
                          <a:latin typeface="+mn-lt"/>
                        </a:rPr>
                        <a:t>nonumy</a:t>
                      </a:r>
                      <a:r>
                        <a:rPr lang="en-US" sz="1100" dirty="0">
                          <a:solidFill>
                            <a:schemeClr val="tx1"/>
                          </a:solidFill>
                          <a:latin typeface="+mn-lt"/>
                        </a:rPr>
                        <a:t> </a:t>
                      </a:r>
                      <a:r>
                        <a:rPr lang="en-US" sz="1100" dirty="0" err="1">
                          <a:solidFill>
                            <a:schemeClr val="tx1"/>
                          </a:solidFill>
                          <a:latin typeface="+mn-lt"/>
                        </a:rPr>
                        <a:t>eirmod</a:t>
                      </a:r>
                      <a:r>
                        <a:rPr lang="en-US" sz="1100" dirty="0">
                          <a:solidFill>
                            <a:schemeClr val="tx1"/>
                          </a:solidFill>
                          <a:latin typeface="+mn-lt"/>
                        </a:rPr>
                        <a:t> </a:t>
                      </a:r>
                      <a:r>
                        <a:rPr lang="en-US" sz="1100" dirty="0" err="1">
                          <a:solidFill>
                            <a:schemeClr val="tx1"/>
                          </a:solidFill>
                          <a:latin typeface="+mn-lt"/>
                        </a:rPr>
                        <a:t>tempor</a:t>
                      </a:r>
                      <a:r>
                        <a:rPr lang="en-US" sz="1100" dirty="0">
                          <a:solidFill>
                            <a:schemeClr val="tx1"/>
                          </a:solidFill>
                          <a:latin typeface="+mn-lt"/>
                        </a:rPr>
                        <a:t> </a:t>
                      </a:r>
                      <a:r>
                        <a:rPr lang="en-US" sz="1100" dirty="0" err="1">
                          <a:solidFill>
                            <a:schemeClr val="tx1"/>
                          </a:solidFill>
                          <a:latin typeface="+mn-lt"/>
                        </a:rPr>
                        <a:t>invidunt</a:t>
                      </a:r>
                      <a:r>
                        <a:rPr lang="en-US" sz="1100" dirty="0">
                          <a:solidFill>
                            <a:schemeClr val="tx1"/>
                          </a:solidFill>
                          <a:latin typeface="+mn-lt"/>
                        </a:rPr>
                        <a:t> </a:t>
                      </a:r>
                      <a:r>
                        <a:rPr lang="en-US" sz="1100" dirty="0" err="1">
                          <a:solidFill>
                            <a:schemeClr val="tx1"/>
                          </a:solidFill>
                          <a:latin typeface="+mn-lt"/>
                        </a:rPr>
                        <a:t>ut</a:t>
                      </a:r>
                      <a:r>
                        <a:rPr lang="en-US" sz="1100" dirty="0">
                          <a:solidFill>
                            <a:schemeClr val="tx1"/>
                          </a:solidFill>
                          <a:latin typeface="+mn-lt"/>
                        </a:rPr>
                        <a:t> </a:t>
                      </a:r>
                      <a:r>
                        <a:rPr lang="en-US" sz="1100" dirty="0" err="1">
                          <a:solidFill>
                            <a:schemeClr val="tx1"/>
                          </a:solidFill>
                          <a:latin typeface="+mn-lt"/>
                        </a:rPr>
                        <a:t>labore</a:t>
                      </a:r>
                      <a:r>
                        <a:rPr lang="en-US" sz="1100" dirty="0">
                          <a:solidFill>
                            <a:schemeClr val="tx1"/>
                          </a:solidFill>
                          <a:latin typeface="+mn-lt"/>
                        </a:rPr>
                        <a:t> et dolore magna </a:t>
                      </a:r>
                      <a:r>
                        <a:rPr lang="en-US" sz="1100" dirty="0" err="1">
                          <a:solidFill>
                            <a:schemeClr val="tx1"/>
                          </a:solidFill>
                          <a:latin typeface="+mn-lt"/>
                        </a:rPr>
                        <a:t>aliquyam</a:t>
                      </a:r>
                      <a:r>
                        <a:rPr lang="en-US" sz="1100" dirty="0">
                          <a:solidFill>
                            <a:schemeClr val="tx1"/>
                          </a:solidFill>
                          <a:latin typeface="+mn-lt"/>
                        </a:rPr>
                        <a:t> </a:t>
                      </a:r>
                      <a:r>
                        <a:rPr lang="en-US" sz="1100" dirty="0" err="1">
                          <a:solidFill>
                            <a:schemeClr val="tx1"/>
                          </a:solidFill>
                          <a:latin typeface="+mn-lt"/>
                        </a:rPr>
                        <a:t>erat</a:t>
                      </a:r>
                      <a:r>
                        <a:rPr lang="en-US" sz="1100" dirty="0">
                          <a:solidFill>
                            <a:schemeClr val="tx1"/>
                          </a:solidFill>
                          <a:latin typeface="+mn-lt"/>
                        </a:rPr>
                        <a:t>, sed diam </a:t>
                      </a: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A100FF"/>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67874">
                <a:tc>
                  <a:txBody>
                    <a:bodyPr/>
                    <a:lstStyle/>
                    <a:p>
                      <a:pPr marL="0" marR="0" lvl="0" indent="0" algn="l" defTabSz="914400" rtl="0" eaLnBrk="0" fontAlgn="auto" latinLnBrk="0" hangingPunct="0">
                        <a:lnSpc>
                          <a:spcPct val="100000"/>
                        </a:lnSpc>
                        <a:spcBef>
                          <a:spcPct val="0"/>
                        </a:spcBef>
                        <a:spcAft>
                          <a:spcPts val="0"/>
                        </a:spcAft>
                        <a:buClrTx/>
                        <a:buSzTx/>
                        <a:buFontTx/>
                        <a:buNone/>
                        <a:tabLst/>
                        <a:defRPr/>
                      </a:pPr>
                      <a:r>
                        <a:rPr kumimoji="0" lang="en-US" altLang="zh-HK" sz="1100" b="0" i="0" u="none" strike="noStrike" kern="1200" cap="none" spc="0" normalizeH="0" baseline="0" noProof="0">
                          <a:ln>
                            <a:noFill/>
                          </a:ln>
                          <a:solidFill>
                            <a:srgbClr val="000000"/>
                          </a:solidFill>
                          <a:effectLst/>
                          <a:uLnTx/>
                          <a:uFillTx/>
                          <a:latin typeface="Graphik"/>
                          <a:ea typeface="+mn-ea"/>
                          <a:cs typeface="+mn-cs"/>
                        </a:rPr>
                        <a:t>xxxxx</a:t>
                      </a:r>
                      <a:endParaRPr kumimoji="0" lang="en-US" altLang="zh-HK" sz="1100" b="0" i="0" u="none" strike="noStrike" kern="1200" cap="none" spc="0" normalizeH="0" baseline="0" noProof="0" dirty="0">
                        <a:ln>
                          <a:noFill/>
                        </a:ln>
                        <a:solidFill>
                          <a:srgbClr val="000000"/>
                        </a:solidFill>
                        <a:effectLst/>
                        <a:uLnTx/>
                        <a:uFillTx/>
                        <a:latin typeface="Graphik"/>
                        <a:ea typeface="+mn-ea"/>
                        <a:cs typeface="+mn-cs"/>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indent="-108000" algn="l" fontAlgn="base">
                        <a:lnSpc>
                          <a:spcPct val="100000"/>
                        </a:lnSpc>
                        <a:spcBef>
                          <a:spcPts val="225"/>
                        </a:spcBef>
                        <a:spcAft>
                          <a:spcPct val="0"/>
                        </a:spcAft>
                        <a:buFont typeface="Arial"/>
                        <a:buChar char="•"/>
                        <a:defRPr/>
                      </a:pPr>
                      <a:r>
                        <a:rPr lang="en-US" sz="1100" kern="0" dirty="0">
                          <a:solidFill>
                            <a:schemeClr val="tx1"/>
                          </a:solidFill>
                          <a:latin typeface="+mn-lt"/>
                        </a:rPr>
                        <a:t>Lorem ipsum dolor sit </a:t>
                      </a:r>
                      <a:r>
                        <a:rPr lang="en-US" sz="1100" kern="0" dirty="0" err="1">
                          <a:solidFill>
                            <a:schemeClr val="tx1"/>
                          </a:solidFill>
                          <a:latin typeface="+mn-lt"/>
                        </a:rPr>
                        <a:t>amet</a:t>
                      </a:r>
                      <a:r>
                        <a:rPr lang="en-US" sz="1100" kern="0" dirty="0">
                          <a:solidFill>
                            <a:schemeClr val="tx1"/>
                          </a:solidFill>
                          <a:latin typeface="+mn-lt"/>
                        </a:rPr>
                        <a:t>, </a:t>
                      </a:r>
                      <a:r>
                        <a:rPr lang="en-US" sz="1100" kern="0" dirty="0" err="1">
                          <a:solidFill>
                            <a:schemeClr val="tx1"/>
                          </a:solidFill>
                          <a:latin typeface="+mn-lt"/>
                        </a:rPr>
                        <a:t>consetetur</a:t>
                      </a:r>
                      <a:r>
                        <a:rPr lang="en-US" sz="1100" kern="0" dirty="0">
                          <a:solidFill>
                            <a:schemeClr val="tx1"/>
                          </a:solidFill>
                          <a:latin typeface="+mn-lt"/>
                        </a:rPr>
                        <a:t> </a:t>
                      </a:r>
                      <a:r>
                        <a:rPr lang="en-US" sz="1100" kern="0" dirty="0" err="1">
                          <a:solidFill>
                            <a:schemeClr val="tx1"/>
                          </a:solidFill>
                          <a:latin typeface="+mn-lt"/>
                        </a:rPr>
                        <a:t>sadipscing</a:t>
                      </a:r>
                      <a:r>
                        <a:rPr lang="en-US" sz="1100" kern="0" dirty="0">
                          <a:solidFill>
                            <a:schemeClr val="tx1"/>
                          </a:solidFill>
                          <a:latin typeface="+mn-lt"/>
                        </a:rPr>
                        <a:t> </a:t>
                      </a:r>
                      <a:r>
                        <a:rPr lang="en-US" sz="1100" kern="0" dirty="0" err="1">
                          <a:solidFill>
                            <a:schemeClr val="tx1"/>
                          </a:solidFill>
                          <a:latin typeface="+mn-lt"/>
                        </a:rPr>
                        <a:t>elitr</a:t>
                      </a:r>
                      <a:r>
                        <a:rPr lang="en-US" sz="1100" kern="0" dirty="0">
                          <a:solidFill>
                            <a:schemeClr val="tx1"/>
                          </a:solidFill>
                          <a:latin typeface="+mn-lt"/>
                        </a:rPr>
                        <a:t>, sed diam </a:t>
                      </a:r>
                      <a:r>
                        <a:rPr lang="en-US" sz="1100" kern="0" dirty="0" err="1">
                          <a:solidFill>
                            <a:schemeClr val="tx1"/>
                          </a:solidFill>
                          <a:latin typeface="+mn-lt"/>
                        </a:rPr>
                        <a:t>nonumy</a:t>
                      </a:r>
                      <a:r>
                        <a:rPr lang="en-US" sz="1100" kern="0" dirty="0">
                          <a:solidFill>
                            <a:schemeClr val="tx1"/>
                          </a:solidFill>
                          <a:latin typeface="+mn-lt"/>
                        </a:rPr>
                        <a:t> </a:t>
                      </a:r>
                      <a:r>
                        <a:rPr lang="en-US" sz="1100" kern="0" dirty="0" err="1">
                          <a:solidFill>
                            <a:schemeClr val="tx1"/>
                          </a:solidFill>
                          <a:latin typeface="+mn-lt"/>
                        </a:rPr>
                        <a:t>eirmod</a:t>
                      </a:r>
                      <a:r>
                        <a:rPr lang="en-US" sz="1100" kern="0" dirty="0">
                          <a:solidFill>
                            <a:schemeClr val="tx1"/>
                          </a:solidFill>
                          <a:latin typeface="+mn-lt"/>
                        </a:rPr>
                        <a:t> </a:t>
                      </a:r>
                      <a:r>
                        <a:rPr lang="en-US" sz="1100" kern="0" dirty="0" err="1">
                          <a:solidFill>
                            <a:schemeClr val="tx1"/>
                          </a:solidFill>
                          <a:latin typeface="+mn-lt"/>
                        </a:rPr>
                        <a:t>tempor</a:t>
                      </a:r>
                      <a:r>
                        <a:rPr lang="en-US" sz="1100" kern="0" dirty="0">
                          <a:solidFill>
                            <a:schemeClr val="tx1"/>
                          </a:solidFill>
                          <a:latin typeface="+mn-lt"/>
                        </a:rPr>
                        <a:t> </a:t>
                      </a:r>
                      <a:r>
                        <a:rPr lang="en-US" sz="1100" kern="0" dirty="0" err="1">
                          <a:solidFill>
                            <a:schemeClr val="tx1"/>
                          </a:solidFill>
                          <a:latin typeface="+mn-lt"/>
                        </a:rPr>
                        <a:t>invidunt</a:t>
                      </a:r>
                      <a:r>
                        <a:rPr lang="en-US" sz="1100" kern="0" dirty="0">
                          <a:solidFill>
                            <a:schemeClr val="tx1"/>
                          </a:solidFill>
                          <a:latin typeface="+mn-lt"/>
                        </a:rPr>
                        <a:t> </a:t>
                      </a:r>
                      <a:r>
                        <a:rPr lang="en-US" sz="1100" kern="0" dirty="0" err="1">
                          <a:solidFill>
                            <a:schemeClr val="tx1"/>
                          </a:solidFill>
                          <a:latin typeface="+mn-lt"/>
                        </a:rPr>
                        <a:t>ut</a:t>
                      </a:r>
                      <a:r>
                        <a:rPr lang="en-US" sz="1100" kern="0" dirty="0">
                          <a:solidFill>
                            <a:schemeClr val="tx1"/>
                          </a:solidFill>
                          <a:latin typeface="+mn-lt"/>
                        </a:rPr>
                        <a:t> </a:t>
                      </a:r>
                      <a:r>
                        <a:rPr lang="en-US" sz="1100" kern="0" dirty="0" err="1">
                          <a:solidFill>
                            <a:schemeClr val="tx1"/>
                          </a:solidFill>
                          <a:latin typeface="+mn-lt"/>
                        </a:rPr>
                        <a:t>labore</a:t>
                      </a:r>
                      <a:r>
                        <a:rPr lang="en-US" sz="1100" kern="0" dirty="0">
                          <a:solidFill>
                            <a:schemeClr val="tx1"/>
                          </a:solidFill>
                          <a:latin typeface="+mn-lt"/>
                        </a:rPr>
                        <a:t> et dolore magna </a:t>
                      </a:r>
                      <a:r>
                        <a:rPr lang="en-US" sz="1100" kern="0" dirty="0" err="1">
                          <a:solidFill>
                            <a:schemeClr val="tx1"/>
                          </a:solidFill>
                          <a:latin typeface="+mn-lt"/>
                        </a:rPr>
                        <a:t>aliquyam</a:t>
                      </a:r>
                      <a:r>
                        <a:rPr lang="en-US" sz="1100" kern="0" dirty="0">
                          <a:solidFill>
                            <a:schemeClr val="tx1"/>
                          </a:solidFill>
                          <a:latin typeface="+mn-lt"/>
                        </a:rPr>
                        <a:t> </a:t>
                      </a:r>
                      <a:r>
                        <a:rPr lang="en-US" sz="1100" kern="0" dirty="0" err="1">
                          <a:solidFill>
                            <a:schemeClr val="tx1"/>
                          </a:solidFill>
                          <a:latin typeface="+mn-lt"/>
                        </a:rPr>
                        <a:t>erat</a:t>
                      </a:r>
                      <a:r>
                        <a:rPr lang="en-US" sz="1100" kern="0" dirty="0">
                          <a:solidFill>
                            <a:schemeClr val="tx1"/>
                          </a:solidFill>
                          <a:latin typeface="+mn-lt"/>
                        </a:rPr>
                        <a:t>, sed diam </a:t>
                      </a: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131276">
                <a:tc>
                  <a:txBody>
                    <a:bodyPr/>
                    <a:lstStyle/>
                    <a:p>
                      <a:pPr marL="0" marR="0" lvl="0" indent="0" algn="l" defTabSz="914400" rtl="0" eaLnBrk="0" fontAlgn="auto" latinLnBrk="0" hangingPunct="0">
                        <a:lnSpc>
                          <a:spcPct val="100000"/>
                        </a:lnSpc>
                        <a:spcBef>
                          <a:spcPct val="0"/>
                        </a:spcBef>
                        <a:spcAft>
                          <a:spcPts val="0"/>
                        </a:spcAft>
                        <a:buClrTx/>
                        <a:buSzTx/>
                        <a:buFontTx/>
                        <a:buNone/>
                        <a:tabLst/>
                        <a:defRPr/>
                      </a:pPr>
                      <a:r>
                        <a:rPr kumimoji="0" lang="en-US" altLang="zh-HK" sz="1100" b="0" i="0" u="none" strike="noStrike" kern="1200" cap="none" spc="0" normalizeH="0" baseline="0" noProof="0">
                          <a:ln>
                            <a:noFill/>
                          </a:ln>
                          <a:solidFill>
                            <a:srgbClr val="000000"/>
                          </a:solidFill>
                          <a:effectLst/>
                          <a:uLnTx/>
                          <a:uFillTx/>
                          <a:latin typeface="Graphik"/>
                          <a:ea typeface="+mn-ea"/>
                          <a:cs typeface="+mn-cs"/>
                        </a:rPr>
                        <a:t>xxxxx</a:t>
                      </a:r>
                      <a:endParaRPr kumimoji="0" lang="en-US" altLang="zh-HK" sz="1100" b="0" i="0" u="none" strike="noStrike" kern="1200" cap="none" spc="0" normalizeH="0" baseline="0" noProof="0" dirty="0">
                        <a:ln>
                          <a:noFill/>
                        </a:ln>
                        <a:solidFill>
                          <a:srgbClr val="000000"/>
                        </a:solidFill>
                        <a:effectLst/>
                        <a:uLnTx/>
                        <a:uFillTx/>
                        <a:latin typeface="Graphik"/>
                        <a:ea typeface="+mn-ea"/>
                        <a:cs typeface="+mn-cs"/>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lvl="0" indent="-108000" algn="l" fontAlgn="base">
                        <a:lnSpc>
                          <a:spcPct val="100000"/>
                        </a:lnSpc>
                        <a:spcBef>
                          <a:spcPts val="300"/>
                        </a:spcBef>
                        <a:spcAft>
                          <a:spcPct val="0"/>
                        </a:spcAft>
                        <a:buFont typeface="Arial"/>
                        <a:buChar char="•"/>
                        <a:defRPr/>
                      </a:pPr>
                      <a:r>
                        <a:rPr lang="en-US" sz="1100" kern="0" dirty="0">
                          <a:solidFill>
                            <a:schemeClr val="tx1"/>
                          </a:solidFill>
                          <a:latin typeface="+mn-lt"/>
                        </a:rPr>
                        <a:t>Lorem ipsum dolor sit </a:t>
                      </a:r>
                      <a:r>
                        <a:rPr lang="en-US" sz="1100" kern="0" dirty="0" err="1">
                          <a:solidFill>
                            <a:schemeClr val="tx1"/>
                          </a:solidFill>
                          <a:latin typeface="+mn-lt"/>
                        </a:rPr>
                        <a:t>amet</a:t>
                      </a:r>
                      <a:r>
                        <a:rPr lang="en-US" sz="1100" kern="0" dirty="0">
                          <a:solidFill>
                            <a:schemeClr val="tx1"/>
                          </a:solidFill>
                          <a:latin typeface="+mn-lt"/>
                        </a:rPr>
                        <a:t>, </a:t>
                      </a:r>
                      <a:r>
                        <a:rPr lang="en-US" sz="1100" kern="0" dirty="0" err="1">
                          <a:solidFill>
                            <a:schemeClr val="tx1"/>
                          </a:solidFill>
                          <a:latin typeface="+mn-lt"/>
                        </a:rPr>
                        <a:t>consetetur</a:t>
                      </a:r>
                      <a:r>
                        <a:rPr lang="en-US" sz="1100" kern="0" dirty="0">
                          <a:solidFill>
                            <a:schemeClr val="tx1"/>
                          </a:solidFill>
                          <a:latin typeface="+mn-lt"/>
                        </a:rPr>
                        <a:t> </a:t>
                      </a:r>
                      <a:r>
                        <a:rPr lang="en-US" sz="1100" kern="0" dirty="0" err="1">
                          <a:solidFill>
                            <a:schemeClr val="tx1"/>
                          </a:solidFill>
                          <a:latin typeface="+mn-lt"/>
                        </a:rPr>
                        <a:t>sadipscing</a:t>
                      </a:r>
                      <a:r>
                        <a:rPr lang="en-US" sz="1100" kern="0" dirty="0">
                          <a:solidFill>
                            <a:schemeClr val="tx1"/>
                          </a:solidFill>
                          <a:latin typeface="+mn-lt"/>
                        </a:rPr>
                        <a:t> </a:t>
                      </a:r>
                      <a:r>
                        <a:rPr lang="en-US" sz="1100" kern="0" dirty="0" err="1">
                          <a:solidFill>
                            <a:schemeClr val="tx1"/>
                          </a:solidFill>
                          <a:latin typeface="+mn-lt"/>
                        </a:rPr>
                        <a:t>elitr</a:t>
                      </a:r>
                      <a:r>
                        <a:rPr lang="en-US" sz="1100" kern="0" dirty="0">
                          <a:solidFill>
                            <a:schemeClr val="tx1"/>
                          </a:solidFill>
                          <a:latin typeface="+mn-lt"/>
                        </a:rPr>
                        <a:t>, sed diam </a:t>
                      </a:r>
                      <a:r>
                        <a:rPr lang="en-US" sz="1100" kern="0" dirty="0" err="1">
                          <a:solidFill>
                            <a:schemeClr val="tx1"/>
                          </a:solidFill>
                          <a:latin typeface="+mn-lt"/>
                        </a:rPr>
                        <a:t>nonumy</a:t>
                      </a:r>
                      <a:r>
                        <a:rPr lang="en-US" sz="1100" kern="0" dirty="0">
                          <a:solidFill>
                            <a:schemeClr val="tx1"/>
                          </a:solidFill>
                          <a:latin typeface="+mn-lt"/>
                        </a:rPr>
                        <a:t> </a:t>
                      </a:r>
                      <a:r>
                        <a:rPr lang="en-US" sz="1100" kern="0" dirty="0" err="1">
                          <a:solidFill>
                            <a:schemeClr val="tx1"/>
                          </a:solidFill>
                          <a:latin typeface="+mn-lt"/>
                        </a:rPr>
                        <a:t>eirmod</a:t>
                      </a:r>
                      <a:r>
                        <a:rPr lang="en-US" sz="1100" kern="0" dirty="0">
                          <a:solidFill>
                            <a:schemeClr val="tx1"/>
                          </a:solidFill>
                          <a:latin typeface="+mn-lt"/>
                        </a:rPr>
                        <a:t> </a:t>
                      </a:r>
                      <a:r>
                        <a:rPr lang="en-US" sz="1100" kern="0" dirty="0" err="1">
                          <a:solidFill>
                            <a:schemeClr val="tx1"/>
                          </a:solidFill>
                          <a:latin typeface="+mn-lt"/>
                        </a:rPr>
                        <a:t>tempor</a:t>
                      </a:r>
                      <a:r>
                        <a:rPr lang="en-US" sz="1100" kern="0" dirty="0">
                          <a:solidFill>
                            <a:schemeClr val="tx1"/>
                          </a:solidFill>
                          <a:latin typeface="+mn-lt"/>
                        </a:rPr>
                        <a:t> </a:t>
                      </a:r>
                      <a:r>
                        <a:rPr lang="en-US" sz="1100" kern="0" dirty="0" err="1">
                          <a:solidFill>
                            <a:schemeClr val="tx1"/>
                          </a:solidFill>
                          <a:latin typeface="+mn-lt"/>
                        </a:rPr>
                        <a:t>invidunt</a:t>
                      </a:r>
                      <a:r>
                        <a:rPr lang="en-US" sz="1100" kern="0" dirty="0">
                          <a:solidFill>
                            <a:schemeClr val="tx1"/>
                          </a:solidFill>
                          <a:latin typeface="+mn-lt"/>
                        </a:rPr>
                        <a:t> </a:t>
                      </a:r>
                      <a:r>
                        <a:rPr lang="en-US" sz="1100" kern="0" dirty="0" err="1">
                          <a:solidFill>
                            <a:schemeClr val="tx1"/>
                          </a:solidFill>
                          <a:latin typeface="+mn-lt"/>
                        </a:rPr>
                        <a:t>ut</a:t>
                      </a:r>
                      <a:r>
                        <a:rPr lang="en-US" sz="1100" kern="0" dirty="0">
                          <a:solidFill>
                            <a:schemeClr val="tx1"/>
                          </a:solidFill>
                          <a:latin typeface="+mn-lt"/>
                        </a:rPr>
                        <a:t> </a:t>
                      </a:r>
                      <a:r>
                        <a:rPr lang="en-US" sz="1100" kern="0" dirty="0" err="1">
                          <a:solidFill>
                            <a:schemeClr val="tx1"/>
                          </a:solidFill>
                          <a:latin typeface="+mn-lt"/>
                        </a:rPr>
                        <a:t>labore</a:t>
                      </a:r>
                      <a:r>
                        <a:rPr lang="en-US" sz="1100" kern="0" dirty="0">
                          <a:solidFill>
                            <a:schemeClr val="tx1"/>
                          </a:solidFill>
                          <a:latin typeface="+mn-lt"/>
                        </a:rPr>
                        <a:t> et dolore magna </a:t>
                      </a:r>
                      <a:r>
                        <a:rPr lang="en-US" sz="1100" kern="0" dirty="0" err="1">
                          <a:solidFill>
                            <a:schemeClr val="tx1"/>
                          </a:solidFill>
                          <a:latin typeface="+mn-lt"/>
                        </a:rPr>
                        <a:t>aliquyam</a:t>
                      </a:r>
                      <a:r>
                        <a:rPr lang="en-US" sz="1100" kern="0" dirty="0">
                          <a:solidFill>
                            <a:schemeClr val="tx1"/>
                          </a:solidFill>
                          <a:latin typeface="+mn-lt"/>
                        </a:rPr>
                        <a:t> </a:t>
                      </a:r>
                      <a:r>
                        <a:rPr lang="en-US" sz="1100" kern="0" dirty="0" err="1">
                          <a:solidFill>
                            <a:schemeClr val="tx1"/>
                          </a:solidFill>
                          <a:latin typeface="+mn-lt"/>
                        </a:rPr>
                        <a:t>erat</a:t>
                      </a:r>
                      <a:r>
                        <a:rPr lang="en-US" sz="1100" kern="0" dirty="0">
                          <a:solidFill>
                            <a:schemeClr val="tx1"/>
                          </a:solidFill>
                          <a:latin typeface="+mn-lt"/>
                        </a:rPr>
                        <a:t>, sed diam </a:t>
                      </a:r>
                    </a:p>
                    <a:p>
                      <a:pPr marL="108000" marR="0" lvl="0" indent="-108000" algn="l" defTabSz="914377" rtl="0" eaLnBrk="1" fontAlgn="base" latinLnBrk="0" hangingPunct="1">
                        <a:lnSpc>
                          <a:spcPct val="100000"/>
                        </a:lnSpc>
                        <a:spcBef>
                          <a:spcPts val="300"/>
                        </a:spcBef>
                        <a:spcAft>
                          <a:spcPct val="0"/>
                        </a:spcAft>
                        <a:buClrTx/>
                        <a:buSzTx/>
                        <a:buFont typeface="Arial"/>
                        <a:buChar char="•"/>
                        <a:tabLst/>
                        <a:defRPr/>
                      </a:pPr>
                      <a:r>
                        <a:rPr lang="en-US" sz="1100" dirty="0">
                          <a:solidFill>
                            <a:srgbClr val="000000"/>
                          </a:solidFill>
                          <a:latin typeface="+mn-lt"/>
                        </a:rPr>
                        <a:t>Lorem ipsum dolor sit </a:t>
                      </a:r>
                      <a:r>
                        <a:rPr lang="en-US" sz="1100" dirty="0" err="1">
                          <a:solidFill>
                            <a:srgbClr val="000000"/>
                          </a:solidFill>
                          <a:latin typeface="+mn-lt"/>
                        </a:rPr>
                        <a:t>amet</a:t>
                      </a:r>
                      <a:r>
                        <a:rPr lang="en-US" sz="1100" dirty="0">
                          <a:solidFill>
                            <a:srgbClr val="000000"/>
                          </a:solidFill>
                          <a:latin typeface="+mn-lt"/>
                        </a:rPr>
                        <a:t>, </a:t>
                      </a:r>
                      <a:r>
                        <a:rPr lang="en-US" sz="1100" dirty="0" err="1">
                          <a:solidFill>
                            <a:srgbClr val="000000"/>
                          </a:solidFill>
                          <a:latin typeface="+mn-lt"/>
                        </a:rPr>
                        <a:t>consetetur</a:t>
                      </a:r>
                      <a:r>
                        <a:rPr lang="en-US" sz="1100" dirty="0">
                          <a:solidFill>
                            <a:srgbClr val="000000"/>
                          </a:solidFill>
                          <a:latin typeface="+mn-lt"/>
                        </a:rPr>
                        <a:t> </a:t>
                      </a:r>
                      <a:r>
                        <a:rPr lang="en-US" sz="1100" dirty="0" err="1">
                          <a:solidFill>
                            <a:srgbClr val="000000"/>
                          </a:solidFill>
                          <a:latin typeface="+mn-lt"/>
                        </a:rPr>
                        <a:t>sadipscing</a:t>
                      </a:r>
                      <a:r>
                        <a:rPr lang="en-US" sz="1100" dirty="0">
                          <a:solidFill>
                            <a:srgbClr val="000000"/>
                          </a:solidFill>
                          <a:latin typeface="+mn-lt"/>
                        </a:rPr>
                        <a:t> </a:t>
                      </a:r>
                      <a:r>
                        <a:rPr lang="en-US" sz="1100" dirty="0" err="1">
                          <a:solidFill>
                            <a:srgbClr val="000000"/>
                          </a:solidFill>
                          <a:latin typeface="+mn-lt"/>
                        </a:rPr>
                        <a:t>elitr</a:t>
                      </a:r>
                      <a:r>
                        <a:rPr lang="en-US" sz="1100" dirty="0">
                          <a:solidFill>
                            <a:srgbClr val="000000"/>
                          </a:solidFill>
                          <a:latin typeface="+mn-lt"/>
                        </a:rPr>
                        <a:t>, sed diam </a:t>
                      </a:r>
                      <a:r>
                        <a:rPr lang="en-US" sz="1100" dirty="0" err="1">
                          <a:solidFill>
                            <a:srgbClr val="000000"/>
                          </a:solidFill>
                          <a:latin typeface="+mn-lt"/>
                        </a:rPr>
                        <a:t>nonumy</a:t>
                      </a:r>
                      <a:r>
                        <a:rPr lang="en-US" sz="1100" dirty="0">
                          <a:solidFill>
                            <a:srgbClr val="000000"/>
                          </a:solidFill>
                          <a:latin typeface="+mn-lt"/>
                        </a:rPr>
                        <a:t> </a:t>
                      </a:r>
                      <a:r>
                        <a:rPr lang="en-US" sz="1100" dirty="0" err="1">
                          <a:solidFill>
                            <a:srgbClr val="000000"/>
                          </a:solidFill>
                          <a:latin typeface="+mn-lt"/>
                        </a:rPr>
                        <a:t>eirmod</a:t>
                      </a:r>
                      <a:r>
                        <a:rPr lang="en-US" sz="1100" dirty="0">
                          <a:solidFill>
                            <a:srgbClr val="000000"/>
                          </a:solidFill>
                          <a:latin typeface="+mn-lt"/>
                        </a:rPr>
                        <a:t> </a:t>
                      </a:r>
                      <a:r>
                        <a:rPr lang="en-US" sz="1100" dirty="0" err="1">
                          <a:solidFill>
                            <a:srgbClr val="000000"/>
                          </a:solidFill>
                          <a:latin typeface="+mn-lt"/>
                        </a:rPr>
                        <a:t>tempor</a:t>
                      </a:r>
                      <a:r>
                        <a:rPr lang="en-US" sz="1100" dirty="0">
                          <a:solidFill>
                            <a:srgbClr val="000000"/>
                          </a:solidFill>
                          <a:latin typeface="+mn-lt"/>
                        </a:rPr>
                        <a:t> </a:t>
                      </a:r>
                      <a:r>
                        <a:rPr lang="en-US" sz="1100" dirty="0" err="1">
                          <a:solidFill>
                            <a:srgbClr val="000000"/>
                          </a:solidFill>
                          <a:latin typeface="+mn-lt"/>
                        </a:rPr>
                        <a:t>invidunt</a:t>
                      </a:r>
                      <a:r>
                        <a:rPr lang="en-US" sz="1100" dirty="0">
                          <a:solidFill>
                            <a:srgbClr val="000000"/>
                          </a:solidFill>
                          <a:latin typeface="+mn-lt"/>
                        </a:rPr>
                        <a:t> </a:t>
                      </a:r>
                      <a:r>
                        <a:rPr lang="en-US" sz="1100" dirty="0" err="1">
                          <a:solidFill>
                            <a:srgbClr val="000000"/>
                          </a:solidFill>
                          <a:latin typeface="+mn-lt"/>
                        </a:rPr>
                        <a:t>ut</a:t>
                      </a:r>
                      <a:r>
                        <a:rPr lang="en-US" sz="1100" dirty="0">
                          <a:solidFill>
                            <a:srgbClr val="000000"/>
                          </a:solidFill>
                          <a:latin typeface="+mn-lt"/>
                        </a:rPr>
                        <a:t> </a:t>
                      </a:r>
                      <a:r>
                        <a:rPr lang="en-US" sz="1100" dirty="0" err="1">
                          <a:solidFill>
                            <a:srgbClr val="000000"/>
                          </a:solidFill>
                          <a:latin typeface="+mn-lt"/>
                        </a:rPr>
                        <a:t>labore</a:t>
                      </a:r>
                      <a:r>
                        <a:rPr lang="en-US" sz="1100" dirty="0">
                          <a:solidFill>
                            <a:srgbClr val="000000"/>
                          </a:solidFill>
                          <a:latin typeface="+mn-lt"/>
                        </a:rPr>
                        <a:t> et dolore magna </a:t>
                      </a:r>
                      <a:r>
                        <a:rPr lang="en-US" sz="1100" dirty="0" err="1">
                          <a:solidFill>
                            <a:srgbClr val="000000"/>
                          </a:solidFill>
                          <a:latin typeface="+mn-lt"/>
                        </a:rPr>
                        <a:t>aliquyam</a:t>
                      </a:r>
                      <a:r>
                        <a:rPr lang="en-US" sz="1100" dirty="0">
                          <a:solidFill>
                            <a:srgbClr val="000000"/>
                          </a:solidFill>
                          <a:latin typeface="+mn-lt"/>
                        </a:rPr>
                        <a:t> </a:t>
                      </a:r>
                      <a:r>
                        <a:rPr lang="en-US" sz="1100" dirty="0" err="1">
                          <a:solidFill>
                            <a:srgbClr val="000000"/>
                          </a:solidFill>
                          <a:latin typeface="+mn-lt"/>
                        </a:rPr>
                        <a:t>erat</a:t>
                      </a:r>
                      <a:r>
                        <a:rPr lang="en-US" sz="1100" dirty="0">
                          <a:solidFill>
                            <a:srgbClr val="000000"/>
                          </a:solidFill>
                          <a:latin typeface="+mn-lt"/>
                        </a:rPr>
                        <a:t>, sed diam </a:t>
                      </a:r>
                    </a:p>
                    <a:p>
                      <a:pPr marL="108000" lvl="0" indent="-108000" algn="l" fontAlgn="base">
                        <a:lnSpc>
                          <a:spcPct val="100000"/>
                        </a:lnSpc>
                        <a:spcBef>
                          <a:spcPts val="300"/>
                        </a:spcBef>
                        <a:spcAft>
                          <a:spcPct val="0"/>
                        </a:spcAft>
                        <a:buFont typeface="Arial"/>
                        <a:buChar char="•"/>
                        <a:defRPr/>
                      </a:pPr>
                      <a:endParaRPr lang="en-US" sz="1100" kern="0" dirty="0">
                        <a:solidFill>
                          <a:schemeClr val="tx1"/>
                        </a:solidFill>
                        <a:latin typeface="+mn-lt"/>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043987">
                <a:tc>
                  <a:txBody>
                    <a:bodyPr/>
                    <a:lstStyle/>
                    <a:p>
                      <a:pPr marL="0" marR="0" lvl="0" indent="0" algn="l" defTabSz="914400" rtl="0" eaLnBrk="0" fontAlgn="auto" latinLnBrk="0" hangingPunct="0">
                        <a:lnSpc>
                          <a:spcPct val="100000"/>
                        </a:lnSpc>
                        <a:spcBef>
                          <a:spcPct val="0"/>
                        </a:spcBef>
                        <a:spcAft>
                          <a:spcPts val="0"/>
                        </a:spcAft>
                        <a:buClrTx/>
                        <a:buSzTx/>
                        <a:buFontTx/>
                        <a:buNone/>
                        <a:tabLst/>
                        <a:defRPr/>
                      </a:pPr>
                      <a:r>
                        <a:rPr kumimoji="0" lang="en-US" altLang="zh-HK" sz="1100" b="0" i="0" u="none" strike="noStrike" kern="1200" cap="none" spc="0" normalizeH="0" baseline="0" noProof="0" dirty="0" err="1">
                          <a:ln>
                            <a:noFill/>
                          </a:ln>
                          <a:solidFill>
                            <a:srgbClr val="000000"/>
                          </a:solidFill>
                          <a:effectLst/>
                          <a:uLnTx/>
                          <a:uFillTx/>
                          <a:latin typeface="Graphik"/>
                          <a:ea typeface="+mn-ea"/>
                          <a:cs typeface="+mn-cs"/>
                        </a:rPr>
                        <a:t>xxxxx</a:t>
                      </a:r>
                      <a:endParaRPr kumimoji="0" lang="en-US" altLang="zh-HK" sz="1100" b="0" i="0" u="none" strike="noStrike" kern="1200" cap="none" spc="0" normalizeH="0" baseline="0" noProof="0" dirty="0">
                        <a:ln>
                          <a:noFill/>
                        </a:ln>
                        <a:solidFill>
                          <a:srgbClr val="000000"/>
                        </a:solidFill>
                        <a:effectLst/>
                        <a:uLnTx/>
                        <a:uFillTx/>
                        <a:latin typeface="Graphik"/>
                        <a:ea typeface="+mn-ea"/>
                        <a:cs typeface="+mn-cs"/>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8000" indent="-108000" algn="l">
                        <a:lnSpc>
                          <a:spcPct val="100000"/>
                        </a:lnSpc>
                        <a:spcBef>
                          <a:spcPts val="0"/>
                        </a:spcBef>
                        <a:buFont typeface="Arial"/>
                        <a:buChar char="•"/>
                      </a:pPr>
                      <a:r>
                        <a:rPr lang="en-US" sz="1100" dirty="0">
                          <a:solidFill>
                            <a:schemeClr val="tx1"/>
                          </a:solidFill>
                          <a:latin typeface="+mn-lt"/>
                        </a:rPr>
                        <a:t>Lorem ipsum dolor sit </a:t>
                      </a:r>
                      <a:r>
                        <a:rPr lang="en-US" sz="1100" dirty="0" err="1">
                          <a:solidFill>
                            <a:schemeClr val="tx1"/>
                          </a:solidFill>
                          <a:latin typeface="+mn-lt"/>
                        </a:rPr>
                        <a:t>amet</a:t>
                      </a:r>
                      <a:r>
                        <a:rPr lang="en-US" sz="1100" dirty="0">
                          <a:solidFill>
                            <a:schemeClr val="tx1"/>
                          </a:solidFill>
                          <a:latin typeface="+mn-lt"/>
                        </a:rPr>
                        <a:t>, </a:t>
                      </a:r>
                      <a:r>
                        <a:rPr lang="en-US" sz="1100" dirty="0" err="1">
                          <a:solidFill>
                            <a:schemeClr val="tx1"/>
                          </a:solidFill>
                          <a:latin typeface="+mn-lt"/>
                        </a:rPr>
                        <a:t>consetetur</a:t>
                      </a:r>
                      <a:r>
                        <a:rPr lang="en-US" sz="1100" dirty="0">
                          <a:solidFill>
                            <a:schemeClr val="tx1"/>
                          </a:solidFill>
                          <a:latin typeface="+mn-lt"/>
                        </a:rPr>
                        <a:t> </a:t>
                      </a:r>
                      <a:r>
                        <a:rPr lang="en-US" sz="1100" dirty="0" err="1">
                          <a:solidFill>
                            <a:schemeClr val="tx1"/>
                          </a:solidFill>
                          <a:latin typeface="+mn-lt"/>
                        </a:rPr>
                        <a:t>sadipscing</a:t>
                      </a:r>
                      <a:r>
                        <a:rPr lang="en-US" sz="1100" dirty="0">
                          <a:solidFill>
                            <a:schemeClr val="tx1"/>
                          </a:solidFill>
                          <a:latin typeface="+mn-lt"/>
                        </a:rPr>
                        <a:t> </a:t>
                      </a:r>
                      <a:r>
                        <a:rPr lang="en-US" sz="1100" dirty="0" err="1">
                          <a:solidFill>
                            <a:schemeClr val="tx1"/>
                          </a:solidFill>
                          <a:latin typeface="+mn-lt"/>
                        </a:rPr>
                        <a:t>elitr</a:t>
                      </a:r>
                      <a:r>
                        <a:rPr lang="en-US" sz="1100" dirty="0">
                          <a:solidFill>
                            <a:schemeClr val="tx1"/>
                          </a:solidFill>
                          <a:latin typeface="+mn-lt"/>
                        </a:rPr>
                        <a:t>, sed diam </a:t>
                      </a:r>
                      <a:r>
                        <a:rPr lang="en-US" sz="1100" dirty="0" err="1">
                          <a:solidFill>
                            <a:schemeClr val="tx1"/>
                          </a:solidFill>
                          <a:latin typeface="+mn-lt"/>
                        </a:rPr>
                        <a:t>nonumy</a:t>
                      </a:r>
                      <a:r>
                        <a:rPr lang="en-US" sz="1100" dirty="0">
                          <a:solidFill>
                            <a:schemeClr val="tx1"/>
                          </a:solidFill>
                          <a:latin typeface="+mn-lt"/>
                        </a:rPr>
                        <a:t> </a:t>
                      </a:r>
                      <a:r>
                        <a:rPr lang="en-US" sz="1100" dirty="0" err="1">
                          <a:solidFill>
                            <a:schemeClr val="tx1"/>
                          </a:solidFill>
                          <a:latin typeface="+mn-lt"/>
                        </a:rPr>
                        <a:t>eirmod</a:t>
                      </a:r>
                      <a:r>
                        <a:rPr lang="en-US" sz="1100" dirty="0">
                          <a:solidFill>
                            <a:schemeClr val="tx1"/>
                          </a:solidFill>
                          <a:latin typeface="+mn-lt"/>
                        </a:rPr>
                        <a:t> </a:t>
                      </a:r>
                      <a:r>
                        <a:rPr lang="en-US" sz="1100" dirty="0" err="1">
                          <a:solidFill>
                            <a:schemeClr val="tx1"/>
                          </a:solidFill>
                          <a:latin typeface="+mn-lt"/>
                        </a:rPr>
                        <a:t>tempor</a:t>
                      </a:r>
                      <a:r>
                        <a:rPr lang="en-US" sz="1100" dirty="0">
                          <a:solidFill>
                            <a:schemeClr val="tx1"/>
                          </a:solidFill>
                          <a:latin typeface="+mn-lt"/>
                        </a:rPr>
                        <a:t> </a:t>
                      </a:r>
                      <a:r>
                        <a:rPr lang="en-US" sz="1100" dirty="0" err="1">
                          <a:solidFill>
                            <a:schemeClr val="tx1"/>
                          </a:solidFill>
                          <a:latin typeface="+mn-lt"/>
                        </a:rPr>
                        <a:t>invidunt</a:t>
                      </a:r>
                      <a:r>
                        <a:rPr lang="en-US" sz="1100" dirty="0">
                          <a:solidFill>
                            <a:schemeClr val="tx1"/>
                          </a:solidFill>
                          <a:latin typeface="+mn-lt"/>
                        </a:rPr>
                        <a:t> </a:t>
                      </a:r>
                      <a:r>
                        <a:rPr lang="en-US" sz="1100" dirty="0" err="1">
                          <a:solidFill>
                            <a:schemeClr val="tx1"/>
                          </a:solidFill>
                          <a:latin typeface="+mn-lt"/>
                        </a:rPr>
                        <a:t>ut</a:t>
                      </a:r>
                      <a:r>
                        <a:rPr lang="en-US" sz="1100" dirty="0">
                          <a:solidFill>
                            <a:schemeClr val="tx1"/>
                          </a:solidFill>
                          <a:latin typeface="+mn-lt"/>
                        </a:rPr>
                        <a:t> </a:t>
                      </a:r>
                      <a:r>
                        <a:rPr lang="en-US" sz="1100" dirty="0" err="1">
                          <a:solidFill>
                            <a:schemeClr val="tx1"/>
                          </a:solidFill>
                          <a:latin typeface="+mn-lt"/>
                        </a:rPr>
                        <a:t>labore</a:t>
                      </a:r>
                      <a:r>
                        <a:rPr lang="en-US" sz="1100" dirty="0">
                          <a:solidFill>
                            <a:schemeClr val="tx1"/>
                          </a:solidFill>
                          <a:latin typeface="+mn-lt"/>
                        </a:rPr>
                        <a:t> et dolore magna </a:t>
                      </a:r>
                      <a:r>
                        <a:rPr lang="en-US" sz="1100" dirty="0" err="1">
                          <a:solidFill>
                            <a:schemeClr val="tx1"/>
                          </a:solidFill>
                          <a:latin typeface="+mn-lt"/>
                        </a:rPr>
                        <a:t>aliquyam</a:t>
                      </a:r>
                      <a:r>
                        <a:rPr lang="en-US" sz="1100" dirty="0">
                          <a:solidFill>
                            <a:schemeClr val="tx1"/>
                          </a:solidFill>
                          <a:latin typeface="+mn-lt"/>
                        </a:rPr>
                        <a:t> </a:t>
                      </a:r>
                      <a:r>
                        <a:rPr lang="en-US" sz="1100" dirty="0" err="1">
                          <a:solidFill>
                            <a:schemeClr val="tx1"/>
                          </a:solidFill>
                          <a:latin typeface="+mn-lt"/>
                        </a:rPr>
                        <a:t>erat</a:t>
                      </a:r>
                      <a:r>
                        <a:rPr lang="en-US" sz="1100" dirty="0">
                          <a:solidFill>
                            <a:schemeClr val="tx1"/>
                          </a:solidFill>
                          <a:latin typeface="+mn-lt"/>
                        </a:rPr>
                        <a:t>, sed diam </a:t>
                      </a:r>
                    </a:p>
                    <a:p>
                      <a:pPr marL="108000" marR="0" lvl="0" indent="-108000" algn="l" defTabSz="914377" rtl="0" eaLnBrk="1" fontAlgn="auto" latinLnBrk="0" hangingPunct="1">
                        <a:lnSpc>
                          <a:spcPct val="100000"/>
                        </a:lnSpc>
                        <a:spcBef>
                          <a:spcPts val="0"/>
                        </a:spcBef>
                        <a:spcAft>
                          <a:spcPts val="0"/>
                        </a:spcAft>
                        <a:buClrTx/>
                        <a:buSzTx/>
                        <a:buFont typeface="Arial"/>
                        <a:buChar char="•"/>
                        <a:tabLst/>
                        <a:defRPr/>
                      </a:pPr>
                      <a:r>
                        <a:rPr lang="en-US" sz="1100" dirty="0">
                          <a:solidFill>
                            <a:srgbClr val="000000"/>
                          </a:solidFill>
                          <a:latin typeface="+mn-lt"/>
                        </a:rPr>
                        <a:t>Lorem ipsum dolor sit </a:t>
                      </a:r>
                      <a:r>
                        <a:rPr lang="en-US" sz="1100" dirty="0" err="1">
                          <a:solidFill>
                            <a:srgbClr val="000000"/>
                          </a:solidFill>
                          <a:latin typeface="+mn-lt"/>
                        </a:rPr>
                        <a:t>amet</a:t>
                      </a:r>
                      <a:r>
                        <a:rPr lang="en-US" sz="1100" dirty="0">
                          <a:solidFill>
                            <a:srgbClr val="000000"/>
                          </a:solidFill>
                          <a:latin typeface="+mn-lt"/>
                        </a:rPr>
                        <a:t>, </a:t>
                      </a:r>
                      <a:r>
                        <a:rPr lang="en-US" sz="1100" dirty="0" err="1">
                          <a:solidFill>
                            <a:srgbClr val="000000"/>
                          </a:solidFill>
                          <a:latin typeface="+mn-lt"/>
                        </a:rPr>
                        <a:t>consetetur</a:t>
                      </a:r>
                      <a:r>
                        <a:rPr lang="en-US" sz="1100" dirty="0">
                          <a:solidFill>
                            <a:srgbClr val="000000"/>
                          </a:solidFill>
                          <a:latin typeface="+mn-lt"/>
                        </a:rPr>
                        <a:t> </a:t>
                      </a:r>
                      <a:r>
                        <a:rPr lang="en-US" sz="1100" dirty="0" err="1">
                          <a:solidFill>
                            <a:srgbClr val="000000"/>
                          </a:solidFill>
                          <a:latin typeface="+mn-lt"/>
                        </a:rPr>
                        <a:t>sadipscing</a:t>
                      </a:r>
                      <a:r>
                        <a:rPr lang="en-US" sz="1100" dirty="0">
                          <a:solidFill>
                            <a:srgbClr val="000000"/>
                          </a:solidFill>
                          <a:latin typeface="+mn-lt"/>
                        </a:rPr>
                        <a:t> </a:t>
                      </a:r>
                      <a:r>
                        <a:rPr lang="en-US" sz="1100" dirty="0" err="1">
                          <a:solidFill>
                            <a:srgbClr val="000000"/>
                          </a:solidFill>
                          <a:latin typeface="+mn-lt"/>
                        </a:rPr>
                        <a:t>elitr</a:t>
                      </a:r>
                      <a:r>
                        <a:rPr lang="en-US" sz="1100" dirty="0">
                          <a:solidFill>
                            <a:srgbClr val="000000"/>
                          </a:solidFill>
                          <a:latin typeface="+mn-lt"/>
                        </a:rPr>
                        <a:t>, sed diam </a:t>
                      </a:r>
                      <a:r>
                        <a:rPr lang="en-US" sz="1100" dirty="0" err="1">
                          <a:solidFill>
                            <a:srgbClr val="000000"/>
                          </a:solidFill>
                          <a:latin typeface="+mn-lt"/>
                        </a:rPr>
                        <a:t>nonumy</a:t>
                      </a:r>
                      <a:r>
                        <a:rPr lang="en-US" sz="1100" dirty="0">
                          <a:solidFill>
                            <a:srgbClr val="000000"/>
                          </a:solidFill>
                          <a:latin typeface="+mn-lt"/>
                        </a:rPr>
                        <a:t> </a:t>
                      </a:r>
                      <a:r>
                        <a:rPr lang="en-US" sz="1100" dirty="0" err="1">
                          <a:solidFill>
                            <a:srgbClr val="000000"/>
                          </a:solidFill>
                          <a:latin typeface="+mn-lt"/>
                        </a:rPr>
                        <a:t>eirmod</a:t>
                      </a:r>
                      <a:r>
                        <a:rPr lang="en-US" sz="1100" dirty="0">
                          <a:solidFill>
                            <a:srgbClr val="000000"/>
                          </a:solidFill>
                          <a:latin typeface="+mn-lt"/>
                        </a:rPr>
                        <a:t> </a:t>
                      </a:r>
                      <a:r>
                        <a:rPr lang="en-US" sz="1100" dirty="0" err="1">
                          <a:solidFill>
                            <a:srgbClr val="000000"/>
                          </a:solidFill>
                          <a:latin typeface="+mn-lt"/>
                        </a:rPr>
                        <a:t>tempor</a:t>
                      </a:r>
                      <a:r>
                        <a:rPr lang="en-US" sz="1100" dirty="0">
                          <a:solidFill>
                            <a:srgbClr val="000000"/>
                          </a:solidFill>
                          <a:latin typeface="+mn-lt"/>
                        </a:rPr>
                        <a:t> </a:t>
                      </a:r>
                      <a:r>
                        <a:rPr lang="en-US" sz="1100" dirty="0" err="1">
                          <a:solidFill>
                            <a:srgbClr val="000000"/>
                          </a:solidFill>
                          <a:latin typeface="+mn-lt"/>
                        </a:rPr>
                        <a:t>invidunt</a:t>
                      </a:r>
                      <a:r>
                        <a:rPr lang="en-US" sz="1100" dirty="0">
                          <a:solidFill>
                            <a:srgbClr val="000000"/>
                          </a:solidFill>
                          <a:latin typeface="+mn-lt"/>
                        </a:rPr>
                        <a:t> </a:t>
                      </a:r>
                      <a:r>
                        <a:rPr lang="en-US" sz="1100" dirty="0" err="1">
                          <a:solidFill>
                            <a:srgbClr val="000000"/>
                          </a:solidFill>
                          <a:latin typeface="+mn-lt"/>
                        </a:rPr>
                        <a:t>ut</a:t>
                      </a:r>
                      <a:r>
                        <a:rPr lang="en-US" sz="1100" dirty="0">
                          <a:solidFill>
                            <a:srgbClr val="000000"/>
                          </a:solidFill>
                          <a:latin typeface="+mn-lt"/>
                        </a:rPr>
                        <a:t> </a:t>
                      </a:r>
                      <a:r>
                        <a:rPr lang="en-US" sz="1100" dirty="0" err="1">
                          <a:solidFill>
                            <a:srgbClr val="000000"/>
                          </a:solidFill>
                          <a:latin typeface="+mn-lt"/>
                        </a:rPr>
                        <a:t>labore</a:t>
                      </a:r>
                      <a:r>
                        <a:rPr lang="en-US" sz="1100" dirty="0">
                          <a:solidFill>
                            <a:srgbClr val="000000"/>
                          </a:solidFill>
                          <a:latin typeface="+mn-lt"/>
                        </a:rPr>
                        <a:t> et dolore magna </a:t>
                      </a:r>
                      <a:r>
                        <a:rPr lang="en-US" sz="1100" dirty="0" err="1">
                          <a:solidFill>
                            <a:srgbClr val="000000"/>
                          </a:solidFill>
                          <a:latin typeface="+mn-lt"/>
                        </a:rPr>
                        <a:t>aliquyam</a:t>
                      </a:r>
                      <a:r>
                        <a:rPr lang="en-US" sz="1100" dirty="0">
                          <a:solidFill>
                            <a:srgbClr val="000000"/>
                          </a:solidFill>
                          <a:latin typeface="+mn-lt"/>
                        </a:rPr>
                        <a:t> </a:t>
                      </a:r>
                      <a:r>
                        <a:rPr lang="en-US" sz="1100" dirty="0" err="1">
                          <a:solidFill>
                            <a:srgbClr val="000000"/>
                          </a:solidFill>
                          <a:latin typeface="+mn-lt"/>
                        </a:rPr>
                        <a:t>erat</a:t>
                      </a:r>
                      <a:r>
                        <a:rPr lang="en-US" sz="1100" dirty="0">
                          <a:solidFill>
                            <a:srgbClr val="000000"/>
                          </a:solidFill>
                          <a:latin typeface="+mn-lt"/>
                        </a:rPr>
                        <a:t>, sed diam </a:t>
                      </a:r>
                    </a:p>
                    <a:p>
                      <a:pPr marL="108000" indent="-108000" algn="l">
                        <a:lnSpc>
                          <a:spcPct val="100000"/>
                        </a:lnSpc>
                        <a:spcBef>
                          <a:spcPts val="0"/>
                        </a:spcBef>
                        <a:buFont typeface="Arial"/>
                        <a:buChar char="•"/>
                      </a:pPr>
                      <a:endParaRPr lang="en-US" sz="1100" dirty="0">
                        <a:solidFill>
                          <a:schemeClr val="tx1"/>
                        </a:solidFill>
                        <a:latin typeface="+mn-lt"/>
                      </a:endParaRPr>
                    </a:p>
                  </a:txBody>
                  <a:tcPr marL="36576" marR="36576" marT="36576" marB="36576">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13" name="Rectangle 12">
            <a:extLst>
              <a:ext uri="{FF2B5EF4-FFF2-40B4-BE49-F238E27FC236}">
                <a16:creationId xmlns:a16="http://schemas.microsoft.com/office/drawing/2014/main" id="{85C0A08E-11CC-595F-61E2-B0364A4E0BDE}"/>
              </a:ext>
            </a:extLst>
          </p:cNvPr>
          <p:cNvSpPr/>
          <p:nvPr/>
        </p:nvSpPr>
        <p:spPr>
          <a:xfrm>
            <a:off x="1204686" y="3123983"/>
            <a:ext cx="3628571" cy="881743"/>
          </a:xfrm>
          <a:prstGeom prst="rect">
            <a:avLst/>
          </a:prstGeom>
          <a:solidFill>
            <a:srgbClr val="FFCCFF"/>
          </a:solidFill>
          <a:ln>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AU" i="1" dirty="0">
                <a:solidFill>
                  <a:srgbClr val="C00000"/>
                </a:solidFill>
              </a:rPr>
              <a:t>To-be design diagram to be provided by user (Manual)</a:t>
            </a:r>
          </a:p>
        </p:txBody>
      </p:sp>
    </p:spTree>
    <p:extLst>
      <p:ext uri="{BB962C8B-B14F-4D97-AF65-F5344CB8AC3E}">
        <p14:creationId xmlns:p14="http://schemas.microsoft.com/office/powerpoint/2010/main" val="24563071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69286-5E55-0D91-A17E-EC7D0BEEBF5C}"/>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11176BAA-9256-4DCA-4A1C-19025CBBAE3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itle 5">
            <a:extLst>
              <a:ext uri="{FF2B5EF4-FFF2-40B4-BE49-F238E27FC236}">
                <a16:creationId xmlns:a16="http://schemas.microsoft.com/office/drawing/2014/main" id="{B523144C-CF82-507D-04C5-3E913A5B4D62}"/>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Detailed Solutioning – Change Management</a:t>
            </a:r>
          </a:p>
        </p:txBody>
      </p:sp>
      <p:sp>
        <p:nvSpPr>
          <p:cNvPr id="12" name="Text Placeholder 8">
            <a:extLst>
              <a:ext uri="{FF2B5EF4-FFF2-40B4-BE49-F238E27FC236}">
                <a16:creationId xmlns:a16="http://schemas.microsoft.com/office/drawing/2014/main" id="{51A2B6EA-6B2A-E788-E73C-730D180CBC5D}"/>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
        <p:nvSpPr>
          <p:cNvPr id="8" name="Rectangle 7">
            <a:extLst>
              <a:ext uri="{FF2B5EF4-FFF2-40B4-BE49-F238E27FC236}">
                <a16:creationId xmlns:a16="http://schemas.microsoft.com/office/drawing/2014/main" id="{C06DADFA-D56F-CF35-A950-BC0C159B3FF1}"/>
              </a:ext>
            </a:extLst>
          </p:cNvPr>
          <p:cNvSpPr/>
          <p:nvPr/>
        </p:nvSpPr>
        <p:spPr>
          <a:xfrm>
            <a:off x="0" y="1438749"/>
            <a:ext cx="12192000" cy="4873151"/>
          </a:xfrm>
          <a:prstGeom prst="rect">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dirty="0"/>
          </a:p>
        </p:txBody>
      </p:sp>
      <p:cxnSp>
        <p:nvCxnSpPr>
          <p:cNvPr id="9" name="Straight Connector 8">
            <a:extLst>
              <a:ext uri="{FF2B5EF4-FFF2-40B4-BE49-F238E27FC236}">
                <a16:creationId xmlns:a16="http://schemas.microsoft.com/office/drawing/2014/main" id="{551D72F2-AD59-D171-D6C1-375F8C5F09A2}"/>
              </a:ext>
            </a:extLst>
          </p:cNvPr>
          <p:cNvCxnSpPr>
            <a:cxnSpLocks/>
          </p:cNvCxnSpPr>
          <p:nvPr/>
        </p:nvCxnSpPr>
        <p:spPr>
          <a:xfrm>
            <a:off x="4568338" y="1999787"/>
            <a:ext cx="0" cy="3809118"/>
          </a:xfrm>
          <a:prstGeom prst="line">
            <a:avLst/>
          </a:prstGeom>
          <a:ln w="12700">
            <a:gradFill>
              <a:gsLst>
                <a:gs pos="0">
                  <a:schemeClr val="accent1">
                    <a:alpha val="0"/>
                  </a:schemeClr>
                </a:gs>
                <a:gs pos="56000">
                  <a:schemeClr val="accent1"/>
                </a:gs>
                <a:gs pos="100000">
                  <a:schemeClr val="accent1">
                    <a:alpha val="0"/>
                  </a:schemeClr>
                </a:gs>
              </a:gsLst>
              <a:lin ang="5400000" scaled="1"/>
            </a:gra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10" name="Group 9">
            <a:extLst>
              <a:ext uri="{FF2B5EF4-FFF2-40B4-BE49-F238E27FC236}">
                <a16:creationId xmlns:a16="http://schemas.microsoft.com/office/drawing/2014/main" id="{ACAF4A15-2B53-8210-4FCB-99FBF5DA31EC}"/>
              </a:ext>
            </a:extLst>
          </p:cNvPr>
          <p:cNvGrpSpPr/>
          <p:nvPr/>
        </p:nvGrpSpPr>
        <p:grpSpPr>
          <a:xfrm>
            <a:off x="4985745" y="1915646"/>
            <a:ext cx="6629685" cy="4065026"/>
            <a:chOff x="5561048" y="1915646"/>
            <a:chExt cx="5479078" cy="4065026"/>
          </a:xfrm>
        </p:grpSpPr>
        <p:sp>
          <p:nvSpPr>
            <p:cNvPr id="13" name="Rectangle 12">
              <a:extLst>
                <a:ext uri="{FF2B5EF4-FFF2-40B4-BE49-F238E27FC236}">
                  <a16:creationId xmlns:a16="http://schemas.microsoft.com/office/drawing/2014/main" id="{3CD0645E-52FC-DC9A-2EE4-5DB49929290B}"/>
                </a:ext>
              </a:extLst>
            </p:cNvPr>
            <p:cNvSpPr/>
            <p:nvPr/>
          </p:nvSpPr>
          <p:spPr bwMode="auto">
            <a:xfrm>
              <a:off x="5561048" y="1915647"/>
              <a:ext cx="2520677" cy="1076715"/>
            </a:xfrm>
            <a:prstGeom prst="rect">
              <a:avLst/>
            </a:prstGeom>
            <a:solidFill>
              <a:schemeClr val="bg1">
                <a:lumMod val="95000"/>
              </a:schemeClr>
            </a:solidFill>
            <a:ln>
              <a:solidFill>
                <a:schemeClr val="accent2"/>
              </a:solidFill>
            </a:ln>
            <a:effectLst>
              <a:outerShdw blurRad="50800" dist="38100" dir="5400000" algn="t" rotWithShape="0">
                <a:prstClr val="black">
                  <a:alpha val="40000"/>
                </a:prstClr>
              </a:outerShdw>
            </a:effectLst>
          </p:spPr>
          <p:txBody>
            <a:bodyPr wrap="square" lIns="72000" tIns="72000" rIns="72000" bIns="72000">
              <a:noAutofit/>
            </a:bodyPr>
            <a:lstStyle/>
            <a:p>
              <a:pPr marL="0" lvl="1"/>
              <a:r>
                <a:rPr kumimoji="0" lang="en-US" sz="1400" b="1" i="0" u="none" strike="noStrike" kern="1200" cap="none" spc="0" normalizeH="0" baseline="0" noProof="0" dirty="0">
                  <a:ln>
                    <a:noFill/>
                  </a:ln>
                  <a:solidFill>
                    <a:schemeClr val="accent1"/>
                  </a:solidFill>
                  <a:effectLst/>
                  <a:uLnTx/>
                  <a:uFillTx/>
                  <a:latin typeface="Graphik"/>
                  <a:ea typeface="+mn-ea"/>
                  <a:cs typeface="+mn-cs"/>
                </a:rPr>
                <a:t>+18,000 </a:t>
              </a:r>
              <a:r>
                <a:rPr lang="en-US" sz="1200" dirty="0">
                  <a:solidFill>
                    <a:srgbClr val="000000"/>
                  </a:solidFill>
                </a:rPr>
                <a:t>Lorem ipsum dolor sit </a:t>
              </a:r>
              <a:r>
                <a:rPr lang="en-US" sz="1200" dirty="0" err="1">
                  <a:solidFill>
                    <a:srgbClr val="000000"/>
                  </a:solidFill>
                </a:rPr>
                <a:t>amet</a:t>
              </a:r>
              <a:r>
                <a:rPr lang="en-US" sz="1200" dirty="0">
                  <a:solidFill>
                    <a:srgbClr val="000000"/>
                  </a:solidFill>
                </a:rPr>
                <a:t>, </a:t>
              </a:r>
              <a:r>
                <a:rPr lang="en-US" sz="1200" dirty="0" err="1">
                  <a:solidFill>
                    <a:srgbClr val="000000"/>
                  </a:solidFill>
                </a:rPr>
                <a:t>consetetur</a:t>
              </a:r>
              <a:r>
                <a:rPr lang="en-US" sz="1200" dirty="0">
                  <a:solidFill>
                    <a:srgbClr val="000000"/>
                  </a:solidFill>
                </a:rPr>
                <a:t> </a:t>
              </a:r>
              <a:r>
                <a:rPr lang="en-US" sz="1200" dirty="0" err="1">
                  <a:solidFill>
                    <a:srgbClr val="000000"/>
                  </a:solidFill>
                </a:rPr>
                <a:t>sadipscing</a:t>
              </a:r>
              <a:r>
                <a:rPr lang="en-US" sz="1200" dirty="0">
                  <a:solidFill>
                    <a:srgbClr val="000000"/>
                  </a:solidFill>
                </a:rPr>
                <a:t> </a:t>
              </a:r>
              <a:r>
                <a:rPr lang="en-US" sz="1200" dirty="0" err="1">
                  <a:solidFill>
                    <a:srgbClr val="000000"/>
                  </a:solidFill>
                </a:rPr>
                <a:t>elitr</a:t>
              </a:r>
              <a:r>
                <a:rPr lang="en-US" sz="1200" dirty="0">
                  <a:solidFill>
                    <a:srgbClr val="000000"/>
                  </a:solidFill>
                </a:rPr>
                <a:t>, sed diam </a:t>
              </a:r>
              <a:r>
                <a:rPr lang="en-US" sz="1200" dirty="0" err="1">
                  <a:solidFill>
                    <a:srgbClr val="000000"/>
                  </a:solidFill>
                </a:rPr>
                <a:t>nonumy</a:t>
              </a:r>
              <a:r>
                <a:rPr lang="en-US" sz="1200" dirty="0">
                  <a:solidFill>
                    <a:srgbClr val="000000"/>
                  </a:solidFill>
                </a:rPr>
                <a:t> </a:t>
              </a:r>
              <a:r>
                <a:rPr kumimoji="0" lang="en-US" sz="1400" b="1" i="0" u="none" strike="noStrike" kern="1200" cap="none" spc="0" normalizeH="0" baseline="0" noProof="0" dirty="0">
                  <a:ln>
                    <a:noFill/>
                  </a:ln>
                  <a:solidFill>
                    <a:schemeClr val="accent1"/>
                  </a:solidFill>
                  <a:effectLst/>
                  <a:uLnTx/>
                  <a:uFillTx/>
                  <a:latin typeface="Graphik"/>
                  <a:ea typeface="+mn-ea"/>
                  <a:cs typeface="+mn-cs"/>
                </a:rPr>
                <a:t>50+ countries</a:t>
              </a:r>
            </a:p>
          </p:txBody>
        </p:sp>
        <p:sp>
          <p:nvSpPr>
            <p:cNvPr id="14" name="Rectangle 13">
              <a:extLst>
                <a:ext uri="{FF2B5EF4-FFF2-40B4-BE49-F238E27FC236}">
                  <a16:creationId xmlns:a16="http://schemas.microsoft.com/office/drawing/2014/main" id="{55C89C55-63EC-60DA-2272-02B3D81092F9}"/>
                </a:ext>
              </a:extLst>
            </p:cNvPr>
            <p:cNvSpPr/>
            <p:nvPr/>
          </p:nvSpPr>
          <p:spPr bwMode="auto">
            <a:xfrm>
              <a:off x="8519449" y="4903957"/>
              <a:ext cx="2520677" cy="1076715"/>
            </a:xfrm>
            <a:prstGeom prst="rect">
              <a:avLst/>
            </a:prstGeom>
            <a:solidFill>
              <a:schemeClr val="bg1">
                <a:lumMod val="95000"/>
              </a:schemeClr>
            </a:solidFill>
            <a:ln>
              <a:solidFill>
                <a:schemeClr val="accent2"/>
              </a:solidFill>
            </a:ln>
            <a:effectLst>
              <a:outerShdw blurRad="50800" dist="38100" dir="5400000" algn="t" rotWithShape="0">
                <a:prstClr val="black">
                  <a:alpha val="40000"/>
                </a:prstClr>
              </a:outerShdw>
            </a:effectLst>
          </p:spPr>
          <p:txBody>
            <a:bodyPr wrap="square" lIns="72000" tIns="72000" rIns="72000" bIns="72000">
              <a:no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solidFill>
                    <a:srgbClr val="000000"/>
                  </a:solidFill>
                  <a:effectLst/>
                  <a:uLnTx/>
                  <a:uFillTx/>
                  <a:latin typeface="Graphik"/>
                  <a:ea typeface="+mn-ea"/>
                  <a:cs typeface="+mn-cs"/>
                </a:rPr>
                <a:t>Worked with </a:t>
              </a:r>
              <a:r>
                <a:rPr kumimoji="0" lang="en-US" sz="1400" b="1" i="0" u="none" strike="noStrike" kern="1200" cap="none" spc="0" normalizeH="0" baseline="0" noProof="0" dirty="0">
                  <a:ln>
                    <a:noFill/>
                  </a:ln>
                  <a:solidFill>
                    <a:schemeClr val="accent1"/>
                  </a:solidFill>
                  <a:effectLst/>
                  <a:uLnTx/>
                  <a:uFillTx/>
                  <a:latin typeface="Graphik"/>
                  <a:ea typeface="+mn-ea"/>
                  <a:cs typeface="+mn-cs"/>
                </a:rPr>
                <a:t>8 of the 10 largest biotech companies</a:t>
              </a:r>
            </a:p>
          </p:txBody>
        </p:sp>
        <p:sp>
          <p:nvSpPr>
            <p:cNvPr id="15" name="Rectangle 14">
              <a:extLst>
                <a:ext uri="{FF2B5EF4-FFF2-40B4-BE49-F238E27FC236}">
                  <a16:creationId xmlns:a16="http://schemas.microsoft.com/office/drawing/2014/main" id="{4B36036F-E127-A40B-E632-C751528EEA66}"/>
                </a:ext>
              </a:extLst>
            </p:cNvPr>
            <p:cNvSpPr/>
            <p:nvPr/>
          </p:nvSpPr>
          <p:spPr bwMode="auto">
            <a:xfrm>
              <a:off x="5561048" y="3374177"/>
              <a:ext cx="2520677" cy="1076715"/>
            </a:xfrm>
            <a:prstGeom prst="rect">
              <a:avLst/>
            </a:prstGeom>
            <a:solidFill>
              <a:schemeClr val="bg1">
                <a:lumMod val="95000"/>
              </a:schemeClr>
            </a:solidFill>
            <a:ln>
              <a:solidFill>
                <a:schemeClr val="accent2"/>
              </a:solidFill>
            </a:ln>
            <a:effectLst>
              <a:outerShdw blurRad="50800" dist="38100" dir="5400000" algn="t" rotWithShape="0">
                <a:prstClr val="black">
                  <a:alpha val="40000"/>
                </a:prstClr>
              </a:outerShdw>
            </a:effectLst>
          </p:spPr>
          <p:txBody>
            <a:bodyPr wrap="square" lIns="72000" tIns="72000" rIns="72000" bIns="72000">
              <a:no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Graphik"/>
                  <a:ea typeface="+mn-ea"/>
                  <a:cs typeface="+mn-cs"/>
                </a:rPr>
                <a:t>All of the </a:t>
              </a:r>
              <a:r>
                <a:rPr kumimoji="0" lang="en-US" sz="1400" b="1" i="0" u="none" strike="noStrike" kern="1200" cap="none" spc="0" normalizeH="0" baseline="0" noProof="0" dirty="0">
                  <a:ln>
                    <a:noFill/>
                  </a:ln>
                  <a:solidFill>
                    <a:schemeClr val="accent1"/>
                  </a:solidFill>
                  <a:effectLst/>
                  <a:uLnTx/>
                  <a:uFillTx/>
                  <a:latin typeface="Graphik"/>
                  <a:ea typeface="+mn-ea"/>
                  <a:cs typeface="+mn-cs"/>
                </a:rPr>
                <a:t>global top 10 pharma markets</a:t>
              </a:r>
            </a:p>
          </p:txBody>
        </p:sp>
        <p:sp>
          <p:nvSpPr>
            <p:cNvPr id="16" name="Rectangle 15">
              <a:extLst>
                <a:ext uri="{FF2B5EF4-FFF2-40B4-BE49-F238E27FC236}">
                  <a16:creationId xmlns:a16="http://schemas.microsoft.com/office/drawing/2014/main" id="{11B58C89-E764-2BF0-9ED8-E38E4C1F5511}"/>
                </a:ext>
              </a:extLst>
            </p:cNvPr>
            <p:cNvSpPr/>
            <p:nvPr/>
          </p:nvSpPr>
          <p:spPr bwMode="auto">
            <a:xfrm>
              <a:off x="8519449" y="3374177"/>
              <a:ext cx="2520677" cy="1076715"/>
            </a:xfrm>
            <a:prstGeom prst="rect">
              <a:avLst/>
            </a:prstGeom>
            <a:solidFill>
              <a:schemeClr val="bg1">
                <a:lumMod val="95000"/>
              </a:schemeClr>
            </a:solidFill>
            <a:ln>
              <a:solidFill>
                <a:schemeClr val="accent2"/>
              </a:solidFill>
            </a:ln>
            <a:effectLst>
              <a:outerShdw blurRad="50800" dist="38100" dir="5400000" algn="t" rotWithShape="0">
                <a:prstClr val="black">
                  <a:alpha val="40000"/>
                </a:prstClr>
              </a:outerShdw>
            </a:effectLst>
          </p:spPr>
          <p:txBody>
            <a:bodyPr wrap="square" lIns="72000" tIns="72000" rIns="72000" bIns="72000">
              <a:noAutofit/>
            </a:bodyPr>
            <a:lstStyle/>
            <a:p>
              <a:pPr marL="0" lvl="1"/>
              <a:r>
                <a:rPr kumimoji="0" lang="en-US" sz="1400" b="1" i="0" u="none" strike="noStrike" kern="1200" cap="none" spc="0" normalizeH="0" baseline="0" noProof="0" dirty="0">
                  <a:ln>
                    <a:noFill/>
                  </a:ln>
                  <a:solidFill>
                    <a:schemeClr val="accent1"/>
                  </a:solidFill>
                  <a:effectLst/>
                  <a:uLnTx/>
                  <a:uFillTx/>
                  <a:latin typeface="Graphik"/>
                  <a:ea typeface="+mn-ea"/>
                  <a:cs typeface="+mn-cs"/>
                </a:rPr>
                <a:t>9 out of the top 10 </a:t>
              </a:r>
              <a:br>
                <a:rPr kumimoji="0" lang="en-US" sz="1400" b="1" i="0" u="none" strike="noStrike" kern="1200" cap="none" spc="0" normalizeH="0" baseline="0" noProof="0" dirty="0">
                  <a:ln>
                    <a:noFill/>
                  </a:ln>
                  <a:solidFill>
                    <a:schemeClr val="accent1"/>
                  </a:solidFill>
                  <a:effectLst/>
                  <a:uLnTx/>
                  <a:uFillTx/>
                  <a:latin typeface="Graphik"/>
                  <a:ea typeface="+mn-ea"/>
                  <a:cs typeface="+mn-cs"/>
                </a:rPr>
              </a:br>
              <a:r>
                <a:rPr lang="en-US" sz="1200" dirty="0"/>
                <a:t>Lorem ipsum dolor </a:t>
              </a:r>
              <a:br>
                <a:rPr lang="en-US" sz="1200" dirty="0"/>
              </a:br>
              <a:r>
                <a:rPr lang="en-US" sz="1200" dirty="0"/>
                <a:t>sit </a:t>
              </a:r>
              <a:r>
                <a:rPr lang="en-US" sz="1200" dirty="0" err="1"/>
                <a:t>amet</a:t>
              </a:r>
              <a:endParaRPr kumimoji="0" lang="en-GB" sz="12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7" name="Rectangle 16">
              <a:extLst>
                <a:ext uri="{FF2B5EF4-FFF2-40B4-BE49-F238E27FC236}">
                  <a16:creationId xmlns:a16="http://schemas.microsoft.com/office/drawing/2014/main" id="{44F7148B-6D89-C921-78E1-238036BEDA91}"/>
                </a:ext>
              </a:extLst>
            </p:cNvPr>
            <p:cNvSpPr/>
            <p:nvPr/>
          </p:nvSpPr>
          <p:spPr bwMode="auto">
            <a:xfrm>
              <a:off x="5561048" y="4903957"/>
              <a:ext cx="2520677" cy="1076715"/>
            </a:xfrm>
            <a:prstGeom prst="rect">
              <a:avLst/>
            </a:prstGeom>
            <a:solidFill>
              <a:schemeClr val="bg1">
                <a:lumMod val="95000"/>
              </a:schemeClr>
            </a:solidFill>
            <a:ln>
              <a:solidFill>
                <a:schemeClr val="accent2"/>
              </a:solidFill>
            </a:ln>
            <a:effectLst>
              <a:outerShdw blurRad="50800" dist="38100" dir="5400000" algn="t" rotWithShape="0">
                <a:prstClr val="black">
                  <a:alpha val="40000"/>
                </a:prstClr>
              </a:outerShdw>
            </a:effectLst>
          </p:spPr>
          <p:txBody>
            <a:bodyPr wrap="square" lIns="72000" tIns="72000" rIns="72000" bIns="72000">
              <a:noAutofit/>
            </a:bodyPr>
            <a:lstStyle/>
            <a:p>
              <a:pPr marL="0" lvl="1"/>
              <a:r>
                <a:rPr kumimoji="0" lang="en-US" sz="1400" b="1" i="0" u="none" strike="noStrike" kern="1200" cap="none" spc="0" normalizeH="0" baseline="0" noProof="0" dirty="0">
                  <a:ln>
                    <a:noFill/>
                  </a:ln>
                  <a:solidFill>
                    <a:schemeClr val="accent1"/>
                  </a:solidFill>
                  <a:effectLst/>
                  <a:uLnTx/>
                  <a:uFillTx/>
                  <a:latin typeface="Graphik"/>
                  <a:ea typeface="+mn-ea"/>
                  <a:cs typeface="+mn-cs"/>
                </a:rPr>
                <a:t>All top 10 global biopharmaceutical </a:t>
              </a:r>
              <a:br>
                <a:rPr kumimoji="0" lang="en-US" sz="1400" b="1" i="0" u="none" strike="noStrike" kern="1200" cap="none" spc="0" normalizeH="0" baseline="0" noProof="0" dirty="0">
                  <a:ln>
                    <a:noFill/>
                  </a:ln>
                  <a:solidFill>
                    <a:schemeClr val="accent1"/>
                  </a:solidFill>
                  <a:effectLst/>
                  <a:uLnTx/>
                  <a:uFillTx/>
                  <a:latin typeface="Graphik"/>
                  <a:ea typeface="+mn-ea"/>
                  <a:cs typeface="+mn-cs"/>
                </a:rPr>
              </a:br>
              <a:r>
                <a:rPr lang="en-US" sz="1200" dirty="0"/>
                <a:t>Lorem ipsum dolor </a:t>
              </a:r>
              <a:r>
                <a:rPr lang="en-US" sz="1200" dirty="0" err="1"/>
                <a:t>si</a:t>
              </a:r>
              <a:endParaRPr lang="en-US" sz="1200" dirty="0"/>
            </a:p>
          </p:txBody>
        </p:sp>
        <p:sp>
          <p:nvSpPr>
            <p:cNvPr id="18" name="Rectangle 17">
              <a:extLst>
                <a:ext uri="{FF2B5EF4-FFF2-40B4-BE49-F238E27FC236}">
                  <a16:creationId xmlns:a16="http://schemas.microsoft.com/office/drawing/2014/main" id="{586B7692-9982-2E76-906E-659700B8DE6B}"/>
                </a:ext>
              </a:extLst>
            </p:cNvPr>
            <p:cNvSpPr/>
            <p:nvPr/>
          </p:nvSpPr>
          <p:spPr bwMode="auto">
            <a:xfrm>
              <a:off x="8519449" y="1915646"/>
              <a:ext cx="2520677" cy="1076715"/>
            </a:xfrm>
            <a:prstGeom prst="rect">
              <a:avLst/>
            </a:prstGeom>
            <a:solidFill>
              <a:schemeClr val="bg1">
                <a:lumMod val="95000"/>
              </a:schemeClr>
            </a:solidFill>
            <a:ln>
              <a:solidFill>
                <a:schemeClr val="accent2"/>
              </a:solidFill>
            </a:ln>
            <a:effectLst>
              <a:outerShdw blurRad="50800" dist="38100" dir="5400000" algn="t" rotWithShape="0">
                <a:prstClr val="black">
                  <a:alpha val="40000"/>
                </a:prstClr>
              </a:outerShdw>
            </a:effectLst>
          </p:spPr>
          <p:txBody>
            <a:bodyPr wrap="square" lIns="72000" tIns="72000" rIns="72000" bIns="72000">
              <a:noAutofit/>
            </a:bodyPr>
            <a:lstStyle/>
            <a:p>
              <a:pPr marL="0" lvl="1"/>
              <a:r>
                <a:rPr kumimoji="0" lang="en-US" sz="1400" b="1" i="0" u="none" strike="noStrike" kern="1200" cap="none" spc="0" normalizeH="0" baseline="0" noProof="0" dirty="0">
                  <a:ln>
                    <a:noFill/>
                  </a:ln>
                  <a:solidFill>
                    <a:schemeClr val="accent1"/>
                  </a:solidFill>
                  <a:effectLst/>
                  <a:uLnTx/>
                  <a:uFillTx/>
                  <a:latin typeface="Graphik"/>
                  <a:ea typeface="+mn-ea"/>
                  <a:cs typeface="+mn-cs"/>
                </a:rPr>
                <a:t>+95% of Fortune 500</a:t>
              </a:r>
              <a:r>
                <a:rPr kumimoji="0" lang="en-US" sz="1400" b="0" i="0" u="none" strike="noStrike" kern="1200" cap="none" spc="0" normalizeH="0" baseline="0" noProof="0" dirty="0">
                  <a:ln>
                    <a:noFill/>
                  </a:ln>
                  <a:solidFill>
                    <a:schemeClr val="accent1"/>
                  </a:solidFill>
                  <a:effectLst/>
                  <a:uLnTx/>
                  <a:uFillTx/>
                  <a:latin typeface="Graphik"/>
                  <a:ea typeface="+mn-ea"/>
                  <a:cs typeface="+mn-cs"/>
                </a:rPr>
                <a:t> </a:t>
              </a:r>
              <a:r>
                <a:rPr lang="en-US" sz="1200" dirty="0"/>
                <a:t>Lorem ipsum dolor sit </a:t>
              </a:r>
              <a:r>
                <a:rPr lang="en-US" sz="1200" dirty="0" err="1"/>
                <a:t>amet</a:t>
              </a:r>
              <a:r>
                <a:rPr lang="en-US" sz="1200" dirty="0"/>
                <a:t>, </a:t>
              </a:r>
              <a:r>
                <a:rPr lang="en-US" sz="1200" dirty="0" err="1"/>
                <a:t>consetetur</a:t>
              </a:r>
              <a:endParaRPr lang="en-US" sz="1200" dirty="0"/>
            </a:p>
          </p:txBody>
        </p:sp>
      </p:grpSp>
      <p:sp>
        <p:nvSpPr>
          <p:cNvPr id="19" name="Oval 18">
            <a:extLst>
              <a:ext uri="{FF2B5EF4-FFF2-40B4-BE49-F238E27FC236}">
                <a16:creationId xmlns:a16="http://schemas.microsoft.com/office/drawing/2014/main" id="{FD342FCC-7EFD-33D8-7ED0-8E04FD63A50C}"/>
              </a:ext>
            </a:extLst>
          </p:cNvPr>
          <p:cNvSpPr/>
          <p:nvPr/>
        </p:nvSpPr>
        <p:spPr>
          <a:xfrm>
            <a:off x="7377870" y="2661588"/>
            <a:ext cx="527463" cy="5274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0" name="Oval 19">
            <a:extLst>
              <a:ext uri="{FF2B5EF4-FFF2-40B4-BE49-F238E27FC236}">
                <a16:creationId xmlns:a16="http://schemas.microsoft.com/office/drawing/2014/main" id="{7A8B8C3F-A0E1-D123-77D0-DBC6DDA224E4}"/>
              </a:ext>
            </a:extLst>
          </p:cNvPr>
          <p:cNvSpPr/>
          <p:nvPr/>
        </p:nvSpPr>
        <p:spPr>
          <a:xfrm>
            <a:off x="10918571" y="2661588"/>
            <a:ext cx="527463" cy="5274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1" name="Oval 20">
            <a:extLst>
              <a:ext uri="{FF2B5EF4-FFF2-40B4-BE49-F238E27FC236}">
                <a16:creationId xmlns:a16="http://schemas.microsoft.com/office/drawing/2014/main" id="{170B8318-8FE2-6E90-43CA-CA015C9304E4}"/>
              </a:ext>
            </a:extLst>
          </p:cNvPr>
          <p:cNvSpPr/>
          <p:nvPr/>
        </p:nvSpPr>
        <p:spPr>
          <a:xfrm>
            <a:off x="7377870" y="4086274"/>
            <a:ext cx="527463" cy="5274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2" name="Oval 21">
            <a:extLst>
              <a:ext uri="{FF2B5EF4-FFF2-40B4-BE49-F238E27FC236}">
                <a16:creationId xmlns:a16="http://schemas.microsoft.com/office/drawing/2014/main" id="{96A0FDCD-B079-EB00-5A4C-2F98CD32ECF1}"/>
              </a:ext>
            </a:extLst>
          </p:cNvPr>
          <p:cNvSpPr/>
          <p:nvPr/>
        </p:nvSpPr>
        <p:spPr>
          <a:xfrm>
            <a:off x="10918571" y="4086274"/>
            <a:ext cx="527463" cy="5274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3" name="Oval 22">
            <a:extLst>
              <a:ext uri="{FF2B5EF4-FFF2-40B4-BE49-F238E27FC236}">
                <a16:creationId xmlns:a16="http://schemas.microsoft.com/office/drawing/2014/main" id="{BCE338C3-79AC-4C32-8128-39E0692FF8B3}"/>
              </a:ext>
            </a:extLst>
          </p:cNvPr>
          <p:cNvSpPr/>
          <p:nvPr/>
        </p:nvSpPr>
        <p:spPr>
          <a:xfrm>
            <a:off x="7377870" y="5611069"/>
            <a:ext cx="527463" cy="5274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4" name="Oval 23">
            <a:extLst>
              <a:ext uri="{FF2B5EF4-FFF2-40B4-BE49-F238E27FC236}">
                <a16:creationId xmlns:a16="http://schemas.microsoft.com/office/drawing/2014/main" id="{32D789D2-6C30-AD0D-8E58-B05AADA61AB3}"/>
              </a:ext>
            </a:extLst>
          </p:cNvPr>
          <p:cNvSpPr/>
          <p:nvPr/>
        </p:nvSpPr>
        <p:spPr>
          <a:xfrm>
            <a:off x="10918571" y="5611069"/>
            <a:ext cx="527463" cy="5274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25" name="Group 24">
            <a:extLst>
              <a:ext uri="{FF2B5EF4-FFF2-40B4-BE49-F238E27FC236}">
                <a16:creationId xmlns:a16="http://schemas.microsoft.com/office/drawing/2014/main" id="{0E678709-EDD4-C49E-6C81-543E4FDAF915}"/>
              </a:ext>
            </a:extLst>
          </p:cNvPr>
          <p:cNvGrpSpPr/>
          <p:nvPr/>
        </p:nvGrpSpPr>
        <p:grpSpPr bwMode="auto">
          <a:xfrm>
            <a:off x="7470806" y="4169021"/>
            <a:ext cx="351493" cy="380339"/>
            <a:chOff x="7610213" y="4410985"/>
            <a:chExt cx="499406" cy="566634"/>
          </a:xfrm>
          <a:solidFill>
            <a:schemeClr val="bg1"/>
          </a:solidFill>
        </p:grpSpPr>
        <p:sp>
          <p:nvSpPr>
            <p:cNvPr id="26" name="Freeform 53">
              <a:extLst>
                <a:ext uri="{FF2B5EF4-FFF2-40B4-BE49-F238E27FC236}">
                  <a16:creationId xmlns:a16="http://schemas.microsoft.com/office/drawing/2014/main" id="{AE84BED0-7118-F5E8-0FE6-082EB831EEC5}"/>
                </a:ext>
              </a:extLst>
            </p:cNvPr>
            <p:cNvSpPr>
              <a:spLocks noEditPoints="1"/>
            </p:cNvSpPr>
            <p:nvPr/>
          </p:nvSpPr>
          <p:spPr bwMode="auto">
            <a:xfrm>
              <a:off x="7610213" y="4410985"/>
              <a:ext cx="446584" cy="426176"/>
            </a:xfrm>
            <a:custGeom>
              <a:avLst/>
              <a:gdLst>
                <a:gd name="T0" fmla="*/ 365 w 424"/>
                <a:gd name="T1" fmla="*/ 346 h 405"/>
                <a:gd name="T2" fmla="*/ 365 w 424"/>
                <a:gd name="T3" fmla="*/ 59 h 405"/>
                <a:gd name="T4" fmla="*/ 79 w 424"/>
                <a:gd name="T5" fmla="*/ 59 h 405"/>
                <a:gd name="T6" fmla="*/ 222 w 424"/>
                <a:gd name="T7" fmla="*/ 405 h 405"/>
                <a:gd name="T8" fmla="*/ 289 w 424"/>
                <a:gd name="T9" fmla="*/ 154 h 405"/>
                <a:gd name="T10" fmla="*/ 292 w 424"/>
                <a:gd name="T11" fmla="*/ 255 h 405"/>
                <a:gd name="T12" fmla="*/ 274 w 424"/>
                <a:gd name="T13" fmla="*/ 272 h 405"/>
                <a:gd name="T14" fmla="*/ 175 w 424"/>
                <a:gd name="T15" fmla="*/ 267 h 405"/>
                <a:gd name="T16" fmla="*/ 274 w 424"/>
                <a:gd name="T17" fmla="*/ 272 h 405"/>
                <a:gd name="T18" fmla="*/ 170 w 424"/>
                <a:gd name="T19" fmla="*/ 132 h 405"/>
                <a:gd name="T20" fmla="*/ 271 w 424"/>
                <a:gd name="T21" fmla="*/ 136 h 405"/>
                <a:gd name="T22" fmla="*/ 204 w 424"/>
                <a:gd name="T23" fmla="*/ 203 h 405"/>
                <a:gd name="T24" fmla="*/ 115 w 424"/>
                <a:gd name="T25" fmla="*/ 207 h 405"/>
                <a:gd name="T26" fmla="*/ 204 w 424"/>
                <a:gd name="T27" fmla="*/ 203 h 405"/>
                <a:gd name="T28" fmla="*/ 90 w 424"/>
                <a:gd name="T29" fmla="*/ 317 h 405"/>
                <a:gd name="T30" fmla="*/ 139 w 424"/>
                <a:gd name="T31" fmla="*/ 267 h 405"/>
                <a:gd name="T32" fmla="*/ 192 w 424"/>
                <a:gd name="T33" fmla="*/ 320 h 405"/>
                <a:gd name="T34" fmla="*/ 157 w 424"/>
                <a:gd name="T35" fmla="*/ 285 h 405"/>
                <a:gd name="T36" fmla="*/ 137 w 424"/>
                <a:gd name="T37" fmla="*/ 358 h 405"/>
                <a:gd name="T38" fmla="*/ 250 w 424"/>
                <a:gd name="T39" fmla="*/ 378 h 405"/>
                <a:gd name="T40" fmla="*/ 278 w 424"/>
                <a:gd name="T41" fmla="*/ 371 h 405"/>
                <a:gd name="T42" fmla="*/ 292 w 424"/>
                <a:gd name="T43" fmla="*/ 290 h 405"/>
                <a:gd name="T44" fmla="*/ 278 w 424"/>
                <a:gd name="T45" fmla="*/ 371 h 405"/>
                <a:gd name="T46" fmla="*/ 310 w 424"/>
                <a:gd name="T47" fmla="*/ 273 h 405"/>
                <a:gd name="T48" fmla="*/ 391 w 424"/>
                <a:gd name="T49" fmla="*/ 256 h 405"/>
                <a:gd name="T50" fmla="*/ 381 w 424"/>
                <a:gd name="T51" fmla="*/ 124 h 405"/>
                <a:gd name="T52" fmla="*/ 398 w 424"/>
                <a:gd name="T53" fmla="*/ 227 h 405"/>
                <a:gd name="T54" fmla="*/ 381 w 424"/>
                <a:gd name="T55" fmla="*/ 124 h 405"/>
                <a:gd name="T56" fmla="*/ 343 w 424"/>
                <a:gd name="T57" fmla="*/ 173 h 405"/>
                <a:gd name="T58" fmla="*/ 356 w 424"/>
                <a:gd name="T59" fmla="*/ 86 h 405"/>
                <a:gd name="T60" fmla="*/ 338 w 424"/>
                <a:gd name="T61" fmla="*/ 69 h 405"/>
                <a:gd name="T62" fmla="*/ 252 w 424"/>
                <a:gd name="T63" fmla="*/ 81 h 405"/>
                <a:gd name="T64" fmla="*/ 338 w 424"/>
                <a:gd name="T65" fmla="*/ 69 h 405"/>
                <a:gd name="T66" fmla="*/ 300 w 424"/>
                <a:gd name="T67" fmla="*/ 43 h 405"/>
                <a:gd name="T68" fmla="*/ 197 w 424"/>
                <a:gd name="T69" fmla="*/ 27 h 405"/>
                <a:gd name="T70" fmla="*/ 168 w 424"/>
                <a:gd name="T71" fmla="*/ 33 h 405"/>
                <a:gd name="T72" fmla="*/ 152 w 424"/>
                <a:gd name="T73" fmla="*/ 115 h 405"/>
                <a:gd name="T74" fmla="*/ 168 w 424"/>
                <a:gd name="T75" fmla="*/ 33 h 405"/>
                <a:gd name="T76" fmla="*/ 134 w 424"/>
                <a:gd name="T77" fmla="*/ 133 h 405"/>
                <a:gd name="T78" fmla="*/ 54 w 424"/>
                <a:gd name="T79" fmla="*/ 146 h 405"/>
                <a:gd name="T80" fmla="*/ 47 w 424"/>
                <a:gd name="T81" fmla="*/ 175 h 405"/>
                <a:gd name="T82" fmla="*/ 67 w 424"/>
                <a:gd name="T83" fmla="*/ 288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4" h="405">
                  <a:moveTo>
                    <a:pt x="222" y="405"/>
                  </a:moveTo>
                  <a:cubicBezTo>
                    <a:pt x="276" y="405"/>
                    <a:pt x="327" y="384"/>
                    <a:pt x="365" y="346"/>
                  </a:cubicBezTo>
                  <a:cubicBezTo>
                    <a:pt x="403" y="307"/>
                    <a:pt x="424" y="257"/>
                    <a:pt x="424" y="203"/>
                  </a:cubicBezTo>
                  <a:cubicBezTo>
                    <a:pt x="424" y="148"/>
                    <a:pt x="403" y="98"/>
                    <a:pt x="365" y="59"/>
                  </a:cubicBezTo>
                  <a:cubicBezTo>
                    <a:pt x="327" y="21"/>
                    <a:pt x="276" y="0"/>
                    <a:pt x="222" y="0"/>
                  </a:cubicBezTo>
                  <a:cubicBezTo>
                    <a:pt x="168" y="0"/>
                    <a:pt x="117" y="21"/>
                    <a:pt x="79" y="59"/>
                  </a:cubicBezTo>
                  <a:cubicBezTo>
                    <a:pt x="0" y="138"/>
                    <a:pt x="0" y="267"/>
                    <a:pt x="79" y="346"/>
                  </a:cubicBezTo>
                  <a:cubicBezTo>
                    <a:pt x="117" y="384"/>
                    <a:pt x="168" y="405"/>
                    <a:pt x="222" y="405"/>
                  </a:cubicBezTo>
                  <a:close/>
                  <a:moveTo>
                    <a:pt x="240" y="203"/>
                  </a:moveTo>
                  <a:cubicBezTo>
                    <a:pt x="289" y="154"/>
                    <a:pt x="289" y="154"/>
                    <a:pt x="289" y="154"/>
                  </a:cubicBezTo>
                  <a:cubicBezTo>
                    <a:pt x="332" y="197"/>
                    <a:pt x="332" y="197"/>
                    <a:pt x="332" y="197"/>
                  </a:cubicBezTo>
                  <a:cubicBezTo>
                    <a:pt x="322" y="218"/>
                    <a:pt x="308" y="238"/>
                    <a:pt x="292" y="255"/>
                  </a:cubicBezTo>
                  <a:lnTo>
                    <a:pt x="240" y="203"/>
                  </a:lnTo>
                  <a:close/>
                  <a:moveTo>
                    <a:pt x="274" y="272"/>
                  </a:moveTo>
                  <a:cubicBezTo>
                    <a:pt x="257" y="287"/>
                    <a:pt x="238" y="300"/>
                    <a:pt x="217" y="310"/>
                  </a:cubicBezTo>
                  <a:cubicBezTo>
                    <a:pt x="175" y="267"/>
                    <a:pt x="175" y="267"/>
                    <a:pt x="175" y="267"/>
                  </a:cubicBezTo>
                  <a:cubicBezTo>
                    <a:pt x="222" y="220"/>
                    <a:pt x="222" y="220"/>
                    <a:pt x="222" y="220"/>
                  </a:cubicBezTo>
                  <a:lnTo>
                    <a:pt x="274" y="272"/>
                  </a:lnTo>
                  <a:close/>
                  <a:moveTo>
                    <a:pt x="222" y="185"/>
                  </a:moveTo>
                  <a:cubicBezTo>
                    <a:pt x="170" y="132"/>
                    <a:pt x="170" y="132"/>
                    <a:pt x="170" y="132"/>
                  </a:cubicBezTo>
                  <a:cubicBezTo>
                    <a:pt x="187" y="116"/>
                    <a:pt x="206" y="103"/>
                    <a:pt x="227" y="92"/>
                  </a:cubicBezTo>
                  <a:cubicBezTo>
                    <a:pt x="271" y="136"/>
                    <a:pt x="271" y="136"/>
                    <a:pt x="271" y="136"/>
                  </a:cubicBezTo>
                  <a:lnTo>
                    <a:pt x="222" y="185"/>
                  </a:lnTo>
                  <a:close/>
                  <a:moveTo>
                    <a:pt x="204" y="203"/>
                  </a:moveTo>
                  <a:cubicBezTo>
                    <a:pt x="157" y="250"/>
                    <a:pt x="157" y="250"/>
                    <a:pt x="157" y="250"/>
                  </a:cubicBezTo>
                  <a:cubicBezTo>
                    <a:pt x="115" y="207"/>
                    <a:pt x="115" y="207"/>
                    <a:pt x="115" y="207"/>
                  </a:cubicBezTo>
                  <a:cubicBezTo>
                    <a:pt x="125" y="187"/>
                    <a:pt x="137" y="167"/>
                    <a:pt x="152" y="150"/>
                  </a:cubicBezTo>
                  <a:lnTo>
                    <a:pt x="204" y="203"/>
                  </a:lnTo>
                  <a:close/>
                  <a:moveTo>
                    <a:pt x="139" y="267"/>
                  </a:moveTo>
                  <a:cubicBezTo>
                    <a:pt x="90" y="317"/>
                    <a:pt x="90" y="317"/>
                    <a:pt x="90" y="317"/>
                  </a:cubicBezTo>
                  <a:cubicBezTo>
                    <a:pt x="90" y="287"/>
                    <a:pt x="95" y="259"/>
                    <a:pt x="104" y="232"/>
                  </a:cubicBezTo>
                  <a:lnTo>
                    <a:pt x="139" y="267"/>
                  </a:lnTo>
                  <a:close/>
                  <a:moveTo>
                    <a:pt x="157" y="285"/>
                  </a:moveTo>
                  <a:cubicBezTo>
                    <a:pt x="192" y="320"/>
                    <a:pt x="192" y="320"/>
                    <a:pt x="192" y="320"/>
                  </a:cubicBezTo>
                  <a:cubicBezTo>
                    <a:pt x="166" y="329"/>
                    <a:pt x="137" y="334"/>
                    <a:pt x="108" y="334"/>
                  </a:cubicBezTo>
                  <a:lnTo>
                    <a:pt x="157" y="285"/>
                  </a:lnTo>
                  <a:close/>
                  <a:moveTo>
                    <a:pt x="222" y="380"/>
                  </a:moveTo>
                  <a:cubicBezTo>
                    <a:pt x="192" y="380"/>
                    <a:pt x="163" y="372"/>
                    <a:pt x="137" y="358"/>
                  </a:cubicBezTo>
                  <a:cubicBezTo>
                    <a:pt x="163" y="355"/>
                    <a:pt x="188" y="349"/>
                    <a:pt x="212" y="340"/>
                  </a:cubicBezTo>
                  <a:cubicBezTo>
                    <a:pt x="250" y="378"/>
                    <a:pt x="250" y="378"/>
                    <a:pt x="250" y="378"/>
                  </a:cubicBezTo>
                  <a:cubicBezTo>
                    <a:pt x="241" y="379"/>
                    <a:pt x="231" y="380"/>
                    <a:pt x="222" y="380"/>
                  </a:cubicBezTo>
                  <a:close/>
                  <a:moveTo>
                    <a:pt x="278" y="371"/>
                  </a:moveTo>
                  <a:cubicBezTo>
                    <a:pt x="236" y="328"/>
                    <a:pt x="236" y="328"/>
                    <a:pt x="236" y="328"/>
                  </a:cubicBezTo>
                  <a:cubicBezTo>
                    <a:pt x="256" y="318"/>
                    <a:pt x="275" y="305"/>
                    <a:pt x="292" y="290"/>
                  </a:cubicBezTo>
                  <a:cubicBezTo>
                    <a:pt x="338" y="336"/>
                    <a:pt x="338" y="336"/>
                    <a:pt x="338" y="336"/>
                  </a:cubicBezTo>
                  <a:cubicBezTo>
                    <a:pt x="320" y="352"/>
                    <a:pt x="300" y="363"/>
                    <a:pt x="278" y="371"/>
                  </a:cubicBezTo>
                  <a:close/>
                  <a:moveTo>
                    <a:pt x="356" y="319"/>
                  </a:moveTo>
                  <a:cubicBezTo>
                    <a:pt x="310" y="273"/>
                    <a:pt x="310" y="273"/>
                    <a:pt x="310" y="273"/>
                  </a:cubicBezTo>
                  <a:cubicBezTo>
                    <a:pt x="326" y="256"/>
                    <a:pt x="340" y="237"/>
                    <a:pt x="351" y="216"/>
                  </a:cubicBezTo>
                  <a:cubicBezTo>
                    <a:pt x="391" y="256"/>
                    <a:pt x="391" y="256"/>
                    <a:pt x="391" y="256"/>
                  </a:cubicBezTo>
                  <a:cubicBezTo>
                    <a:pt x="384" y="279"/>
                    <a:pt x="372" y="300"/>
                    <a:pt x="356" y="319"/>
                  </a:cubicBezTo>
                  <a:close/>
                  <a:moveTo>
                    <a:pt x="381" y="124"/>
                  </a:moveTo>
                  <a:cubicBezTo>
                    <a:pt x="393" y="148"/>
                    <a:pt x="399" y="175"/>
                    <a:pt x="399" y="203"/>
                  </a:cubicBezTo>
                  <a:cubicBezTo>
                    <a:pt x="399" y="211"/>
                    <a:pt x="399" y="219"/>
                    <a:pt x="398" y="227"/>
                  </a:cubicBezTo>
                  <a:cubicBezTo>
                    <a:pt x="362" y="192"/>
                    <a:pt x="362" y="192"/>
                    <a:pt x="362" y="192"/>
                  </a:cubicBezTo>
                  <a:cubicBezTo>
                    <a:pt x="372" y="171"/>
                    <a:pt x="378" y="148"/>
                    <a:pt x="381" y="124"/>
                  </a:cubicBezTo>
                  <a:close/>
                  <a:moveTo>
                    <a:pt x="358" y="89"/>
                  </a:moveTo>
                  <a:cubicBezTo>
                    <a:pt x="358" y="118"/>
                    <a:pt x="353" y="147"/>
                    <a:pt x="343" y="173"/>
                  </a:cubicBezTo>
                  <a:cubicBezTo>
                    <a:pt x="306" y="136"/>
                    <a:pt x="306" y="136"/>
                    <a:pt x="306" y="136"/>
                  </a:cubicBezTo>
                  <a:cubicBezTo>
                    <a:pt x="356" y="86"/>
                    <a:pt x="356" y="86"/>
                    <a:pt x="356" y="86"/>
                  </a:cubicBezTo>
                  <a:cubicBezTo>
                    <a:pt x="357" y="87"/>
                    <a:pt x="357" y="88"/>
                    <a:pt x="358" y="89"/>
                  </a:cubicBezTo>
                  <a:close/>
                  <a:moveTo>
                    <a:pt x="338" y="69"/>
                  </a:moveTo>
                  <a:cubicBezTo>
                    <a:pt x="289" y="118"/>
                    <a:pt x="289" y="118"/>
                    <a:pt x="289" y="118"/>
                  </a:cubicBezTo>
                  <a:cubicBezTo>
                    <a:pt x="252" y="81"/>
                    <a:pt x="252" y="81"/>
                    <a:pt x="252" y="81"/>
                  </a:cubicBezTo>
                  <a:cubicBezTo>
                    <a:pt x="278" y="72"/>
                    <a:pt x="306" y="66"/>
                    <a:pt x="335" y="66"/>
                  </a:cubicBezTo>
                  <a:cubicBezTo>
                    <a:pt x="336" y="67"/>
                    <a:pt x="337" y="68"/>
                    <a:pt x="338" y="69"/>
                  </a:cubicBezTo>
                  <a:close/>
                  <a:moveTo>
                    <a:pt x="222" y="25"/>
                  </a:moveTo>
                  <a:cubicBezTo>
                    <a:pt x="250" y="25"/>
                    <a:pt x="276" y="31"/>
                    <a:pt x="300" y="43"/>
                  </a:cubicBezTo>
                  <a:cubicBezTo>
                    <a:pt x="277" y="47"/>
                    <a:pt x="254" y="53"/>
                    <a:pt x="232" y="62"/>
                  </a:cubicBezTo>
                  <a:cubicBezTo>
                    <a:pt x="197" y="27"/>
                    <a:pt x="197" y="27"/>
                    <a:pt x="197" y="27"/>
                  </a:cubicBezTo>
                  <a:cubicBezTo>
                    <a:pt x="205" y="26"/>
                    <a:pt x="214" y="25"/>
                    <a:pt x="222" y="25"/>
                  </a:cubicBezTo>
                  <a:close/>
                  <a:moveTo>
                    <a:pt x="168" y="33"/>
                  </a:moveTo>
                  <a:cubicBezTo>
                    <a:pt x="208" y="73"/>
                    <a:pt x="208" y="73"/>
                    <a:pt x="208" y="73"/>
                  </a:cubicBezTo>
                  <a:cubicBezTo>
                    <a:pt x="188" y="85"/>
                    <a:pt x="169" y="99"/>
                    <a:pt x="152" y="115"/>
                  </a:cubicBezTo>
                  <a:cubicBezTo>
                    <a:pt x="106" y="69"/>
                    <a:pt x="106" y="69"/>
                    <a:pt x="106" y="69"/>
                  </a:cubicBezTo>
                  <a:cubicBezTo>
                    <a:pt x="124" y="53"/>
                    <a:pt x="145" y="41"/>
                    <a:pt x="168" y="33"/>
                  </a:cubicBezTo>
                  <a:close/>
                  <a:moveTo>
                    <a:pt x="88" y="86"/>
                  </a:moveTo>
                  <a:cubicBezTo>
                    <a:pt x="134" y="133"/>
                    <a:pt x="134" y="133"/>
                    <a:pt x="134" y="133"/>
                  </a:cubicBezTo>
                  <a:cubicBezTo>
                    <a:pt x="120" y="150"/>
                    <a:pt x="107" y="168"/>
                    <a:pt x="96" y="189"/>
                  </a:cubicBezTo>
                  <a:cubicBezTo>
                    <a:pt x="54" y="146"/>
                    <a:pt x="54" y="146"/>
                    <a:pt x="54" y="146"/>
                  </a:cubicBezTo>
                  <a:cubicBezTo>
                    <a:pt x="61" y="125"/>
                    <a:pt x="73" y="104"/>
                    <a:pt x="88" y="86"/>
                  </a:cubicBezTo>
                  <a:close/>
                  <a:moveTo>
                    <a:pt x="47" y="175"/>
                  </a:moveTo>
                  <a:cubicBezTo>
                    <a:pt x="85" y="213"/>
                    <a:pt x="85" y="213"/>
                    <a:pt x="85" y="213"/>
                  </a:cubicBezTo>
                  <a:cubicBezTo>
                    <a:pt x="76" y="236"/>
                    <a:pt x="69" y="261"/>
                    <a:pt x="67" y="288"/>
                  </a:cubicBezTo>
                  <a:cubicBezTo>
                    <a:pt x="48" y="253"/>
                    <a:pt x="41" y="213"/>
                    <a:pt x="47" y="1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Graphik"/>
                <a:ea typeface="+mn-ea"/>
                <a:cs typeface="+mn-cs"/>
              </a:endParaRPr>
            </a:p>
          </p:txBody>
        </p:sp>
        <p:sp>
          <p:nvSpPr>
            <p:cNvPr id="27" name="Freeform 54">
              <a:extLst>
                <a:ext uri="{FF2B5EF4-FFF2-40B4-BE49-F238E27FC236}">
                  <a16:creationId xmlns:a16="http://schemas.microsoft.com/office/drawing/2014/main" id="{6A48BEAF-D947-78FF-B504-D62868EF6832}"/>
                </a:ext>
              </a:extLst>
            </p:cNvPr>
            <p:cNvSpPr>
              <a:spLocks/>
            </p:cNvSpPr>
            <p:nvPr/>
          </p:nvSpPr>
          <p:spPr bwMode="auto">
            <a:xfrm>
              <a:off x="7651030" y="4431393"/>
              <a:ext cx="458589" cy="546226"/>
            </a:xfrm>
            <a:custGeom>
              <a:avLst/>
              <a:gdLst>
                <a:gd name="T0" fmla="*/ 363 w 437"/>
                <a:gd name="T1" fmla="*/ 362 h 520"/>
                <a:gd name="T2" fmla="*/ 437 w 437"/>
                <a:gd name="T3" fmla="*/ 184 h 520"/>
                <a:gd name="T4" fmla="*/ 363 w 437"/>
                <a:gd name="T5" fmla="*/ 5 h 520"/>
                <a:gd name="T6" fmla="*/ 345 w 437"/>
                <a:gd name="T7" fmla="*/ 5 h 520"/>
                <a:gd name="T8" fmla="*/ 345 w 437"/>
                <a:gd name="T9" fmla="*/ 22 h 520"/>
                <a:gd name="T10" fmla="*/ 412 w 437"/>
                <a:gd name="T11" fmla="*/ 184 h 520"/>
                <a:gd name="T12" fmla="*/ 345 w 437"/>
                <a:gd name="T13" fmla="*/ 345 h 520"/>
                <a:gd name="T14" fmla="*/ 184 w 437"/>
                <a:gd name="T15" fmla="*/ 411 h 520"/>
                <a:gd name="T16" fmla="*/ 23 w 437"/>
                <a:gd name="T17" fmla="*/ 345 h 520"/>
                <a:gd name="T18" fmla="*/ 5 w 437"/>
                <a:gd name="T19" fmla="*/ 345 h 520"/>
                <a:gd name="T20" fmla="*/ 5 w 437"/>
                <a:gd name="T21" fmla="*/ 362 h 520"/>
                <a:gd name="T22" fmla="*/ 183 w 437"/>
                <a:gd name="T23" fmla="*/ 436 h 520"/>
                <a:gd name="T24" fmla="*/ 183 w 437"/>
                <a:gd name="T25" fmla="*/ 495 h 520"/>
                <a:gd name="T26" fmla="*/ 95 w 437"/>
                <a:gd name="T27" fmla="*/ 495 h 520"/>
                <a:gd name="T28" fmla="*/ 82 w 437"/>
                <a:gd name="T29" fmla="*/ 507 h 520"/>
                <a:gd name="T30" fmla="*/ 95 w 437"/>
                <a:gd name="T31" fmla="*/ 520 h 520"/>
                <a:gd name="T32" fmla="*/ 297 w 437"/>
                <a:gd name="T33" fmla="*/ 520 h 520"/>
                <a:gd name="T34" fmla="*/ 309 w 437"/>
                <a:gd name="T35" fmla="*/ 507 h 520"/>
                <a:gd name="T36" fmla="*/ 297 w 437"/>
                <a:gd name="T37" fmla="*/ 495 h 520"/>
                <a:gd name="T38" fmla="*/ 208 w 437"/>
                <a:gd name="T39" fmla="*/ 495 h 520"/>
                <a:gd name="T40" fmla="*/ 208 w 437"/>
                <a:gd name="T41" fmla="*/ 435 h 520"/>
                <a:gd name="T42" fmla="*/ 363 w 437"/>
                <a:gd name="T43" fmla="*/ 362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37" h="520">
                  <a:moveTo>
                    <a:pt x="363" y="362"/>
                  </a:moveTo>
                  <a:cubicBezTo>
                    <a:pt x="411" y="315"/>
                    <a:pt x="437" y="251"/>
                    <a:pt x="437" y="184"/>
                  </a:cubicBezTo>
                  <a:cubicBezTo>
                    <a:pt x="437" y="116"/>
                    <a:pt x="411" y="52"/>
                    <a:pt x="363" y="5"/>
                  </a:cubicBezTo>
                  <a:cubicBezTo>
                    <a:pt x="358" y="0"/>
                    <a:pt x="350" y="0"/>
                    <a:pt x="345" y="5"/>
                  </a:cubicBezTo>
                  <a:cubicBezTo>
                    <a:pt x="340" y="10"/>
                    <a:pt x="340" y="17"/>
                    <a:pt x="345" y="22"/>
                  </a:cubicBezTo>
                  <a:cubicBezTo>
                    <a:pt x="388" y="65"/>
                    <a:pt x="412" y="123"/>
                    <a:pt x="412" y="184"/>
                  </a:cubicBezTo>
                  <a:cubicBezTo>
                    <a:pt x="412" y="244"/>
                    <a:pt x="388" y="302"/>
                    <a:pt x="345" y="345"/>
                  </a:cubicBezTo>
                  <a:cubicBezTo>
                    <a:pt x="302" y="388"/>
                    <a:pt x="245" y="411"/>
                    <a:pt x="184" y="411"/>
                  </a:cubicBezTo>
                  <a:cubicBezTo>
                    <a:pt x="123" y="411"/>
                    <a:pt x="66" y="388"/>
                    <a:pt x="23" y="345"/>
                  </a:cubicBezTo>
                  <a:cubicBezTo>
                    <a:pt x="18" y="340"/>
                    <a:pt x="10" y="340"/>
                    <a:pt x="5" y="345"/>
                  </a:cubicBezTo>
                  <a:cubicBezTo>
                    <a:pt x="0" y="350"/>
                    <a:pt x="0" y="357"/>
                    <a:pt x="5" y="362"/>
                  </a:cubicBezTo>
                  <a:cubicBezTo>
                    <a:pt x="53" y="410"/>
                    <a:pt x="116" y="436"/>
                    <a:pt x="183" y="436"/>
                  </a:cubicBezTo>
                  <a:cubicBezTo>
                    <a:pt x="183" y="495"/>
                    <a:pt x="183" y="495"/>
                    <a:pt x="183" y="495"/>
                  </a:cubicBezTo>
                  <a:cubicBezTo>
                    <a:pt x="95" y="495"/>
                    <a:pt x="95" y="495"/>
                    <a:pt x="95" y="495"/>
                  </a:cubicBezTo>
                  <a:cubicBezTo>
                    <a:pt x="88" y="495"/>
                    <a:pt x="82" y="500"/>
                    <a:pt x="82" y="507"/>
                  </a:cubicBezTo>
                  <a:cubicBezTo>
                    <a:pt x="82" y="514"/>
                    <a:pt x="88" y="520"/>
                    <a:pt x="95" y="520"/>
                  </a:cubicBezTo>
                  <a:cubicBezTo>
                    <a:pt x="297" y="520"/>
                    <a:pt x="297" y="520"/>
                    <a:pt x="297" y="520"/>
                  </a:cubicBezTo>
                  <a:cubicBezTo>
                    <a:pt x="304" y="520"/>
                    <a:pt x="309" y="514"/>
                    <a:pt x="309" y="507"/>
                  </a:cubicBezTo>
                  <a:cubicBezTo>
                    <a:pt x="309" y="500"/>
                    <a:pt x="304" y="495"/>
                    <a:pt x="297" y="495"/>
                  </a:cubicBezTo>
                  <a:cubicBezTo>
                    <a:pt x="208" y="495"/>
                    <a:pt x="208" y="495"/>
                    <a:pt x="208" y="495"/>
                  </a:cubicBezTo>
                  <a:cubicBezTo>
                    <a:pt x="208" y="435"/>
                    <a:pt x="208" y="435"/>
                    <a:pt x="208" y="435"/>
                  </a:cubicBezTo>
                  <a:cubicBezTo>
                    <a:pt x="267" y="430"/>
                    <a:pt x="321" y="404"/>
                    <a:pt x="363" y="3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Graphik"/>
                <a:ea typeface="+mn-ea"/>
                <a:cs typeface="+mn-cs"/>
              </a:endParaRPr>
            </a:p>
          </p:txBody>
        </p:sp>
      </p:grpSp>
      <p:grpSp>
        <p:nvGrpSpPr>
          <p:cNvPr id="28" name="Group 218">
            <a:extLst>
              <a:ext uri="{FF2B5EF4-FFF2-40B4-BE49-F238E27FC236}">
                <a16:creationId xmlns:a16="http://schemas.microsoft.com/office/drawing/2014/main" id="{5235E5D3-0175-6965-8044-E43C6D4E16E5}"/>
              </a:ext>
            </a:extLst>
          </p:cNvPr>
          <p:cNvGrpSpPr>
            <a:grpSpLocks noChangeAspect="1"/>
          </p:cNvGrpSpPr>
          <p:nvPr/>
        </p:nvGrpSpPr>
        <p:grpSpPr bwMode="auto">
          <a:xfrm>
            <a:off x="7486496" y="2762627"/>
            <a:ext cx="310211" cy="325385"/>
            <a:chOff x="3652" y="3239"/>
            <a:chExt cx="368" cy="386"/>
          </a:xfrm>
          <a:solidFill>
            <a:schemeClr val="bg1"/>
          </a:solidFill>
        </p:grpSpPr>
        <p:sp>
          <p:nvSpPr>
            <p:cNvPr id="29" name="Freeform 219">
              <a:extLst>
                <a:ext uri="{FF2B5EF4-FFF2-40B4-BE49-F238E27FC236}">
                  <a16:creationId xmlns:a16="http://schemas.microsoft.com/office/drawing/2014/main" id="{FDB062C6-5E18-5D3F-1F7C-6A5AABD4DEAB}"/>
                </a:ext>
              </a:extLst>
            </p:cNvPr>
            <p:cNvSpPr>
              <a:spLocks/>
            </p:cNvSpPr>
            <p:nvPr/>
          </p:nvSpPr>
          <p:spPr bwMode="auto">
            <a:xfrm>
              <a:off x="3652" y="3447"/>
              <a:ext cx="368" cy="178"/>
            </a:xfrm>
            <a:custGeom>
              <a:avLst/>
              <a:gdLst>
                <a:gd name="T0" fmla="*/ 234 w 240"/>
                <a:gd name="T1" fmla="*/ 119 h 119"/>
                <a:gd name="T2" fmla="*/ 6 w 240"/>
                <a:gd name="T3" fmla="*/ 119 h 119"/>
                <a:gd name="T4" fmla="*/ 0 w 240"/>
                <a:gd name="T5" fmla="*/ 113 h 119"/>
                <a:gd name="T6" fmla="*/ 0 w 240"/>
                <a:gd name="T7" fmla="*/ 90 h 119"/>
                <a:gd name="T8" fmla="*/ 28 w 240"/>
                <a:gd name="T9" fmla="*/ 51 h 119"/>
                <a:gd name="T10" fmla="*/ 84 w 240"/>
                <a:gd name="T11" fmla="*/ 31 h 119"/>
                <a:gd name="T12" fmla="*/ 84 w 240"/>
                <a:gd name="T13" fmla="*/ 2 h 119"/>
                <a:gd name="T14" fmla="*/ 96 w 240"/>
                <a:gd name="T15" fmla="*/ 2 h 119"/>
                <a:gd name="T16" fmla="*/ 96 w 240"/>
                <a:gd name="T17" fmla="*/ 35 h 119"/>
                <a:gd name="T18" fmla="*/ 92 w 240"/>
                <a:gd name="T19" fmla="*/ 41 h 119"/>
                <a:gd name="T20" fmla="*/ 32 w 240"/>
                <a:gd name="T21" fmla="*/ 62 h 119"/>
                <a:gd name="T22" fmla="*/ 12 w 240"/>
                <a:gd name="T23" fmla="*/ 90 h 119"/>
                <a:gd name="T24" fmla="*/ 12 w 240"/>
                <a:gd name="T25" fmla="*/ 107 h 119"/>
                <a:gd name="T26" fmla="*/ 228 w 240"/>
                <a:gd name="T27" fmla="*/ 107 h 119"/>
                <a:gd name="T28" fmla="*/ 228 w 240"/>
                <a:gd name="T29" fmla="*/ 90 h 119"/>
                <a:gd name="T30" fmla="*/ 209 w 240"/>
                <a:gd name="T31" fmla="*/ 62 h 119"/>
                <a:gd name="T32" fmla="*/ 148 w 240"/>
                <a:gd name="T33" fmla="*/ 41 h 119"/>
                <a:gd name="T34" fmla="*/ 144 w 240"/>
                <a:gd name="T35" fmla="*/ 35 h 119"/>
                <a:gd name="T36" fmla="*/ 144 w 240"/>
                <a:gd name="T37" fmla="*/ 0 h 119"/>
                <a:gd name="T38" fmla="*/ 156 w 240"/>
                <a:gd name="T39" fmla="*/ 0 h 119"/>
                <a:gd name="T40" fmla="*/ 156 w 240"/>
                <a:gd name="T41" fmla="*/ 31 h 119"/>
                <a:gd name="T42" fmla="*/ 213 w 240"/>
                <a:gd name="T43" fmla="*/ 51 h 119"/>
                <a:gd name="T44" fmla="*/ 240 w 240"/>
                <a:gd name="T45" fmla="*/ 90 h 119"/>
                <a:gd name="T46" fmla="*/ 240 w 240"/>
                <a:gd name="T47" fmla="*/ 113 h 119"/>
                <a:gd name="T48" fmla="*/ 234 w 240"/>
                <a:gd name="T49"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0" h="119">
                  <a:moveTo>
                    <a:pt x="234" y="119"/>
                  </a:moveTo>
                  <a:cubicBezTo>
                    <a:pt x="6" y="119"/>
                    <a:pt x="6" y="119"/>
                    <a:pt x="6" y="119"/>
                  </a:cubicBezTo>
                  <a:cubicBezTo>
                    <a:pt x="3" y="119"/>
                    <a:pt x="0" y="116"/>
                    <a:pt x="0" y="113"/>
                  </a:cubicBezTo>
                  <a:cubicBezTo>
                    <a:pt x="0" y="90"/>
                    <a:pt x="0" y="90"/>
                    <a:pt x="0" y="90"/>
                  </a:cubicBezTo>
                  <a:cubicBezTo>
                    <a:pt x="0" y="73"/>
                    <a:pt x="12" y="57"/>
                    <a:pt x="28" y="51"/>
                  </a:cubicBezTo>
                  <a:cubicBezTo>
                    <a:pt x="84" y="31"/>
                    <a:pt x="84" y="31"/>
                    <a:pt x="84" y="31"/>
                  </a:cubicBezTo>
                  <a:cubicBezTo>
                    <a:pt x="84" y="2"/>
                    <a:pt x="84" y="2"/>
                    <a:pt x="84" y="2"/>
                  </a:cubicBezTo>
                  <a:cubicBezTo>
                    <a:pt x="96" y="2"/>
                    <a:pt x="96" y="2"/>
                    <a:pt x="96" y="2"/>
                  </a:cubicBezTo>
                  <a:cubicBezTo>
                    <a:pt x="96" y="35"/>
                    <a:pt x="96" y="35"/>
                    <a:pt x="96" y="35"/>
                  </a:cubicBezTo>
                  <a:cubicBezTo>
                    <a:pt x="96" y="38"/>
                    <a:pt x="95" y="40"/>
                    <a:pt x="92" y="41"/>
                  </a:cubicBezTo>
                  <a:cubicBezTo>
                    <a:pt x="32" y="62"/>
                    <a:pt x="32" y="62"/>
                    <a:pt x="32" y="62"/>
                  </a:cubicBezTo>
                  <a:cubicBezTo>
                    <a:pt x="20" y="66"/>
                    <a:pt x="12" y="78"/>
                    <a:pt x="12" y="90"/>
                  </a:cubicBezTo>
                  <a:cubicBezTo>
                    <a:pt x="12" y="107"/>
                    <a:pt x="12" y="107"/>
                    <a:pt x="12" y="107"/>
                  </a:cubicBezTo>
                  <a:cubicBezTo>
                    <a:pt x="228" y="107"/>
                    <a:pt x="228" y="107"/>
                    <a:pt x="228" y="107"/>
                  </a:cubicBezTo>
                  <a:cubicBezTo>
                    <a:pt x="228" y="90"/>
                    <a:pt x="228" y="90"/>
                    <a:pt x="228" y="90"/>
                  </a:cubicBezTo>
                  <a:cubicBezTo>
                    <a:pt x="228" y="78"/>
                    <a:pt x="220" y="66"/>
                    <a:pt x="209" y="62"/>
                  </a:cubicBezTo>
                  <a:cubicBezTo>
                    <a:pt x="148" y="41"/>
                    <a:pt x="148" y="41"/>
                    <a:pt x="148" y="41"/>
                  </a:cubicBezTo>
                  <a:cubicBezTo>
                    <a:pt x="146" y="40"/>
                    <a:pt x="144" y="38"/>
                    <a:pt x="144" y="35"/>
                  </a:cubicBezTo>
                  <a:cubicBezTo>
                    <a:pt x="144" y="0"/>
                    <a:pt x="144" y="0"/>
                    <a:pt x="144" y="0"/>
                  </a:cubicBezTo>
                  <a:cubicBezTo>
                    <a:pt x="156" y="0"/>
                    <a:pt x="156" y="0"/>
                    <a:pt x="156" y="0"/>
                  </a:cubicBezTo>
                  <a:cubicBezTo>
                    <a:pt x="156" y="31"/>
                    <a:pt x="156" y="31"/>
                    <a:pt x="156" y="31"/>
                  </a:cubicBezTo>
                  <a:cubicBezTo>
                    <a:pt x="213" y="51"/>
                    <a:pt x="213" y="51"/>
                    <a:pt x="213" y="51"/>
                  </a:cubicBezTo>
                  <a:cubicBezTo>
                    <a:pt x="229" y="57"/>
                    <a:pt x="240" y="73"/>
                    <a:pt x="240" y="90"/>
                  </a:cubicBezTo>
                  <a:cubicBezTo>
                    <a:pt x="240" y="113"/>
                    <a:pt x="240" y="113"/>
                    <a:pt x="240" y="113"/>
                  </a:cubicBezTo>
                  <a:cubicBezTo>
                    <a:pt x="240" y="116"/>
                    <a:pt x="238" y="119"/>
                    <a:pt x="234" y="1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0" name="Freeform 220">
              <a:extLst>
                <a:ext uri="{FF2B5EF4-FFF2-40B4-BE49-F238E27FC236}">
                  <a16:creationId xmlns:a16="http://schemas.microsoft.com/office/drawing/2014/main" id="{3C026488-94E3-5170-9273-735C7CB58D94}"/>
                </a:ext>
              </a:extLst>
            </p:cNvPr>
            <p:cNvSpPr>
              <a:spLocks noEditPoints="1"/>
            </p:cNvSpPr>
            <p:nvPr/>
          </p:nvSpPr>
          <p:spPr bwMode="auto">
            <a:xfrm>
              <a:off x="3734" y="3239"/>
              <a:ext cx="202" cy="233"/>
            </a:xfrm>
            <a:custGeom>
              <a:avLst/>
              <a:gdLst>
                <a:gd name="T0" fmla="*/ 66 w 132"/>
                <a:gd name="T1" fmla="*/ 156 h 156"/>
                <a:gd name="T2" fmla="*/ 0 w 132"/>
                <a:gd name="T3" fmla="*/ 78 h 156"/>
                <a:gd name="T4" fmla="*/ 66 w 132"/>
                <a:gd name="T5" fmla="*/ 0 h 156"/>
                <a:gd name="T6" fmla="*/ 132 w 132"/>
                <a:gd name="T7" fmla="*/ 78 h 156"/>
                <a:gd name="T8" fmla="*/ 66 w 132"/>
                <a:gd name="T9" fmla="*/ 156 h 156"/>
                <a:gd name="T10" fmla="*/ 66 w 132"/>
                <a:gd name="T11" fmla="*/ 12 h 156"/>
                <a:gd name="T12" fmla="*/ 12 w 132"/>
                <a:gd name="T13" fmla="*/ 78 h 156"/>
                <a:gd name="T14" fmla="*/ 66 w 132"/>
                <a:gd name="T15" fmla="*/ 144 h 156"/>
                <a:gd name="T16" fmla="*/ 120 w 132"/>
                <a:gd name="T17" fmla="*/ 78 h 156"/>
                <a:gd name="T18" fmla="*/ 66 w 132"/>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 h="156">
                  <a:moveTo>
                    <a:pt x="66" y="156"/>
                  </a:moveTo>
                  <a:cubicBezTo>
                    <a:pt x="30" y="156"/>
                    <a:pt x="0" y="121"/>
                    <a:pt x="0" y="78"/>
                  </a:cubicBezTo>
                  <a:cubicBezTo>
                    <a:pt x="0" y="35"/>
                    <a:pt x="30" y="0"/>
                    <a:pt x="66" y="0"/>
                  </a:cubicBezTo>
                  <a:cubicBezTo>
                    <a:pt x="102" y="0"/>
                    <a:pt x="132" y="35"/>
                    <a:pt x="132" y="78"/>
                  </a:cubicBezTo>
                  <a:cubicBezTo>
                    <a:pt x="132" y="121"/>
                    <a:pt x="102" y="156"/>
                    <a:pt x="66" y="156"/>
                  </a:cubicBezTo>
                  <a:close/>
                  <a:moveTo>
                    <a:pt x="66" y="12"/>
                  </a:moveTo>
                  <a:cubicBezTo>
                    <a:pt x="36" y="12"/>
                    <a:pt x="12" y="42"/>
                    <a:pt x="12" y="78"/>
                  </a:cubicBezTo>
                  <a:cubicBezTo>
                    <a:pt x="12" y="114"/>
                    <a:pt x="36" y="144"/>
                    <a:pt x="66" y="144"/>
                  </a:cubicBezTo>
                  <a:cubicBezTo>
                    <a:pt x="96" y="144"/>
                    <a:pt x="120" y="114"/>
                    <a:pt x="120" y="78"/>
                  </a:cubicBezTo>
                  <a:cubicBezTo>
                    <a:pt x="120" y="42"/>
                    <a:pt x="96" y="12"/>
                    <a:pt x="6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sp>
        <p:nvSpPr>
          <p:cNvPr id="31" name="Freeform 94">
            <a:extLst>
              <a:ext uri="{FF2B5EF4-FFF2-40B4-BE49-F238E27FC236}">
                <a16:creationId xmlns:a16="http://schemas.microsoft.com/office/drawing/2014/main" id="{38F060F4-96CB-752C-A24A-69D353F931D2}"/>
              </a:ext>
            </a:extLst>
          </p:cNvPr>
          <p:cNvSpPr>
            <a:spLocks noEditPoints="1"/>
          </p:cNvSpPr>
          <p:nvPr/>
        </p:nvSpPr>
        <p:spPr bwMode="auto">
          <a:xfrm>
            <a:off x="7525454" y="5707338"/>
            <a:ext cx="227129" cy="352264"/>
          </a:xfrm>
          <a:custGeom>
            <a:avLst/>
            <a:gdLst>
              <a:gd name="T0" fmla="*/ 173 w 173"/>
              <a:gd name="T1" fmla="*/ 269 h 275"/>
              <a:gd name="T2" fmla="*/ 96 w 173"/>
              <a:gd name="T3" fmla="*/ 138 h 275"/>
              <a:gd name="T4" fmla="*/ 173 w 173"/>
              <a:gd name="T5" fmla="*/ 6 h 275"/>
              <a:gd name="T6" fmla="*/ 160 w 173"/>
              <a:gd name="T7" fmla="*/ 6 h 275"/>
              <a:gd name="T8" fmla="*/ 13 w 173"/>
              <a:gd name="T9" fmla="*/ 13 h 275"/>
              <a:gd name="T10" fmla="*/ 12 w 173"/>
              <a:gd name="T11" fmla="*/ 6 h 275"/>
              <a:gd name="T12" fmla="*/ 0 w 173"/>
              <a:gd name="T13" fmla="*/ 6 h 275"/>
              <a:gd name="T14" fmla="*/ 76 w 173"/>
              <a:gd name="T15" fmla="*/ 138 h 275"/>
              <a:gd name="T16" fmla="*/ 76 w 173"/>
              <a:gd name="T17" fmla="*/ 139 h 275"/>
              <a:gd name="T18" fmla="*/ 6 w 173"/>
              <a:gd name="T19" fmla="*/ 275 h 275"/>
              <a:gd name="T20" fmla="*/ 13 w 173"/>
              <a:gd name="T21" fmla="*/ 262 h 275"/>
              <a:gd name="T22" fmla="*/ 160 w 173"/>
              <a:gd name="T23" fmla="*/ 262 h 275"/>
              <a:gd name="T24" fmla="*/ 167 w 173"/>
              <a:gd name="T25" fmla="*/ 275 h 275"/>
              <a:gd name="T26" fmla="*/ 16 w 173"/>
              <a:gd name="T27" fmla="*/ 26 h 275"/>
              <a:gd name="T28" fmla="*/ 158 w 173"/>
              <a:gd name="T29" fmla="*/ 26 h 275"/>
              <a:gd name="T30" fmla="*/ 148 w 173"/>
              <a:gd name="T31" fmla="*/ 51 h 275"/>
              <a:gd name="T32" fmla="*/ 25 w 173"/>
              <a:gd name="T33" fmla="*/ 51 h 275"/>
              <a:gd name="T34" fmla="*/ 48 w 173"/>
              <a:gd name="T35" fmla="*/ 88 h 275"/>
              <a:gd name="T36" fmla="*/ 32 w 173"/>
              <a:gd name="T37" fmla="*/ 63 h 275"/>
              <a:gd name="T38" fmla="*/ 142 w 173"/>
              <a:gd name="T39" fmla="*/ 64 h 275"/>
              <a:gd name="T40" fmla="*/ 126 w 173"/>
              <a:gd name="T41" fmla="*/ 88 h 275"/>
              <a:gd name="T42" fmla="*/ 59 w 173"/>
              <a:gd name="T43" fmla="*/ 102 h 275"/>
              <a:gd name="T44" fmla="*/ 116 w 173"/>
              <a:gd name="T45" fmla="*/ 101 h 275"/>
              <a:gd name="T46" fmla="*/ 87 w 173"/>
              <a:gd name="T47" fmla="*/ 129 h 275"/>
              <a:gd name="T48" fmla="*/ 87 w 173"/>
              <a:gd name="T49" fmla="*/ 129 h 275"/>
              <a:gd name="T50" fmla="*/ 59 w 173"/>
              <a:gd name="T51" fmla="*/ 173 h 275"/>
              <a:gd name="T52" fmla="*/ 87 w 173"/>
              <a:gd name="T53" fmla="*/ 146 h 275"/>
              <a:gd name="T54" fmla="*/ 114 w 173"/>
              <a:gd name="T55" fmla="*/ 173 h 275"/>
              <a:gd name="T56" fmla="*/ 58 w 173"/>
              <a:gd name="T57" fmla="*/ 174 h 275"/>
              <a:gd name="T58" fmla="*/ 32 w 173"/>
              <a:gd name="T59" fmla="*/ 211 h 275"/>
              <a:gd name="T60" fmla="*/ 48 w 173"/>
              <a:gd name="T61" fmla="*/ 187 h 275"/>
              <a:gd name="T62" fmla="*/ 125 w 173"/>
              <a:gd name="T63" fmla="*/ 187 h 275"/>
              <a:gd name="T64" fmla="*/ 141 w 173"/>
              <a:gd name="T65" fmla="*/ 212 h 275"/>
              <a:gd name="T66" fmla="*/ 32 w 173"/>
              <a:gd name="T67" fmla="*/ 211 h 275"/>
              <a:gd name="T68" fmla="*/ 16 w 173"/>
              <a:gd name="T69" fmla="*/ 249 h 275"/>
              <a:gd name="T70" fmla="*/ 25 w 173"/>
              <a:gd name="T71" fmla="*/ 224 h 275"/>
              <a:gd name="T72" fmla="*/ 148 w 173"/>
              <a:gd name="T73" fmla="*/ 224 h 275"/>
              <a:gd name="T74" fmla="*/ 158 w 173"/>
              <a:gd name="T75" fmla="*/ 249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3" h="275">
                <a:moveTo>
                  <a:pt x="167" y="275"/>
                </a:moveTo>
                <a:cubicBezTo>
                  <a:pt x="171" y="275"/>
                  <a:pt x="173" y="273"/>
                  <a:pt x="173" y="269"/>
                </a:cubicBezTo>
                <a:cubicBezTo>
                  <a:pt x="173" y="266"/>
                  <a:pt x="172" y="204"/>
                  <a:pt x="97" y="139"/>
                </a:cubicBezTo>
                <a:cubicBezTo>
                  <a:pt x="96" y="138"/>
                  <a:pt x="96" y="138"/>
                  <a:pt x="96" y="138"/>
                </a:cubicBezTo>
                <a:cubicBezTo>
                  <a:pt x="97" y="138"/>
                  <a:pt x="97" y="138"/>
                  <a:pt x="97" y="138"/>
                </a:cubicBezTo>
                <a:cubicBezTo>
                  <a:pt x="172" y="72"/>
                  <a:pt x="173" y="6"/>
                  <a:pt x="173" y="6"/>
                </a:cubicBezTo>
                <a:cubicBezTo>
                  <a:pt x="173" y="2"/>
                  <a:pt x="171" y="0"/>
                  <a:pt x="167" y="0"/>
                </a:cubicBezTo>
                <a:cubicBezTo>
                  <a:pt x="164" y="0"/>
                  <a:pt x="160" y="2"/>
                  <a:pt x="160" y="6"/>
                </a:cubicBezTo>
                <a:cubicBezTo>
                  <a:pt x="160" y="13"/>
                  <a:pt x="160" y="13"/>
                  <a:pt x="160" y="13"/>
                </a:cubicBezTo>
                <a:cubicBezTo>
                  <a:pt x="13" y="13"/>
                  <a:pt x="13" y="13"/>
                  <a:pt x="13" y="13"/>
                </a:cubicBezTo>
                <a:cubicBezTo>
                  <a:pt x="13" y="12"/>
                  <a:pt x="13" y="12"/>
                  <a:pt x="13" y="12"/>
                </a:cubicBezTo>
                <a:cubicBezTo>
                  <a:pt x="12" y="9"/>
                  <a:pt x="12" y="6"/>
                  <a:pt x="12" y="6"/>
                </a:cubicBezTo>
                <a:cubicBezTo>
                  <a:pt x="12" y="2"/>
                  <a:pt x="10" y="0"/>
                  <a:pt x="6" y="0"/>
                </a:cubicBezTo>
                <a:cubicBezTo>
                  <a:pt x="3" y="0"/>
                  <a:pt x="0" y="2"/>
                  <a:pt x="0" y="6"/>
                </a:cubicBezTo>
                <a:cubicBezTo>
                  <a:pt x="0" y="6"/>
                  <a:pt x="0" y="23"/>
                  <a:pt x="10" y="49"/>
                </a:cubicBezTo>
                <a:cubicBezTo>
                  <a:pt x="19" y="71"/>
                  <a:pt x="38" y="104"/>
                  <a:pt x="76" y="138"/>
                </a:cubicBezTo>
                <a:cubicBezTo>
                  <a:pt x="77" y="138"/>
                  <a:pt x="77" y="138"/>
                  <a:pt x="77" y="138"/>
                </a:cubicBezTo>
                <a:cubicBezTo>
                  <a:pt x="76" y="139"/>
                  <a:pt x="76" y="139"/>
                  <a:pt x="76" y="139"/>
                </a:cubicBezTo>
                <a:cubicBezTo>
                  <a:pt x="0" y="204"/>
                  <a:pt x="0" y="268"/>
                  <a:pt x="0" y="269"/>
                </a:cubicBezTo>
                <a:cubicBezTo>
                  <a:pt x="0" y="273"/>
                  <a:pt x="3" y="275"/>
                  <a:pt x="6" y="275"/>
                </a:cubicBezTo>
                <a:cubicBezTo>
                  <a:pt x="10" y="275"/>
                  <a:pt x="12" y="273"/>
                  <a:pt x="12" y="269"/>
                </a:cubicBezTo>
                <a:cubicBezTo>
                  <a:pt x="12" y="269"/>
                  <a:pt x="12" y="266"/>
                  <a:pt x="13" y="262"/>
                </a:cubicBezTo>
                <a:cubicBezTo>
                  <a:pt x="13" y="262"/>
                  <a:pt x="13" y="262"/>
                  <a:pt x="13" y="262"/>
                </a:cubicBezTo>
                <a:cubicBezTo>
                  <a:pt x="160" y="262"/>
                  <a:pt x="160" y="262"/>
                  <a:pt x="160" y="262"/>
                </a:cubicBezTo>
                <a:cubicBezTo>
                  <a:pt x="160" y="269"/>
                  <a:pt x="160" y="269"/>
                  <a:pt x="160" y="269"/>
                </a:cubicBezTo>
                <a:cubicBezTo>
                  <a:pt x="160" y="273"/>
                  <a:pt x="164" y="275"/>
                  <a:pt x="167" y="275"/>
                </a:cubicBezTo>
                <a:close/>
                <a:moveTo>
                  <a:pt x="24" y="50"/>
                </a:moveTo>
                <a:cubicBezTo>
                  <a:pt x="20" y="40"/>
                  <a:pt x="18" y="31"/>
                  <a:pt x="16" y="26"/>
                </a:cubicBezTo>
                <a:cubicBezTo>
                  <a:pt x="16" y="26"/>
                  <a:pt x="16" y="26"/>
                  <a:pt x="16" y="26"/>
                </a:cubicBezTo>
                <a:cubicBezTo>
                  <a:pt x="158" y="26"/>
                  <a:pt x="158" y="26"/>
                  <a:pt x="158" y="26"/>
                </a:cubicBezTo>
                <a:cubicBezTo>
                  <a:pt x="158" y="26"/>
                  <a:pt x="158" y="26"/>
                  <a:pt x="158" y="26"/>
                </a:cubicBezTo>
                <a:cubicBezTo>
                  <a:pt x="155" y="35"/>
                  <a:pt x="152" y="43"/>
                  <a:pt x="148" y="51"/>
                </a:cubicBezTo>
                <a:cubicBezTo>
                  <a:pt x="148" y="51"/>
                  <a:pt x="148" y="51"/>
                  <a:pt x="148" y="51"/>
                </a:cubicBezTo>
                <a:cubicBezTo>
                  <a:pt x="25" y="51"/>
                  <a:pt x="25" y="51"/>
                  <a:pt x="25" y="51"/>
                </a:cubicBezTo>
                <a:lnTo>
                  <a:pt x="24" y="50"/>
                </a:lnTo>
                <a:close/>
                <a:moveTo>
                  <a:pt x="48" y="88"/>
                </a:moveTo>
                <a:cubicBezTo>
                  <a:pt x="41" y="79"/>
                  <a:pt x="36" y="72"/>
                  <a:pt x="32" y="63"/>
                </a:cubicBezTo>
                <a:cubicBezTo>
                  <a:pt x="32" y="63"/>
                  <a:pt x="32" y="63"/>
                  <a:pt x="32" y="63"/>
                </a:cubicBezTo>
                <a:cubicBezTo>
                  <a:pt x="142" y="63"/>
                  <a:pt x="142" y="63"/>
                  <a:pt x="142" y="63"/>
                </a:cubicBezTo>
                <a:cubicBezTo>
                  <a:pt x="142" y="64"/>
                  <a:pt x="142" y="64"/>
                  <a:pt x="142" y="64"/>
                </a:cubicBezTo>
                <a:cubicBezTo>
                  <a:pt x="137" y="73"/>
                  <a:pt x="132" y="80"/>
                  <a:pt x="126" y="88"/>
                </a:cubicBezTo>
                <a:cubicBezTo>
                  <a:pt x="126" y="88"/>
                  <a:pt x="126" y="88"/>
                  <a:pt x="126" y="88"/>
                </a:cubicBezTo>
                <a:cubicBezTo>
                  <a:pt x="48" y="88"/>
                  <a:pt x="48" y="88"/>
                  <a:pt x="48" y="88"/>
                </a:cubicBezTo>
                <a:close/>
                <a:moveTo>
                  <a:pt x="59" y="102"/>
                </a:moveTo>
                <a:cubicBezTo>
                  <a:pt x="58" y="101"/>
                  <a:pt x="58" y="101"/>
                  <a:pt x="58" y="101"/>
                </a:cubicBezTo>
                <a:cubicBezTo>
                  <a:pt x="116" y="101"/>
                  <a:pt x="116" y="101"/>
                  <a:pt x="116" y="101"/>
                </a:cubicBezTo>
                <a:cubicBezTo>
                  <a:pt x="115" y="102"/>
                  <a:pt x="115" y="102"/>
                  <a:pt x="115" y="102"/>
                </a:cubicBezTo>
                <a:cubicBezTo>
                  <a:pt x="108" y="111"/>
                  <a:pt x="98" y="120"/>
                  <a:pt x="87" y="129"/>
                </a:cubicBezTo>
                <a:cubicBezTo>
                  <a:pt x="87" y="130"/>
                  <a:pt x="87" y="130"/>
                  <a:pt x="87" y="130"/>
                </a:cubicBezTo>
                <a:cubicBezTo>
                  <a:pt x="87" y="129"/>
                  <a:pt x="87" y="129"/>
                  <a:pt x="87" y="129"/>
                </a:cubicBezTo>
                <a:cubicBezTo>
                  <a:pt x="76" y="120"/>
                  <a:pt x="66" y="111"/>
                  <a:pt x="59" y="102"/>
                </a:cubicBezTo>
                <a:close/>
                <a:moveTo>
                  <a:pt x="59" y="173"/>
                </a:moveTo>
                <a:cubicBezTo>
                  <a:pt x="67" y="165"/>
                  <a:pt x="76" y="156"/>
                  <a:pt x="87" y="146"/>
                </a:cubicBezTo>
                <a:cubicBezTo>
                  <a:pt x="87" y="146"/>
                  <a:pt x="87" y="146"/>
                  <a:pt x="87" y="146"/>
                </a:cubicBezTo>
                <a:cubicBezTo>
                  <a:pt x="87" y="146"/>
                  <a:pt x="87" y="146"/>
                  <a:pt x="87" y="146"/>
                </a:cubicBezTo>
                <a:cubicBezTo>
                  <a:pt x="97" y="156"/>
                  <a:pt x="107" y="165"/>
                  <a:pt x="114" y="173"/>
                </a:cubicBezTo>
                <a:cubicBezTo>
                  <a:pt x="115" y="174"/>
                  <a:pt x="115" y="174"/>
                  <a:pt x="115" y="174"/>
                </a:cubicBezTo>
                <a:cubicBezTo>
                  <a:pt x="58" y="174"/>
                  <a:pt x="58" y="174"/>
                  <a:pt x="58" y="174"/>
                </a:cubicBezTo>
                <a:lnTo>
                  <a:pt x="59" y="173"/>
                </a:lnTo>
                <a:close/>
                <a:moveTo>
                  <a:pt x="32" y="211"/>
                </a:moveTo>
                <a:cubicBezTo>
                  <a:pt x="37" y="202"/>
                  <a:pt x="42" y="195"/>
                  <a:pt x="48" y="187"/>
                </a:cubicBezTo>
                <a:cubicBezTo>
                  <a:pt x="48" y="187"/>
                  <a:pt x="48" y="187"/>
                  <a:pt x="48" y="187"/>
                </a:cubicBezTo>
                <a:cubicBezTo>
                  <a:pt x="125" y="187"/>
                  <a:pt x="125" y="187"/>
                  <a:pt x="125" y="187"/>
                </a:cubicBezTo>
                <a:cubicBezTo>
                  <a:pt x="125" y="187"/>
                  <a:pt x="125" y="187"/>
                  <a:pt x="125" y="187"/>
                </a:cubicBezTo>
                <a:cubicBezTo>
                  <a:pt x="132" y="196"/>
                  <a:pt x="137" y="203"/>
                  <a:pt x="141" y="211"/>
                </a:cubicBezTo>
                <a:cubicBezTo>
                  <a:pt x="141" y="212"/>
                  <a:pt x="141" y="212"/>
                  <a:pt x="141" y="212"/>
                </a:cubicBezTo>
                <a:cubicBezTo>
                  <a:pt x="31" y="212"/>
                  <a:pt x="31" y="212"/>
                  <a:pt x="31" y="212"/>
                </a:cubicBezTo>
                <a:lnTo>
                  <a:pt x="32" y="211"/>
                </a:lnTo>
                <a:close/>
                <a:moveTo>
                  <a:pt x="16" y="249"/>
                </a:moveTo>
                <a:cubicBezTo>
                  <a:pt x="16" y="249"/>
                  <a:pt x="16" y="249"/>
                  <a:pt x="16" y="249"/>
                </a:cubicBezTo>
                <a:cubicBezTo>
                  <a:pt x="18" y="243"/>
                  <a:pt x="20" y="235"/>
                  <a:pt x="24" y="224"/>
                </a:cubicBezTo>
                <a:cubicBezTo>
                  <a:pt x="25" y="224"/>
                  <a:pt x="25" y="224"/>
                  <a:pt x="25" y="224"/>
                </a:cubicBezTo>
                <a:cubicBezTo>
                  <a:pt x="148" y="224"/>
                  <a:pt x="148" y="224"/>
                  <a:pt x="148" y="224"/>
                </a:cubicBezTo>
                <a:cubicBezTo>
                  <a:pt x="148" y="224"/>
                  <a:pt x="148" y="224"/>
                  <a:pt x="148" y="224"/>
                </a:cubicBezTo>
                <a:cubicBezTo>
                  <a:pt x="152" y="232"/>
                  <a:pt x="155" y="240"/>
                  <a:pt x="158" y="249"/>
                </a:cubicBezTo>
                <a:cubicBezTo>
                  <a:pt x="158" y="249"/>
                  <a:pt x="158" y="249"/>
                  <a:pt x="158" y="249"/>
                </a:cubicBezTo>
                <a:lnTo>
                  <a:pt x="16" y="249"/>
                </a:lnTo>
                <a:close/>
              </a:path>
            </a:pathLst>
          </a:custGeom>
          <a:solidFill>
            <a:schemeClr val="bg1"/>
          </a:solidFill>
          <a:ln>
            <a:noFill/>
          </a:ln>
        </p:spPr>
        <p:txBody>
          <a:bodyPr vert="horz" wrap="square" lIns="91419" tIns="45709" rIns="91419" bIns="45709" numCol="1" anchor="t" anchorCtr="0" compatLnSpc="1">
            <a:prstTxWarp prst="textNoShape">
              <a:avLst/>
            </a:prstTxWarp>
          </a:bodyPr>
          <a:lstStyle/>
          <a:p>
            <a:endParaRPr lang="en-US" dirty="0"/>
          </a:p>
        </p:txBody>
      </p:sp>
      <p:grpSp>
        <p:nvGrpSpPr>
          <p:cNvPr id="32" name="Group 102">
            <a:extLst>
              <a:ext uri="{FF2B5EF4-FFF2-40B4-BE49-F238E27FC236}">
                <a16:creationId xmlns:a16="http://schemas.microsoft.com/office/drawing/2014/main" id="{16F186B5-B082-9E4A-6948-D9E360345D45}"/>
              </a:ext>
            </a:extLst>
          </p:cNvPr>
          <p:cNvGrpSpPr>
            <a:grpSpLocks noChangeAspect="1"/>
          </p:cNvGrpSpPr>
          <p:nvPr/>
        </p:nvGrpSpPr>
        <p:grpSpPr bwMode="auto">
          <a:xfrm>
            <a:off x="10985504" y="4196367"/>
            <a:ext cx="423979" cy="359503"/>
            <a:chOff x="5687" y="1923"/>
            <a:chExt cx="434" cy="368"/>
          </a:xfrm>
          <a:solidFill>
            <a:schemeClr val="bg1"/>
          </a:solidFill>
        </p:grpSpPr>
        <p:sp>
          <p:nvSpPr>
            <p:cNvPr id="33" name="Freeform 103">
              <a:extLst>
                <a:ext uri="{FF2B5EF4-FFF2-40B4-BE49-F238E27FC236}">
                  <a16:creationId xmlns:a16="http://schemas.microsoft.com/office/drawing/2014/main" id="{EE8C03E6-B378-E115-08DC-EEE757BD00B4}"/>
                </a:ext>
              </a:extLst>
            </p:cNvPr>
            <p:cNvSpPr>
              <a:spLocks noEditPoints="1"/>
            </p:cNvSpPr>
            <p:nvPr/>
          </p:nvSpPr>
          <p:spPr bwMode="auto">
            <a:xfrm>
              <a:off x="5755" y="1923"/>
              <a:ext cx="366" cy="368"/>
            </a:xfrm>
            <a:custGeom>
              <a:avLst/>
              <a:gdLst>
                <a:gd name="T0" fmla="*/ 218 w 239"/>
                <a:gd name="T1" fmla="*/ 28 h 246"/>
                <a:gd name="T2" fmla="*/ 115 w 239"/>
                <a:gd name="T3" fmla="*/ 28 h 246"/>
                <a:gd name="T4" fmla="*/ 21 w 239"/>
                <a:gd name="T5" fmla="*/ 122 h 246"/>
                <a:gd name="T6" fmla="*/ 0 w 239"/>
                <a:gd name="T7" fmla="*/ 174 h 246"/>
                <a:gd name="T8" fmla="*/ 21 w 239"/>
                <a:gd name="T9" fmla="*/ 225 h 246"/>
                <a:gd name="T10" fmla="*/ 72 w 239"/>
                <a:gd name="T11" fmla="*/ 246 h 246"/>
                <a:gd name="T12" fmla="*/ 124 w 239"/>
                <a:gd name="T13" fmla="*/ 225 h 246"/>
                <a:gd name="T14" fmla="*/ 218 w 239"/>
                <a:gd name="T15" fmla="*/ 131 h 246"/>
                <a:gd name="T16" fmla="*/ 239 w 239"/>
                <a:gd name="T17" fmla="*/ 79 h 246"/>
                <a:gd name="T18" fmla="*/ 218 w 239"/>
                <a:gd name="T19" fmla="*/ 28 h 246"/>
                <a:gd name="T20" fmla="*/ 158 w 239"/>
                <a:gd name="T21" fmla="*/ 174 h 246"/>
                <a:gd name="T22" fmla="*/ 115 w 239"/>
                <a:gd name="T23" fmla="*/ 216 h 246"/>
                <a:gd name="T24" fmla="*/ 29 w 239"/>
                <a:gd name="T25" fmla="*/ 216 h 246"/>
                <a:gd name="T26" fmla="*/ 29 w 239"/>
                <a:gd name="T27" fmla="*/ 131 h 246"/>
                <a:gd name="T28" fmla="*/ 72 w 239"/>
                <a:gd name="T29" fmla="*/ 88 h 246"/>
                <a:gd name="T30" fmla="*/ 158 w 239"/>
                <a:gd name="T31" fmla="*/ 174 h 246"/>
                <a:gd name="T32" fmla="*/ 227 w 239"/>
                <a:gd name="T33" fmla="*/ 79 h 246"/>
                <a:gd name="T34" fmla="*/ 210 w 239"/>
                <a:gd name="T35" fmla="*/ 122 h 246"/>
                <a:gd name="T36" fmla="*/ 167 w 239"/>
                <a:gd name="T37" fmla="*/ 165 h 246"/>
                <a:gd name="T38" fmla="*/ 81 w 239"/>
                <a:gd name="T39" fmla="*/ 79 h 246"/>
                <a:gd name="T40" fmla="*/ 124 w 239"/>
                <a:gd name="T41" fmla="*/ 36 h 246"/>
                <a:gd name="T42" fmla="*/ 167 w 239"/>
                <a:gd name="T43" fmla="*/ 19 h 246"/>
                <a:gd name="T44" fmla="*/ 210 w 239"/>
                <a:gd name="T45" fmla="*/ 36 h 246"/>
                <a:gd name="T46" fmla="*/ 227 w 239"/>
                <a:gd name="T47" fmla="*/ 79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9" h="246">
                  <a:moveTo>
                    <a:pt x="218" y="28"/>
                  </a:moveTo>
                  <a:cubicBezTo>
                    <a:pt x="190" y="0"/>
                    <a:pt x="144" y="0"/>
                    <a:pt x="115" y="28"/>
                  </a:cubicBezTo>
                  <a:cubicBezTo>
                    <a:pt x="21" y="122"/>
                    <a:pt x="21" y="122"/>
                    <a:pt x="21" y="122"/>
                  </a:cubicBezTo>
                  <a:cubicBezTo>
                    <a:pt x="7" y="136"/>
                    <a:pt x="0" y="154"/>
                    <a:pt x="0" y="174"/>
                  </a:cubicBezTo>
                  <a:cubicBezTo>
                    <a:pt x="0" y="193"/>
                    <a:pt x="7" y="211"/>
                    <a:pt x="21" y="225"/>
                  </a:cubicBezTo>
                  <a:cubicBezTo>
                    <a:pt x="35" y="239"/>
                    <a:pt x="53" y="246"/>
                    <a:pt x="72" y="246"/>
                  </a:cubicBezTo>
                  <a:cubicBezTo>
                    <a:pt x="92" y="246"/>
                    <a:pt x="110" y="239"/>
                    <a:pt x="124" y="225"/>
                  </a:cubicBezTo>
                  <a:cubicBezTo>
                    <a:pt x="218" y="131"/>
                    <a:pt x="218" y="131"/>
                    <a:pt x="218" y="131"/>
                  </a:cubicBezTo>
                  <a:cubicBezTo>
                    <a:pt x="232" y="117"/>
                    <a:pt x="239" y="99"/>
                    <a:pt x="239" y="79"/>
                  </a:cubicBezTo>
                  <a:cubicBezTo>
                    <a:pt x="239" y="60"/>
                    <a:pt x="232" y="42"/>
                    <a:pt x="218" y="28"/>
                  </a:cubicBezTo>
                  <a:close/>
                  <a:moveTo>
                    <a:pt x="158" y="174"/>
                  </a:moveTo>
                  <a:cubicBezTo>
                    <a:pt x="115" y="216"/>
                    <a:pt x="115" y="216"/>
                    <a:pt x="115" y="216"/>
                  </a:cubicBezTo>
                  <a:cubicBezTo>
                    <a:pt x="92" y="240"/>
                    <a:pt x="53" y="240"/>
                    <a:pt x="29" y="216"/>
                  </a:cubicBezTo>
                  <a:cubicBezTo>
                    <a:pt x="6" y="193"/>
                    <a:pt x="6" y="154"/>
                    <a:pt x="29" y="131"/>
                  </a:cubicBezTo>
                  <a:cubicBezTo>
                    <a:pt x="72" y="88"/>
                    <a:pt x="72" y="88"/>
                    <a:pt x="72" y="88"/>
                  </a:cubicBezTo>
                  <a:lnTo>
                    <a:pt x="158" y="174"/>
                  </a:lnTo>
                  <a:close/>
                  <a:moveTo>
                    <a:pt x="227" y="79"/>
                  </a:moveTo>
                  <a:cubicBezTo>
                    <a:pt x="227" y="96"/>
                    <a:pt x="221" y="111"/>
                    <a:pt x="210" y="122"/>
                  </a:cubicBezTo>
                  <a:cubicBezTo>
                    <a:pt x="167" y="165"/>
                    <a:pt x="167" y="165"/>
                    <a:pt x="167" y="165"/>
                  </a:cubicBezTo>
                  <a:cubicBezTo>
                    <a:pt x="81" y="79"/>
                    <a:pt x="81" y="79"/>
                    <a:pt x="81" y="79"/>
                  </a:cubicBezTo>
                  <a:cubicBezTo>
                    <a:pt x="124" y="36"/>
                    <a:pt x="124" y="36"/>
                    <a:pt x="124" y="36"/>
                  </a:cubicBezTo>
                  <a:cubicBezTo>
                    <a:pt x="135" y="25"/>
                    <a:pt x="150" y="19"/>
                    <a:pt x="167" y="19"/>
                  </a:cubicBezTo>
                  <a:cubicBezTo>
                    <a:pt x="183" y="19"/>
                    <a:pt x="198" y="25"/>
                    <a:pt x="210" y="36"/>
                  </a:cubicBezTo>
                  <a:cubicBezTo>
                    <a:pt x="221" y="48"/>
                    <a:pt x="227" y="63"/>
                    <a:pt x="227"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4" name="Freeform 104">
              <a:extLst>
                <a:ext uri="{FF2B5EF4-FFF2-40B4-BE49-F238E27FC236}">
                  <a16:creationId xmlns:a16="http://schemas.microsoft.com/office/drawing/2014/main" id="{BE2BEEF4-B14B-2F07-7782-006C0BCF7E7A}"/>
                </a:ext>
              </a:extLst>
            </p:cNvPr>
            <p:cNvSpPr>
              <a:spLocks/>
            </p:cNvSpPr>
            <p:nvPr/>
          </p:nvSpPr>
          <p:spPr bwMode="auto">
            <a:xfrm>
              <a:off x="5917" y="1970"/>
              <a:ext cx="141" cy="76"/>
            </a:xfrm>
            <a:custGeom>
              <a:avLst/>
              <a:gdLst>
                <a:gd name="T0" fmla="*/ 90 w 92"/>
                <a:gd name="T1" fmla="*/ 19 h 51"/>
                <a:gd name="T2" fmla="*/ 24 w 92"/>
                <a:gd name="T3" fmla="*/ 19 h 51"/>
                <a:gd name="T4" fmla="*/ 2 w 92"/>
                <a:gd name="T5" fmla="*/ 40 h 51"/>
                <a:gd name="T6" fmla="*/ 0 w 92"/>
                <a:gd name="T7" fmla="*/ 45 h 51"/>
                <a:gd name="T8" fmla="*/ 2 w 92"/>
                <a:gd name="T9" fmla="*/ 49 h 51"/>
                <a:gd name="T10" fmla="*/ 6 w 92"/>
                <a:gd name="T11" fmla="*/ 51 h 51"/>
                <a:gd name="T12" fmla="*/ 10 w 92"/>
                <a:gd name="T13" fmla="*/ 49 h 51"/>
                <a:gd name="T14" fmla="*/ 32 w 92"/>
                <a:gd name="T15" fmla="*/ 27 h 51"/>
                <a:gd name="T16" fmla="*/ 57 w 92"/>
                <a:gd name="T17" fmla="*/ 17 h 51"/>
                <a:gd name="T18" fmla="*/ 82 w 92"/>
                <a:gd name="T19" fmla="*/ 27 h 51"/>
                <a:gd name="T20" fmla="*/ 90 w 92"/>
                <a:gd name="T21" fmla="*/ 27 h 51"/>
                <a:gd name="T22" fmla="*/ 92 w 92"/>
                <a:gd name="T23" fmla="*/ 23 h 51"/>
                <a:gd name="T24" fmla="*/ 90 w 92"/>
                <a:gd name="T25" fmla="*/ 1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 h="51">
                  <a:moveTo>
                    <a:pt x="90" y="19"/>
                  </a:moveTo>
                  <a:cubicBezTo>
                    <a:pt x="72" y="0"/>
                    <a:pt x="42" y="0"/>
                    <a:pt x="24" y="19"/>
                  </a:cubicBezTo>
                  <a:cubicBezTo>
                    <a:pt x="2" y="40"/>
                    <a:pt x="2" y="40"/>
                    <a:pt x="2" y="40"/>
                  </a:cubicBezTo>
                  <a:cubicBezTo>
                    <a:pt x="1" y="42"/>
                    <a:pt x="0" y="43"/>
                    <a:pt x="0" y="45"/>
                  </a:cubicBezTo>
                  <a:cubicBezTo>
                    <a:pt x="0" y="46"/>
                    <a:pt x="1" y="48"/>
                    <a:pt x="2" y="49"/>
                  </a:cubicBezTo>
                  <a:cubicBezTo>
                    <a:pt x="3" y="50"/>
                    <a:pt x="5" y="51"/>
                    <a:pt x="6" y="51"/>
                  </a:cubicBezTo>
                  <a:cubicBezTo>
                    <a:pt x="8" y="51"/>
                    <a:pt x="9" y="50"/>
                    <a:pt x="10" y="49"/>
                  </a:cubicBezTo>
                  <a:cubicBezTo>
                    <a:pt x="32" y="27"/>
                    <a:pt x="32" y="27"/>
                    <a:pt x="32" y="27"/>
                  </a:cubicBezTo>
                  <a:cubicBezTo>
                    <a:pt x="39" y="21"/>
                    <a:pt x="48" y="17"/>
                    <a:pt x="57" y="17"/>
                  </a:cubicBezTo>
                  <a:cubicBezTo>
                    <a:pt x="66" y="17"/>
                    <a:pt x="75" y="21"/>
                    <a:pt x="82" y="27"/>
                  </a:cubicBezTo>
                  <a:cubicBezTo>
                    <a:pt x="84" y="29"/>
                    <a:pt x="88" y="29"/>
                    <a:pt x="90" y="27"/>
                  </a:cubicBezTo>
                  <a:cubicBezTo>
                    <a:pt x="91" y="26"/>
                    <a:pt x="92" y="24"/>
                    <a:pt x="92" y="23"/>
                  </a:cubicBezTo>
                  <a:cubicBezTo>
                    <a:pt x="92" y="21"/>
                    <a:pt x="91" y="20"/>
                    <a:pt x="9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5" name="Freeform 105">
              <a:extLst>
                <a:ext uri="{FF2B5EF4-FFF2-40B4-BE49-F238E27FC236}">
                  <a16:creationId xmlns:a16="http://schemas.microsoft.com/office/drawing/2014/main" id="{7C344DB2-242A-57E9-C123-9DDC77487A9A}"/>
                </a:ext>
              </a:extLst>
            </p:cNvPr>
            <p:cNvSpPr>
              <a:spLocks noEditPoints="1"/>
            </p:cNvSpPr>
            <p:nvPr/>
          </p:nvSpPr>
          <p:spPr bwMode="auto">
            <a:xfrm>
              <a:off x="5687" y="1944"/>
              <a:ext cx="185" cy="189"/>
            </a:xfrm>
            <a:custGeom>
              <a:avLst/>
              <a:gdLst>
                <a:gd name="T0" fmla="*/ 120 w 121"/>
                <a:gd name="T1" fmla="*/ 44 h 126"/>
                <a:gd name="T2" fmla="*/ 101 w 121"/>
                <a:gd name="T3" fmla="*/ 13 h 126"/>
                <a:gd name="T4" fmla="*/ 61 w 121"/>
                <a:gd name="T5" fmla="*/ 0 h 126"/>
                <a:gd name="T6" fmla="*/ 0 w 121"/>
                <a:gd name="T7" fmla="*/ 48 h 126"/>
                <a:gd name="T8" fmla="*/ 0 w 121"/>
                <a:gd name="T9" fmla="*/ 48 h 126"/>
                <a:gd name="T10" fmla="*/ 0 w 121"/>
                <a:gd name="T11" fmla="*/ 78 h 126"/>
                <a:gd name="T12" fmla="*/ 0 w 121"/>
                <a:gd name="T13" fmla="*/ 79 h 126"/>
                <a:gd name="T14" fmla="*/ 0 w 121"/>
                <a:gd name="T15" fmla="*/ 79 h 126"/>
                <a:gd name="T16" fmla="*/ 27 w 121"/>
                <a:gd name="T17" fmla="*/ 120 h 126"/>
                <a:gd name="T18" fmla="*/ 38 w 121"/>
                <a:gd name="T19" fmla="*/ 125 h 126"/>
                <a:gd name="T20" fmla="*/ 42 w 121"/>
                <a:gd name="T21" fmla="*/ 126 h 126"/>
                <a:gd name="T22" fmla="*/ 44 w 121"/>
                <a:gd name="T23" fmla="*/ 126 h 126"/>
                <a:gd name="T24" fmla="*/ 44 w 121"/>
                <a:gd name="T25" fmla="*/ 126 h 126"/>
                <a:gd name="T26" fmla="*/ 50 w 121"/>
                <a:gd name="T27" fmla="*/ 122 h 126"/>
                <a:gd name="T28" fmla="*/ 49 w 121"/>
                <a:gd name="T29" fmla="*/ 117 h 126"/>
                <a:gd name="T30" fmla="*/ 46 w 121"/>
                <a:gd name="T31" fmla="*/ 115 h 126"/>
                <a:gd name="T32" fmla="*/ 45 w 121"/>
                <a:gd name="T33" fmla="*/ 115 h 126"/>
                <a:gd name="T34" fmla="*/ 41 w 121"/>
                <a:gd name="T35" fmla="*/ 113 h 126"/>
                <a:gd name="T36" fmla="*/ 12 w 121"/>
                <a:gd name="T37" fmla="*/ 80 h 126"/>
                <a:gd name="T38" fmla="*/ 53 w 121"/>
                <a:gd name="T39" fmla="*/ 101 h 126"/>
                <a:gd name="T40" fmla="*/ 60 w 121"/>
                <a:gd name="T41" fmla="*/ 101 h 126"/>
                <a:gd name="T42" fmla="*/ 60 w 121"/>
                <a:gd name="T43" fmla="*/ 101 h 126"/>
                <a:gd name="T44" fmla="*/ 63 w 121"/>
                <a:gd name="T45" fmla="*/ 101 h 126"/>
                <a:gd name="T46" fmla="*/ 64 w 121"/>
                <a:gd name="T47" fmla="*/ 101 h 126"/>
                <a:gd name="T48" fmla="*/ 64 w 121"/>
                <a:gd name="T49" fmla="*/ 100 h 126"/>
                <a:gd name="T50" fmla="*/ 69 w 121"/>
                <a:gd name="T51" fmla="*/ 95 h 126"/>
                <a:gd name="T52" fmla="*/ 69 w 121"/>
                <a:gd name="T53" fmla="*/ 93 h 126"/>
                <a:gd name="T54" fmla="*/ 65 w 121"/>
                <a:gd name="T55" fmla="*/ 89 h 126"/>
                <a:gd name="T56" fmla="*/ 62 w 121"/>
                <a:gd name="T57" fmla="*/ 89 h 126"/>
                <a:gd name="T58" fmla="*/ 60 w 121"/>
                <a:gd name="T59" fmla="*/ 89 h 126"/>
                <a:gd name="T60" fmla="*/ 35 w 121"/>
                <a:gd name="T61" fmla="*/ 84 h 126"/>
                <a:gd name="T62" fmla="*/ 96 w 121"/>
                <a:gd name="T63" fmla="*/ 25 h 126"/>
                <a:gd name="T64" fmla="*/ 107 w 121"/>
                <a:gd name="T65" fmla="*/ 39 h 126"/>
                <a:gd name="T66" fmla="*/ 107 w 121"/>
                <a:gd name="T67" fmla="*/ 40 h 126"/>
                <a:gd name="T68" fmla="*/ 107 w 121"/>
                <a:gd name="T69" fmla="*/ 41 h 126"/>
                <a:gd name="T70" fmla="*/ 108 w 121"/>
                <a:gd name="T71" fmla="*/ 42 h 126"/>
                <a:gd name="T72" fmla="*/ 108 w 121"/>
                <a:gd name="T73" fmla="*/ 43 h 126"/>
                <a:gd name="T74" fmla="*/ 108 w 121"/>
                <a:gd name="T75" fmla="*/ 44 h 126"/>
                <a:gd name="T76" fmla="*/ 109 w 121"/>
                <a:gd name="T77" fmla="*/ 46 h 126"/>
                <a:gd name="T78" fmla="*/ 113 w 121"/>
                <a:gd name="T79" fmla="*/ 51 h 126"/>
                <a:gd name="T80" fmla="*/ 115 w 121"/>
                <a:gd name="T81" fmla="*/ 51 h 126"/>
                <a:gd name="T82" fmla="*/ 119 w 121"/>
                <a:gd name="T83" fmla="*/ 49 h 126"/>
                <a:gd name="T84" fmla="*/ 120 w 121"/>
                <a:gd name="T85" fmla="*/ 44 h 126"/>
                <a:gd name="T86" fmla="*/ 61 w 121"/>
                <a:gd name="T87" fmla="*/ 12 h 126"/>
                <a:gd name="T88" fmla="*/ 86 w 121"/>
                <a:gd name="T89" fmla="*/ 18 h 126"/>
                <a:gd name="T90" fmla="*/ 25 w 121"/>
                <a:gd name="T91" fmla="*/ 77 h 126"/>
                <a:gd name="T92" fmla="*/ 12 w 121"/>
                <a:gd name="T93" fmla="*/ 51 h 126"/>
                <a:gd name="T94" fmla="*/ 61 w 121"/>
                <a:gd name="T95" fmla="*/ 12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1" h="126">
                  <a:moveTo>
                    <a:pt x="120" y="44"/>
                  </a:moveTo>
                  <a:cubicBezTo>
                    <a:pt x="120" y="44"/>
                    <a:pt x="118" y="24"/>
                    <a:pt x="101" y="13"/>
                  </a:cubicBezTo>
                  <a:cubicBezTo>
                    <a:pt x="90" y="5"/>
                    <a:pt x="76" y="0"/>
                    <a:pt x="61" y="0"/>
                  </a:cubicBezTo>
                  <a:cubicBezTo>
                    <a:pt x="29" y="0"/>
                    <a:pt x="2" y="21"/>
                    <a:pt x="0" y="48"/>
                  </a:cubicBezTo>
                  <a:cubicBezTo>
                    <a:pt x="0" y="48"/>
                    <a:pt x="0" y="48"/>
                    <a:pt x="0" y="48"/>
                  </a:cubicBezTo>
                  <a:cubicBezTo>
                    <a:pt x="0" y="78"/>
                    <a:pt x="0" y="78"/>
                    <a:pt x="0" y="78"/>
                  </a:cubicBezTo>
                  <a:cubicBezTo>
                    <a:pt x="0" y="79"/>
                    <a:pt x="0" y="79"/>
                    <a:pt x="0" y="79"/>
                  </a:cubicBezTo>
                  <a:cubicBezTo>
                    <a:pt x="0" y="79"/>
                    <a:pt x="0" y="79"/>
                    <a:pt x="0" y="79"/>
                  </a:cubicBezTo>
                  <a:cubicBezTo>
                    <a:pt x="1" y="96"/>
                    <a:pt x="11" y="111"/>
                    <a:pt x="27" y="120"/>
                  </a:cubicBezTo>
                  <a:cubicBezTo>
                    <a:pt x="31" y="122"/>
                    <a:pt x="35" y="124"/>
                    <a:pt x="38" y="125"/>
                  </a:cubicBezTo>
                  <a:cubicBezTo>
                    <a:pt x="40" y="125"/>
                    <a:pt x="41" y="126"/>
                    <a:pt x="42" y="126"/>
                  </a:cubicBezTo>
                  <a:cubicBezTo>
                    <a:pt x="43" y="126"/>
                    <a:pt x="43" y="126"/>
                    <a:pt x="44" y="126"/>
                  </a:cubicBezTo>
                  <a:cubicBezTo>
                    <a:pt x="44" y="126"/>
                    <a:pt x="44" y="126"/>
                    <a:pt x="44" y="126"/>
                  </a:cubicBezTo>
                  <a:cubicBezTo>
                    <a:pt x="47" y="126"/>
                    <a:pt x="49" y="124"/>
                    <a:pt x="50" y="122"/>
                  </a:cubicBezTo>
                  <a:cubicBezTo>
                    <a:pt x="50" y="120"/>
                    <a:pt x="50" y="119"/>
                    <a:pt x="49" y="117"/>
                  </a:cubicBezTo>
                  <a:cubicBezTo>
                    <a:pt x="48" y="116"/>
                    <a:pt x="48" y="116"/>
                    <a:pt x="46" y="115"/>
                  </a:cubicBezTo>
                  <a:cubicBezTo>
                    <a:pt x="46" y="115"/>
                    <a:pt x="46" y="115"/>
                    <a:pt x="45" y="115"/>
                  </a:cubicBezTo>
                  <a:cubicBezTo>
                    <a:pt x="44" y="114"/>
                    <a:pt x="42" y="114"/>
                    <a:pt x="41" y="113"/>
                  </a:cubicBezTo>
                  <a:cubicBezTo>
                    <a:pt x="24" y="108"/>
                    <a:pt x="13" y="95"/>
                    <a:pt x="12" y="80"/>
                  </a:cubicBezTo>
                  <a:cubicBezTo>
                    <a:pt x="22" y="92"/>
                    <a:pt x="37" y="99"/>
                    <a:pt x="53" y="101"/>
                  </a:cubicBezTo>
                  <a:cubicBezTo>
                    <a:pt x="54" y="101"/>
                    <a:pt x="57" y="101"/>
                    <a:pt x="60" y="101"/>
                  </a:cubicBezTo>
                  <a:cubicBezTo>
                    <a:pt x="60" y="101"/>
                    <a:pt x="60" y="101"/>
                    <a:pt x="60" y="101"/>
                  </a:cubicBezTo>
                  <a:cubicBezTo>
                    <a:pt x="61" y="101"/>
                    <a:pt x="62" y="101"/>
                    <a:pt x="63" y="101"/>
                  </a:cubicBezTo>
                  <a:cubicBezTo>
                    <a:pt x="64" y="101"/>
                    <a:pt x="64" y="101"/>
                    <a:pt x="64" y="101"/>
                  </a:cubicBezTo>
                  <a:cubicBezTo>
                    <a:pt x="64" y="100"/>
                    <a:pt x="64" y="100"/>
                    <a:pt x="64" y="100"/>
                  </a:cubicBezTo>
                  <a:cubicBezTo>
                    <a:pt x="67" y="100"/>
                    <a:pt x="69" y="97"/>
                    <a:pt x="69" y="95"/>
                  </a:cubicBezTo>
                  <a:cubicBezTo>
                    <a:pt x="69" y="94"/>
                    <a:pt x="69" y="94"/>
                    <a:pt x="69" y="93"/>
                  </a:cubicBezTo>
                  <a:cubicBezTo>
                    <a:pt x="68" y="91"/>
                    <a:pt x="67" y="90"/>
                    <a:pt x="65" y="89"/>
                  </a:cubicBezTo>
                  <a:cubicBezTo>
                    <a:pt x="64" y="89"/>
                    <a:pt x="63" y="89"/>
                    <a:pt x="62" y="89"/>
                  </a:cubicBezTo>
                  <a:cubicBezTo>
                    <a:pt x="61" y="89"/>
                    <a:pt x="61" y="89"/>
                    <a:pt x="60" y="89"/>
                  </a:cubicBezTo>
                  <a:cubicBezTo>
                    <a:pt x="51" y="89"/>
                    <a:pt x="43" y="87"/>
                    <a:pt x="35" y="84"/>
                  </a:cubicBezTo>
                  <a:cubicBezTo>
                    <a:pt x="96" y="25"/>
                    <a:pt x="96" y="25"/>
                    <a:pt x="96" y="25"/>
                  </a:cubicBezTo>
                  <a:cubicBezTo>
                    <a:pt x="101" y="29"/>
                    <a:pt x="105" y="34"/>
                    <a:pt x="107" y="39"/>
                  </a:cubicBezTo>
                  <a:cubicBezTo>
                    <a:pt x="107" y="39"/>
                    <a:pt x="107" y="40"/>
                    <a:pt x="107" y="40"/>
                  </a:cubicBezTo>
                  <a:cubicBezTo>
                    <a:pt x="107" y="41"/>
                    <a:pt x="107" y="41"/>
                    <a:pt x="107" y="41"/>
                  </a:cubicBezTo>
                  <a:cubicBezTo>
                    <a:pt x="108" y="41"/>
                    <a:pt x="108" y="42"/>
                    <a:pt x="108" y="42"/>
                  </a:cubicBezTo>
                  <a:cubicBezTo>
                    <a:pt x="108" y="43"/>
                    <a:pt x="108" y="43"/>
                    <a:pt x="108" y="43"/>
                  </a:cubicBezTo>
                  <a:cubicBezTo>
                    <a:pt x="108" y="43"/>
                    <a:pt x="108" y="44"/>
                    <a:pt x="108" y="44"/>
                  </a:cubicBezTo>
                  <a:cubicBezTo>
                    <a:pt x="109" y="45"/>
                    <a:pt x="109" y="46"/>
                    <a:pt x="109" y="46"/>
                  </a:cubicBezTo>
                  <a:cubicBezTo>
                    <a:pt x="109" y="48"/>
                    <a:pt x="111" y="50"/>
                    <a:pt x="113" y="51"/>
                  </a:cubicBezTo>
                  <a:cubicBezTo>
                    <a:pt x="114" y="51"/>
                    <a:pt x="114" y="51"/>
                    <a:pt x="115" y="51"/>
                  </a:cubicBezTo>
                  <a:cubicBezTo>
                    <a:pt x="117" y="51"/>
                    <a:pt x="118" y="50"/>
                    <a:pt x="119" y="49"/>
                  </a:cubicBezTo>
                  <a:cubicBezTo>
                    <a:pt x="120" y="47"/>
                    <a:pt x="121" y="46"/>
                    <a:pt x="120" y="44"/>
                  </a:cubicBezTo>
                  <a:close/>
                  <a:moveTo>
                    <a:pt x="61" y="12"/>
                  </a:moveTo>
                  <a:cubicBezTo>
                    <a:pt x="70" y="12"/>
                    <a:pt x="79" y="14"/>
                    <a:pt x="86" y="18"/>
                  </a:cubicBezTo>
                  <a:cubicBezTo>
                    <a:pt x="25" y="77"/>
                    <a:pt x="25" y="77"/>
                    <a:pt x="25" y="77"/>
                  </a:cubicBezTo>
                  <a:cubicBezTo>
                    <a:pt x="17" y="70"/>
                    <a:pt x="12" y="60"/>
                    <a:pt x="12" y="51"/>
                  </a:cubicBezTo>
                  <a:cubicBezTo>
                    <a:pt x="12" y="29"/>
                    <a:pt x="34" y="12"/>
                    <a:pt x="6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36" name="Group 14">
            <a:extLst>
              <a:ext uri="{FF2B5EF4-FFF2-40B4-BE49-F238E27FC236}">
                <a16:creationId xmlns:a16="http://schemas.microsoft.com/office/drawing/2014/main" id="{9F0829D6-6849-69F8-A6A0-818191E4762A}"/>
              </a:ext>
            </a:extLst>
          </p:cNvPr>
          <p:cNvGrpSpPr>
            <a:grpSpLocks noChangeAspect="1"/>
          </p:cNvGrpSpPr>
          <p:nvPr/>
        </p:nvGrpSpPr>
        <p:grpSpPr bwMode="auto">
          <a:xfrm>
            <a:off x="11019932" y="5734634"/>
            <a:ext cx="335177" cy="304640"/>
            <a:chOff x="2398" y="433"/>
            <a:chExt cx="461" cy="419"/>
          </a:xfrm>
          <a:solidFill>
            <a:schemeClr val="accent1"/>
          </a:solidFill>
        </p:grpSpPr>
        <p:sp>
          <p:nvSpPr>
            <p:cNvPr id="37" name="Freeform 15">
              <a:extLst>
                <a:ext uri="{FF2B5EF4-FFF2-40B4-BE49-F238E27FC236}">
                  <a16:creationId xmlns:a16="http://schemas.microsoft.com/office/drawing/2014/main" id="{80855043-F862-137E-27F3-DF6F8920DD99}"/>
                </a:ext>
              </a:extLst>
            </p:cNvPr>
            <p:cNvSpPr>
              <a:spLocks noEditPoints="1"/>
            </p:cNvSpPr>
            <p:nvPr/>
          </p:nvSpPr>
          <p:spPr bwMode="auto">
            <a:xfrm>
              <a:off x="2398" y="433"/>
              <a:ext cx="461" cy="419"/>
            </a:xfrm>
            <a:custGeom>
              <a:avLst/>
              <a:gdLst>
                <a:gd name="T0" fmla="*/ 240 w 312"/>
                <a:gd name="T1" fmla="*/ 92 h 284"/>
                <a:gd name="T2" fmla="*/ 195 w 312"/>
                <a:gd name="T3" fmla="*/ 7 h 284"/>
                <a:gd name="T4" fmla="*/ 116 w 312"/>
                <a:gd name="T5" fmla="*/ 7 h 284"/>
                <a:gd name="T6" fmla="*/ 71 w 312"/>
                <a:gd name="T7" fmla="*/ 92 h 284"/>
                <a:gd name="T8" fmla="*/ 71 w 312"/>
                <a:gd name="T9" fmla="*/ 195 h 284"/>
                <a:gd name="T10" fmla="*/ 83 w 312"/>
                <a:gd name="T11" fmla="*/ 281 h 284"/>
                <a:gd name="T12" fmla="*/ 156 w 312"/>
                <a:gd name="T13" fmla="*/ 249 h 284"/>
                <a:gd name="T14" fmla="*/ 241 w 312"/>
                <a:gd name="T15" fmla="*/ 195 h 284"/>
                <a:gd name="T16" fmla="*/ 164 w 312"/>
                <a:gd name="T17" fmla="*/ 45 h 284"/>
                <a:gd name="T18" fmla="*/ 229 w 312"/>
                <a:gd name="T19" fmla="*/ 89 h 284"/>
                <a:gd name="T20" fmla="*/ 192 w 312"/>
                <a:gd name="T21" fmla="*/ 84 h 284"/>
                <a:gd name="T22" fmla="*/ 95 w 312"/>
                <a:gd name="T23" fmla="*/ 157 h 284"/>
                <a:gd name="T24" fmla="*/ 113 w 312"/>
                <a:gd name="T25" fmla="*/ 190 h 284"/>
                <a:gd name="T26" fmla="*/ 85 w 312"/>
                <a:gd name="T27" fmla="*/ 186 h 284"/>
                <a:gd name="T28" fmla="*/ 86 w 312"/>
                <a:gd name="T29" fmla="*/ 100 h 284"/>
                <a:gd name="T30" fmla="*/ 101 w 312"/>
                <a:gd name="T31" fmla="*/ 115 h 284"/>
                <a:gd name="T32" fmla="*/ 86 w 312"/>
                <a:gd name="T33" fmla="*/ 101 h 284"/>
                <a:gd name="T34" fmla="*/ 101 w 312"/>
                <a:gd name="T35" fmla="*/ 142 h 284"/>
                <a:gd name="T36" fmla="*/ 126 w 312"/>
                <a:gd name="T37" fmla="*/ 95 h 284"/>
                <a:gd name="T38" fmla="*/ 200 w 312"/>
                <a:gd name="T39" fmla="*/ 120 h 284"/>
                <a:gd name="T40" fmla="*/ 199 w 312"/>
                <a:gd name="T41" fmla="*/ 166 h 284"/>
                <a:gd name="T42" fmla="*/ 156 w 312"/>
                <a:gd name="T43" fmla="*/ 193 h 284"/>
                <a:gd name="T44" fmla="*/ 112 w 312"/>
                <a:gd name="T45" fmla="*/ 166 h 284"/>
                <a:gd name="T46" fmla="*/ 217 w 312"/>
                <a:gd name="T47" fmla="*/ 157 h 284"/>
                <a:gd name="T48" fmla="*/ 227 w 312"/>
                <a:gd name="T49" fmla="*/ 186 h 284"/>
                <a:gd name="T50" fmla="*/ 217 w 312"/>
                <a:gd name="T51" fmla="*/ 128 h 284"/>
                <a:gd name="T52" fmla="*/ 200 w 312"/>
                <a:gd name="T53" fmla="*/ 96 h 284"/>
                <a:gd name="T54" fmla="*/ 226 w 312"/>
                <a:gd name="T55" fmla="*/ 101 h 284"/>
                <a:gd name="T56" fmla="*/ 156 w 312"/>
                <a:gd name="T57" fmla="*/ 54 h 284"/>
                <a:gd name="T58" fmla="*/ 156 w 312"/>
                <a:gd name="T59" fmla="*/ 82 h 284"/>
                <a:gd name="T60" fmla="*/ 156 w 312"/>
                <a:gd name="T61" fmla="*/ 54 h 284"/>
                <a:gd name="T62" fmla="*/ 148 w 312"/>
                <a:gd name="T63" fmla="*/ 45 h 284"/>
                <a:gd name="T64" fmla="*/ 119 w 312"/>
                <a:gd name="T65" fmla="*/ 84 h 284"/>
                <a:gd name="T66" fmla="*/ 83 w 312"/>
                <a:gd name="T67" fmla="*/ 89 h 284"/>
                <a:gd name="T68" fmla="*/ 28 w 312"/>
                <a:gd name="T69" fmla="*/ 165 h 284"/>
                <a:gd name="T70" fmla="*/ 74 w 312"/>
                <a:gd name="T71" fmla="*/ 103 h 284"/>
                <a:gd name="T72" fmla="*/ 88 w 312"/>
                <a:gd name="T73" fmla="*/ 142 h 284"/>
                <a:gd name="T74" fmla="*/ 89 w 312"/>
                <a:gd name="T75" fmla="*/ 271 h 284"/>
                <a:gd name="T76" fmla="*/ 82 w 312"/>
                <a:gd name="T77" fmla="*/ 197 h 284"/>
                <a:gd name="T78" fmla="*/ 148 w 312"/>
                <a:gd name="T79" fmla="*/ 240 h 284"/>
                <a:gd name="T80" fmla="*/ 156 w 312"/>
                <a:gd name="T81" fmla="*/ 231 h 284"/>
                <a:gd name="T82" fmla="*/ 156 w 312"/>
                <a:gd name="T83" fmla="*/ 204 h 284"/>
                <a:gd name="T84" fmla="*/ 156 w 312"/>
                <a:gd name="T85" fmla="*/ 231 h 284"/>
                <a:gd name="T86" fmla="*/ 164 w 312"/>
                <a:gd name="T87" fmla="*/ 240 h 284"/>
                <a:gd name="T88" fmla="*/ 191 w 312"/>
                <a:gd name="T89" fmla="*/ 203 h 284"/>
                <a:gd name="T90" fmla="*/ 230 w 312"/>
                <a:gd name="T91" fmla="*/ 197 h 284"/>
                <a:gd name="T92" fmla="*/ 238 w 312"/>
                <a:gd name="T93" fmla="*/ 183 h 284"/>
                <a:gd name="T94" fmla="*/ 237 w 312"/>
                <a:gd name="T95" fmla="*/ 103 h 284"/>
                <a:gd name="T96" fmla="*/ 300 w 312"/>
                <a:gd name="T97" fmla="*/ 143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284">
                  <a:moveTo>
                    <a:pt x="293" y="173"/>
                  </a:moveTo>
                  <a:cubicBezTo>
                    <a:pt x="305" y="164"/>
                    <a:pt x="312" y="154"/>
                    <a:pt x="312" y="143"/>
                  </a:cubicBezTo>
                  <a:cubicBezTo>
                    <a:pt x="312" y="122"/>
                    <a:pt x="285" y="103"/>
                    <a:pt x="240" y="92"/>
                  </a:cubicBezTo>
                  <a:cubicBezTo>
                    <a:pt x="240" y="92"/>
                    <a:pt x="240" y="92"/>
                    <a:pt x="240" y="92"/>
                  </a:cubicBezTo>
                  <a:cubicBezTo>
                    <a:pt x="240" y="92"/>
                    <a:pt x="240" y="92"/>
                    <a:pt x="240" y="92"/>
                  </a:cubicBezTo>
                  <a:cubicBezTo>
                    <a:pt x="245" y="70"/>
                    <a:pt x="247" y="51"/>
                    <a:pt x="245" y="36"/>
                  </a:cubicBezTo>
                  <a:cubicBezTo>
                    <a:pt x="243" y="20"/>
                    <a:pt x="237" y="10"/>
                    <a:pt x="228" y="5"/>
                  </a:cubicBezTo>
                  <a:cubicBezTo>
                    <a:pt x="219" y="0"/>
                    <a:pt x="208" y="1"/>
                    <a:pt x="195" y="7"/>
                  </a:cubicBezTo>
                  <a:cubicBezTo>
                    <a:pt x="183" y="12"/>
                    <a:pt x="169" y="23"/>
                    <a:pt x="156" y="37"/>
                  </a:cubicBezTo>
                  <a:cubicBezTo>
                    <a:pt x="156" y="37"/>
                    <a:pt x="156" y="37"/>
                    <a:pt x="156" y="37"/>
                  </a:cubicBezTo>
                  <a:cubicBezTo>
                    <a:pt x="156" y="37"/>
                    <a:pt x="156" y="37"/>
                    <a:pt x="156" y="37"/>
                  </a:cubicBezTo>
                  <a:cubicBezTo>
                    <a:pt x="142" y="23"/>
                    <a:pt x="129" y="12"/>
                    <a:pt x="116" y="7"/>
                  </a:cubicBezTo>
                  <a:cubicBezTo>
                    <a:pt x="104" y="1"/>
                    <a:pt x="93" y="0"/>
                    <a:pt x="84" y="5"/>
                  </a:cubicBezTo>
                  <a:cubicBezTo>
                    <a:pt x="75" y="10"/>
                    <a:pt x="69" y="20"/>
                    <a:pt x="67" y="36"/>
                  </a:cubicBezTo>
                  <a:cubicBezTo>
                    <a:pt x="65" y="51"/>
                    <a:pt x="66" y="70"/>
                    <a:pt x="71" y="92"/>
                  </a:cubicBezTo>
                  <a:cubicBezTo>
                    <a:pt x="71" y="92"/>
                    <a:pt x="71" y="92"/>
                    <a:pt x="71" y="92"/>
                  </a:cubicBezTo>
                  <a:cubicBezTo>
                    <a:pt x="71" y="92"/>
                    <a:pt x="71" y="92"/>
                    <a:pt x="71" y="92"/>
                  </a:cubicBezTo>
                  <a:cubicBezTo>
                    <a:pt x="27" y="103"/>
                    <a:pt x="0" y="122"/>
                    <a:pt x="0" y="143"/>
                  </a:cubicBezTo>
                  <a:cubicBezTo>
                    <a:pt x="0" y="154"/>
                    <a:pt x="7" y="164"/>
                    <a:pt x="19" y="173"/>
                  </a:cubicBezTo>
                  <a:cubicBezTo>
                    <a:pt x="31" y="182"/>
                    <a:pt x="49" y="189"/>
                    <a:pt x="71" y="195"/>
                  </a:cubicBezTo>
                  <a:cubicBezTo>
                    <a:pt x="71" y="195"/>
                    <a:pt x="71" y="195"/>
                    <a:pt x="71" y="195"/>
                  </a:cubicBezTo>
                  <a:cubicBezTo>
                    <a:pt x="71" y="195"/>
                    <a:pt x="71" y="195"/>
                    <a:pt x="71" y="195"/>
                  </a:cubicBezTo>
                  <a:cubicBezTo>
                    <a:pt x="65" y="216"/>
                    <a:pt x="64" y="235"/>
                    <a:pt x="66" y="250"/>
                  </a:cubicBezTo>
                  <a:cubicBezTo>
                    <a:pt x="68" y="266"/>
                    <a:pt x="74" y="276"/>
                    <a:pt x="83" y="281"/>
                  </a:cubicBezTo>
                  <a:cubicBezTo>
                    <a:pt x="87" y="283"/>
                    <a:pt x="91" y="284"/>
                    <a:pt x="96" y="284"/>
                  </a:cubicBezTo>
                  <a:cubicBezTo>
                    <a:pt x="113" y="284"/>
                    <a:pt x="134" y="272"/>
                    <a:pt x="156" y="249"/>
                  </a:cubicBezTo>
                  <a:cubicBezTo>
                    <a:pt x="156" y="249"/>
                    <a:pt x="156" y="249"/>
                    <a:pt x="156" y="249"/>
                  </a:cubicBezTo>
                  <a:cubicBezTo>
                    <a:pt x="156" y="249"/>
                    <a:pt x="156" y="249"/>
                    <a:pt x="156" y="249"/>
                  </a:cubicBezTo>
                  <a:cubicBezTo>
                    <a:pt x="178" y="272"/>
                    <a:pt x="199" y="284"/>
                    <a:pt x="216" y="284"/>
                  </a:cubicBezTo>
                  <a:cubicBezTo>
                    <a:pt x="220" y="284"/>
                    <a:pt x="225" y="283"/>
                    <a:pt x="228" y="281"/>
                  </a:cubicBezTo>
                  <a:cubicBezTo>
                    <a:pt x="238" y="276"/>
                    <a:pt x="244" y="266"/>
                    <a:pt x="246" y="250"/>
                  </a:cubicBezTo>
                  <a:cubicBezTo>
                    <a:pt x="248" y="235"/>
                    <a:pt x="246" y="216"/>
                    <a:pt x="241" y="195"/>
                  </a:cubicBezTo>
                  <a:cubicBezTo>
                    <a:pt x="241" y="195"/>
                    <a:pt x="241" y="195"/>
                    <a:pt x="241" y="195"/>
                  </a:cubicBezTo>
                  <a:cubicBezTo>
                    <a:pt x="241" y="195"/>
                    <a:pt x="241" y="195"/>
                    <a:pt x="241" y="195"/>
                  </a:cubicBezTo>
                  <a:cubicBezTo>
                    <a:pt x="263" y="189"/>
                    <a:pt x="280" y="182"/>
                    <a:pt x="293" y="173"/>
                  </a:cubicBezTo>
                  <a:close/>
                  <a:moveTo>
                    <a:pt x="164" y="45"/>
                  </a:moveTo>
                  <a:cubicBezTo>
                    <a:pt x="183" y="25"/>
                    <a:pt x="202" y="13"/>
                    <a:pt x="215" y="13"/>
                  </a:cubicBezTo>
                  <a:cubicBezTo>
                    <a:pt x="217" y="13"/>
                    <a:pt x="220" y="14"/>
                    <a:pt x="222" y="15"/>
                  </a:cubicBezTo>
                  <a:cubicBezTo>
                    <a:pt x="229" y="18"/>
                    <a:pt x="233" y="27"/>
                    <a:pt x="234" y="40"/>
                  </a:cubicBezTo>
                  <a:cubicBezTo>
                    <a:pt x="235" y="53"/>
                    <a:pt x="233" y="70"/>
                    <a:pt x="229" y="89"/>
                  </a:cubicBezTo>
                  <a:cubicBezTo>
                    <a:pt x="229" y="89"/>
                    <a:pt x="229" y="89"/>
                    <a:pt x="229" y="89"/>
                  </a:cubicBezTo>
                  <a:cubicBezTo>
                    <a:pt x="229" y="89"/>
                    <a:pt x="229" y="89"/>
                    <a:pt x="229" y="89"/>
                  </a:cubicBezTo>
                  <a:cubicBezTo>
                    <a:pt x="217" y="87"/>
                    <a:pt x="205" y="85"/>
                    <a:pt x="192" y="84"/>
                  </a:cubicBezTo>
                  <a:cubicBezTo>
                    <a:pt x="192" y="84"/>
                    <a:pt x="192" y="84"/>
                    <a:pt x="192" y="84"/>
                  </a:cubicBezTo>
                  <a:cubicBezTo>
                    <a:pt x="192" y="84"/>
                    <a:pt x="192" y="84"/>
                    <a:pt x="192" y="84"/>
                  </a:cubicBezTo>
                  <a:cubicBezTo>
                    <a:pt x="183" y="70"/>
                    <a:pt x="174" y="57"/>
                    <a:pt x="164" y="45"/>
                  </a:cubicBezTo>
                  <a:cubicBezTo>
                    <a:pt x="164" y="45"/>
                    <a:pt x="164" y="45"/>
                    <a:pt x="164" y="45"/>
                  </a:cubicBezTo>
                  <a:close/>
                  <a:moveTo>
                    <a:pt x="95" y="157"/>
                  </a:moveTo>
                  <a:cubicBezTo>
                    <a:pt x="95" y="157"/>
                    <a:pt x="95" y="157"/>
                    <a:pt x="95" y="157"/>
                  </a:cubicBezTo>
                  <a:cubicBezTo>
                    <a:pt x="97" y="162"/>
                    <a:pt x="100" y="166"/>
                    <a:pt x="102" y="171"/>
                  </a:cubicBezTo>
                  <a:cubicBezTo>
                    <a:pt x="106" y="178"/>
                    <a:pt x="109" y="184"/>
                    <a:pt x="113" y="190"/>
                  </a:cubicBezTo>
                  <a:cubicBezTo>
                    <a:pt x="113" y="190"/>
                    <a:pt x="113" y="190"/>
                    <a:pt x="113" y="190"/>
                  </a:cubicBezTo>
                  <a:cubicBezTo>
                    <a:pt x="113" y="190"/>
                    <a:pt x="113" y="190"/>
                    <a:pt x="113" y="190"/>
                  </a:cubicBezTo>
                  <a:cubicBezTo>
                    <a:pt x="103" y="189"/>
                    <a:pt x="94" y="188"/>
                    <a:pt x="85" y="186"/>
                  </a:cubicBezTo>
                  <a:cubicBezTo>
                    <a:pt x="85" y="186"/>
                    <a:pt x="85" y="186"/>
                    <a:pt x="85" y="186"/>
                  </a:cubicBezTo>
                  <a:cubicBezTo>
                    <a:pt x="85" y="186"/>
                    <a:pt x="85" y="186"/>
                    <a:pt x="85" y="186"/>
                  </a:cubicBezTo>
                  <a:cubicBezTo>
                    <a:pt x="88" y="177"/>
                    <a:pt x="91" y="167"/>
                    <a:pt x="95" y="157"/>
                  </a:cubicBezTo>
                  <a:close/>
                  <a:moveTo>
                    <a:pt x="86" y="101"/>
                  </a:moveTo>
                  <a:cubicBezTo>
                    <a:pt x="86" y="100"/>
                    <a:pt x="86" y="100"/>
                    <a:pt x="86" y="100"/>
                  </a:cubicBezTo>
                  <a:cubicBezTo>
                    <a:pt x="86" y="100"/>
                    <a:pt x="86" y="100"/>
                    <a:pt x="86" y="100"/>
                  </a:cubicBezTo>
                  <a:cubicBezTo>
                    <a:pt x="94" y="99"/>
                    <a:pt x="103" y="97"/>
                    <a:pt x="112" y="96"/>
                  </a:cubicBezTo>
                  <a:cubicBezTo>
                    <a:pt x="112" y="96"/>
                    <a:pt x="112" y="96"/>
                    <a:pt x="112" y="96"/>
                  </a:cubicBezTo>
                  <a:cubicBezTo>
                    <a:pt x="112" y="97"/>
                    <a:pt x="112" y="97"/>
                    <a:pt x="112" y="97"/>
                  </a:cubicBezTo>
                  <a:cubicBezTo>
                    <a:pt x="108" y="103"/>
                    <a:pt x="105" y="109"/>
                    <a:pt x="101" y="115"/>
                  </a:cubicBezTo>
                  <a:cubicBezTo>
                    <a:pt x="99" y="119"/>
                    <a:pt x="97" y="123"/>
                    <a:pt x="95" y="127"/>
                  </a:cubicBezTo>
                  <a:cubicBezTo>
                    <a:pt x="95" y="128"/>
                    <a:pt x="95" y="128"/>
                    <a:pt x="95" y="128"/>
                  </a:cubicBezTo>
                  <a:cubicBezTo>
                    <a:pt x="95" y="127"/>
                    <a:pt x="95" y="127"/>
                    <a:pt x="95" y="127"/>
                  </a:cubicBezTo>
                  <a:cubicBezTo>
                    <a:pt x="91" y="118"/>
                    <a:pt x="88" y="109"/>
                    <a:pt x="86" y="101"/>
                  </a:cubicBezTo>
                  <a:close/>
                  <a:moveTo>
                    <a:pt x="112" y="166"/>
                  </a:moveTo>
                  <a:cubicBezTo>
                    <a:pt x="108" y="158"/>
                    <a:pt x="105" y="150"/>
                    <a:pt x="101" y="142"/>
                  </a:cubicBezTo>
                  <a:cubicBezTo>
                    <a:pt x="101" y="142"/>
                    <a:pt x="101" y="142"/>
                    <a:pt x="101" y="142"/>
                  </a:cubicBezTo>
                  <a:cubicBezTo>
                    <a:pt x="101" y="142"/>
                    <a:pt x="101" y="142"/>
                    <a:pt x="101" y="142"/>
                  </a:cubicBezTo>
                  <a:cubicBezTo>
                    <a:pt x="104" y="135"/>
                    <a:pt x="108" y="127"/>
                    <a:pt x="112" y="120"/>
                  </a:cubicBezTo>
                  <a:cubicBezTo>
                    <a:pt x="116" y="112"/>
                    <a:pt x="121" y="103"/>
                    <a:pt x="126" y="95"/>
                  </a:cubicBezTo>
                  <a:cubicBezTo>
                    <a:pt x="126" y="95"/>
                    <a:pt x="126" y="95"/>
                    <a:pt x="126" y="95"/>
                  </a:cubicBezTo>
                  <a:cubicBezTo>
                    <a:pt x="126" y="95"/>
                    <a:pt x="126" y="95"/>
                    <a:pt x="126" y="95"/>
                  </a:cubicBezTo>
                  <a:cubicBezTo>
                    <a:pt x="146" y="94"/>
                    <a:pt x="166" y="94"/>
                    <a:pt x="186" y="95"/>
                  </a:cubicBezTo>
                  <a:cubicBezTo>
                    <a:pt x="186" y="95"/>
                    <a:pt x="186" y="95"/>
                    <a:pt x="186" y="95"/>
                  </a:cubicBezTo>
                  <a:cubicBezTo>
                    <a:pt x="186" y="95"/>
                    <a:pt x="186" y="95"/>
                    <a:pt x="186" y="95"/>
                  </a:cubicBezTo>
                  <a:cubicBezTo>
                    <a:pt x="191" y="103"/>
                    <a:pt x="196" y="112"/>
                    <a:pt x="200" y="120"/>
                  </a:cubicBezTo>
                  <a:cubicBezTo>
                    <a:pt x="204" y="127"/>
                    <a:pt x="207" y="135"/>
                    <a:pt x="211" y="142"/>
                  </a:cubicBezTo>
                  <a:cubicBezTo>
                    <a:pt x="211" y="142"/>
                    <a:pt x="211" y="142"/>
                    <a:pt x="211" y="142"/>
                  </a:cubicBezTo>
                  <a:cubicBezTo>
                    <a:pt x="211" y="142"/>
                    <a:pt x="211" y="142"/>
                    <a:pt x="211" y="142"/>
                  </a:cubicBezTo>
                  <a:cubicBezTo>
                    <a:pt x="207" y="150"/>
                    <a:pt x="203" y="158"/>
                    <a:pt x="199" y="166"/>
                  </a:cubicBezTo>
                  <a:cubicBezTo>
                    <a:pt x="195" y="175"/>
                    <a:pt x="190" y="183"/>
                    <a:pt x="185" y="192"/>
                  </a:cubicBezTo>
                  <a:cubicBezTo>
                    <a:pt x="185" y="192"/>
                    <a:pt x="185" y="192"/>
                    <a:pt x="185" y="192"/>
                  </a:cubicBezTo>
                  <a:cubicBezTo>
                    <a:pt x="185" y="192"/>
                    <a:pt x="185" y="192"/>
                    <a:pt x="185" y="192"/>
                  </a:cubicBezTo>
                  <a:cubicBezTo>
                    <a:pt x="175" y="192"/>
                    <a:pt x="165" y="193"/>
                    <a:pt x="156" y="193"/>
                  </a:cubicBezTo>
                  <a:cubicBezTo>
                    <a:pt x="146" y="193"/>
                    <a:pt x="137" y="192"/>
                    <a:pt x="127" y="192"/>
                  </a:cubicBezTo>
                  <a:cubicBezTo>
                    <a:pt x="127" y="192"/>
                    <a:pt x="127" y="192"/>
                    <a:pt x="127" y="192"/>
                  </a:cubicBezTo>
                  <a:cubicBezTo>
                    <a:pt x="127" y="192"/>
                    <a:pt x="127" y="192"/>
                    <a:pt x="127" y="192"/>
                  </a:cubicBezTo>
                  <a:cubicBezTo>
                    <a:pt x="122" y="183"/>
                    <a:pt x="117" y="175"/>
                    <a:pt x="112" y="166"/>
                  </a:cubicBezTo>
                  <a:close/>
                  <a:moveTo>
                    <a:pt x="199" y="190"/>
                  </a:moveTo>
                  <a:cubicBezTo>
                    <a:pt x="203" y="184"/>
                    <a:pt x="206" y="178"/>
                    <a:pt x="209" y="171"/>
                  </a:cubicBezTo>
                  <a:cubicBezTo>
                    <a:pt x="212" y="166"/>
                    <a:pt x="214" y="162"/>
                    <a:pt x="217" y="157"/>
                  </a:cubicBezTo>
                  <a:cubicBezTo>
                    <a:pt x="217" y="157"/>
                    <a:pt x="217" y="157"/>
                    <a:pt x="217" y="157"/>
                  </a:cubicBezTo>
                  <a:cubicBezTo>
                    <a:pt x="217" y="157"/>
                    <a:pt x="217" y="157"/>
                    <a:pt x="217" y="157"/>
                  </a:cubicBezTo>
                  <a:cubicBezTo>
                    <a:pt x="221" y="167"/>
                    <a:pt x="224" y="177"/>
                    <a:pt x="227" y="186"/>
                  </a:cubicBezTo>
                  <a:cubicBezTo>
                    <a:pt x="227" y="186"/>
                    <a:pt x="227" y="186"/>
                    <a:pt x="227" y="186"/>
                  </a:cubicBezTo>
                  <a:cubicBezTo>
                    <a:pt x="227" y="186"/>
                    <a:pt x="227" y="186"/>
                    <a:pt x="227" y="186"/>
                  </a:cubicBezTo>
                  <a:cubicBezTo>
                    <a:pt x="218" y="188"/>
                    <a:pt x="209" y="189"/>
                    <a:pt x="199" y="190"/>
                  </a:cubicBezTo>
                  <a:cubicBezTo>
                    <a:pt x="199" y="190"/>
                    <a:pt x="199" y="190"/>
                    <a:pt x="199" y="190"/>
                  </a:cubicBezTo>
                  <a:close/>
                  <a:moveTo>
                    <a:pt x="217" y="127"/>
                  </a:moveTo>
                  <a:cubicBezTo>
                    <a:pt x="217" y="128"/>
                    <a:pt x="217" y="128"/>
                    <a:pt x="217" y="128"/>
                  </a:cubicBezTo>
                  <a:cubicBezTo>
                    <a:pt x="217" y="127"/>
                    <a:pt x="217" y="127"/>
                    <a:pt x="217" y="127"/>
                  </a:cubicBezTo>
                  <a:cubicBezTo>
                    <a:pt x="214" y="123"/>
                    <a:pt x="212" y="119"/>
                    <a:pt x="210" y="115"/>
                  </a:cubicBezTo>
                  <a:cubicBezTo>
                    <a:pt x="207" y="109"/>
                    <a:pt x="204" y="103"/>
                    <a:pt x="200" y="97"/>
                  </a:cubicBezTo>
                  <a:cubicBezTo>
                    <a:pt x="200" y="96"/>
                    <a:pt x="200" y="96"/>
                    <a:pt x="200" y="96"/>
                  </a:cubicBezTo>
                  <a:cubicBezTo>
                    <a:pt x="200" y="96"/>
                    <a:pt x="200" y="96"/>
                    <a:pt x="200" y="96"/>
                  </a:cubicBezTo>
                  <a:cubicBezTo>
                    <a:pt x="209" y="97"/>
                    <a:pt x="218" y="99"/>
                    <a:pt x="226" y="100"/>
                  </a:cubicBezTo>
                  <a:cubicBezTo>
                    <a:pt x="226" y="100"/>
                    <a:pt x="226" y="100"/>
                    <a:pt x="226" y="100"/>
                  </a:cubicBezTo>
                  <a:cubicBezTo>
                    <a:pt x="226" y="101"/>
                    <a:pt x="226" y="101"/>
                    <a:pt x="226" y="101"/>
                  </a:cubicBezTo>
                  <a:cubicBezTo>
                    <a:pt x="223" y="109"/>
                    <a:pt x="220" y="118"/>
                    <a:pt x="217" y="127"/>
                  </a:cubicBezTo>
                  <a:close/>
                  <a:moveTo>
                    <a:pt x="156" y="54"/>
                  </a:moveTo>
                  <a:cubicBezTo>
                    <a:pt x="156" y="54"/>
                    <a:pt x="156" y="54"/>
                    <a:pt x="156" y="54"/>
                  </a:cubicBezTo>
                  <a:cubicBezTo>
                    <a:pt x="156" y="54"/>
                    <a:pt x="156" y="54"/>
                    <a:pt x="156" y="54"/>
                  </a:cubicBezTo>
                  <a:cubicBezTo>
                    <a:pt x="163" y="63"/>
                    <a:pt x="171" y="72"/>
                    <a:pt x="178" y="83"/>
                  </a:cubicBezTo>
                  <a:cubicBezTo>
                    <a:pt x="178" y="83"/>
                    <a:pt x="178" y="83"/>
                    <a:pt x="178" y="83"/>
                  </a:cubicBezTo>
                  <a:cubicBezTo>
                    <a:pt x="178" y="83"/>
                    <a:pt x="178" y="83"/>
                    <a:pt x="178" y="83"/>
                  </a:cubicBezTo>
                  <a:cubicBezTo>
                    <a:pt x="170" y="83"/>
                    <a:pt x="163" y="82"/>
                    <a:pt x="156" y="82"/>
                  </a:cubicBezTo>
                  <a:cubicBezTo>
                    <a:pt x="149" y="82"/>
                    <a:pt x="141" y="83"/>
                    <a:pt x="134" y="83"/>
                  </a:cubicBezTo>
                  <a:cubicBezTo>
                    <a:pt x="134" y="83"/>
                    <a:pt x="134" y="83"/>
                    <a:pt x="134" y="83"/>
                  </a:cubicBezTo>
                  <a:cubicBezTo>
                    <a:pt x="134" y="83"/>
                    <a:pt x="134" y="83"/>
                    <a:pt x="134" y="83"/>
                  </a:cubicBezTo>
                  <a:cubicBezTo>
                    <a:pt x="141" y="72"/>
                    <a:pt x="148" y="63"/>
                    <a:pt x="156" y="54"/>
                  </a:cubicBezTo>
                  <a:close/>
                  <a:moveTo>
                    <a:pt x="78" y="40"/>
                  </a:moveTo>
                  <a:cubicBezTo>
                    <a:pt x="79" y="27"/>
                    <a:pt x="83" y="18"/>
                    <a:pt x="89" y="15"/>
                  </a:cubicBezTo>
                  <a:cubicBezTo>
                    <a:pt x="92" y="14"/>
                    <a:pt x="94" y="13"/>
                    <a:pt x="97" y="13"/>
                  </a:cubicBezTo>
                  <a:cubicBezTo>
                    <a:pt x="110" y="13"/>
                    <a:pt x="129" y="25"/>
                    <a:pt x="148" y="45"/>
                  </a:cubicBezTo>
                  <a:cubicBezTo>
                    <a:pt x="148" y="45"/>
                    <a:pt x="148" y="45"/>
                    <a:pt x="148" y="45"/>
                  </a:cubicBezTo>
                  <a:cubicBezTo>
                    <a:pt x="148" y="45"/>
                    <a:pt x="148" y="45"/>
                    <a:pt x="148" y="45"/>
                  </a:cubicBezTo>
                  <a:cubicBezTo>
                    <a:pt x="138" y="57"/>
                    <a:pt x="128" y="70"/>
                    <a:pt x="119" y="84"/>
                  </a:cubicBezTo>
                  <a:cubicBezTo>
                    <a:pt x="119" y="84"/>
                    <a:pt x="119" y="84"/>
                    <a:pt x="119" y="84"/>
                  </a:cubicBezTo>
                  <a:cubicBezTo>
                    <a:pt x="119" y="84"/>
                    <a:pt x="119" y="84"/>
                    <a:pt x="119" y="84"/>
                  </a:cubicBezTo>
                  <a:cubicBezTo>
                    <a:pt x="107" y="85"/>
                    <a:pt x="94" y="87"/>
                    <a:pt x="83" y="89"/>
                  </a:cubicBezTo>
                  <a:cubicBezTo>
                    <a:pt x="83" y="89"/>
                    <a:pt x="83" y="89"/>
                    <a:pt x="83" y="89"/>
                  </a:cubicBezTo>
                  <a:cubicBezTo>
                    <a:pt x="83" y="89"/>
                    <a:pt x="83" y="89"/>
                    <a:pt x="83" y="89"/>
                  </a:cubicBezTo>
                  <a:cubicBezTo>
                    <a:pt x="78" y="70"/>
                    <a:pt x="76" y="53"/>
                    <a:pt x="78" y="40"/>
                  </a:cubicBezTo>
                  <a:close/>
                  <a:moveTo>
                    <a:pt x="74" y="183"/>
                  </a:moveTo>
                  <a:cubicBezTo>
                    <a:pt x="74" y="183"/>
                    <a:pt x="74" y="183"/>
                    <a:pt x="74" y="183"/>
                  </a:cubicBezTo>
                  <a:cubicBezTo>
                    <a:pt x="55" y="179"/>
                    <a:pt x="39" y="172"/>
                    <a:pt x="28" y="165"/>
                  </a:cubicBezTo>
                  <a:cubicBezTo>
                    <a:pt x="17" y="158"/>
                    <a:pt x="11" y="151"/>
                    <a:pt x="11" y="143"/>
                  </a:cubicBezTo>
                  <a:cubicBezTo>
                    <a:pt x="11" y="136"/>
                    <a:pt x="17" y="128"/>
                    <a:pt x="28" y="121"/>
                  </a:cubicBezTo>
                  <a:cubicBezTo>
                    <a:pt x="39" y="114"/>
                    <a:pt x="55" y="108"/>
                    <a:pt x="74" y="103"/>
                  </a:cubicBezTo>
                  <a:cubicBezTo>
                    <a:pt x="74" y="103"/>
                    <a:pt x="74" y="103"/>
                    <a:pt x="74" y="103"/>
                  </a:cubicBezTo>
                  <a:cubicBezTo>
                    <a:pt x="74" y="103"/>
                    <a:pt x="74" y="103"/>
                    <a:pt x="74" y="103"/>
                  </a:cubicBezTo>
                  <a:cubicBezTo>
                    <a:pt x="78" y="116"/>
                    <a:pt x="83" y="129"/>
                    <a:pt x="88" y="142"/>
                  </a:cubicBezTo>
                  <a:cubicBezTo>
                    <a:pt x="88" y="142"/>
                    <a:pt x="88" y="142"/>
                    <a:pt x="88" y="142"/>
                  </a:cubicBezTo>
                  <a:cubicBezTo>
                    <a:pt x="88" y="142"/>
                    <a:pt x="88" y="142"/>
                    <a:pt x="88" y="142"/>
                  </a:cubicBezTo>
                  <a:cubicBezTo>
                    <a:pt x="82" y="156"/>
                    <a:pt x="77" y="170"/>
                    <a:pt x="74" y="183"/>
                  </a:cubicBezTo>
                  <a:close/>
                  <a:moveTo>
                    <a:pt x="148" y="240"/>
                  </a:moveTo>
                  <a:cubicBezTo>
                    <a:pt x="128" y="261"/>
                    <a:pt x="109" y="273"/>
                    <a:pt x="96" y="273"/>
                  </a:cubicBezTo>
                  <a:cubicBezTo>
                    <a:pt x="93" y="273"/>
                    <a:pt x="91" y="272"/>
                    <a:pt x="89" y="271"/>
                  </a:cubicBezTo>
                  <a:cubicBezTo>
                    <a:pt x="82" y="268"/>
                    <a:pt x="78" y="259"/>
                    <a:pt x="77" y="246"/>
                  </a:cubicBezTo>
                  <a:cubicBezTo>
                    <a:pt x="76" y="233"/>
                    <a:pt x="77" y="216"/>
                    <a:pt x="82" y="197"/>
                  </a:cubicBezTo>
                  <a:cubicBezTo>
                    <a:pt x="82" y="197"/>
                    <a:pt x="82" y="197"/>
                    <a:pt x="82" y="197"/>
                  </a:cubicBezTo>
                  <a:cubicBezTo>
                    <a:pt x="82" y="197"/>
                    <a:pt x="82" y="197"/>
                    <a:pt x="82" y="197"/>
                  </a:cubicBezTo>
                  <a:cubicBezTo>
                    <a:pt x="94" y="200"/>
                    <a:pt x="107" y="201"/>
                    <a:pt x="120" y="203"/>
                  </a:cubicBezTo>
                  <a:cubicBezTo>
                    <a:pt x="120" y="203"/>
                    <a:pt x="120" y="203"/>
                    <a:pt x="120" y="203"/>
                  </a:cubicBezTo>
                  <a:cubicBezTo>
                    <a:pt x="120" y="203"/>
                    <a:pt x="120" y="203"/>
                    <a:pt x="120" y="203"/>
                  </a:cubicBezTo>
                  <a:cubicBezTo>
                    <a:pt x="129" y="216"/>
                    <a:pt x="138" y="229"/>
                    <a:pt x="148" y="240"/>
                  </a:cubicBezTo>
                  <a:cubicBezTo>
                    <a:pt x="148" y="240"/>
                    <a:pt x="148" y="240"/>
                    <a:pt x="148" y="240"/>
                  </a:cubicBezTo>
                  <a:close/>
                  <a:moveTo>
                    <a:pt x="156" y="231"/>
                  </a:moveTo>
                  <a:cubicBezTo>
                    <a:pt x="156" y="231"/>
                    <a:pt x="156" y="231"/>
                    <a:pt x="156" y="231"/>
                  </a:cubicBezTo>
                  <a:cubicBezTo>
                    <a:pt x="156" y="231"/>
                    <a:pt x="156" y="231"/>
                    <a:pt x="156" y="231"/>
                  </a:cubicBezTo>
                  <a:cubicBezTo>
                    <a:pt x="149" y="223"/>
                    <a:pt x="142" y="214"/>
                    <a:pt x="135" y="204"/>
                  </a:cubicBezTo>
                  <a:cubicBezTo>
                    <a:pt x="135" y="204"/>
                    <a:pt x="135" y="204"/>
                    <a:pt x="135" y="204"/>
                  </a:cubicBezTo>
                  <a:cubicBezTo>
                    <a:pt x="135" y="204"/>
                    <a:pt x="135" y="204"/>
                    <a:pt x="135" y="204"/>
                  </a:cubicBezTo>
                  <a:cubicBezTo>
                    <a:pt x="142" y="204"/>
                    <a:pt x="149" y="204"/>
                    <a:pt x="156" y="204"/>
                  </a:cubicBezTo>
                  <a:cubicBezTo>
                    <a:pt x="163" y="204"/>
                    <a:pt x="170" y="204"/>
                    <a:pt x="177" y="204"/>
                  </a:cubicBezTo>
                  <a:cubicBezTo>
                    <a:pt x="177" y="204"/>
                    <a:pt x="177" y="204"/>
                    <a:pt x="177" y="204"/>
                  </a:cubicBezTo>
                  <a:cubicBezTo>
                    <a:pt x="177" y="204"/>
                    <a:pt x="177" y="204"/>
                    <a:pt x="177" y="204"/>
                  </a:cubicBezTo>
                  <a:cubicBezTo>
                    <a:pt x="170" y="214"/>
                    <a:pt x="163" y="223"/>
                    <a:pt x="156" y="231"/>
                  </a:cubicBezTo>
                  <a:close/>
                  <a:moveTo>
                    <a:pt x="235" y="246"/>
                  </a:moveTo>
                  <a:cubicBezTo>
                    <a:pt x="234" y="259"/>
                    <a:pt x="229" y="268"/>
                    <a:pt x="223" y="271"/>
                  </a:cubicBezTo>
                  <a:cubicBezTo>
                    <a:pt x="221" y="272"/>
                    <a:pt x="218" y="273"/>
                    <a:pt x="215" y="273"/>
                  </a:cubicBezTo>
                  <a:cubicBezTo>
                    <a:pt x="202" y="273"/>
                    <a:pt x="184" y="261"/>
                    <a:pt x="164" y="240"/>
                  </a:cubicBezTo>
                  <a:cubicBezTo>
                    <a:pt x="164" y="240"/>
                    <a:pt x="164" y="240"/>
                    <a:pt x="164" y="240"/>
                  </a:cubicBezTo>
                  <a:cubicBezTo>
                    <a:pt x="164" y="240"/>
                    <a:pt x="164" y="240"/>
                    <a:pt x="164" y="240"/>
                  </a:cubicBezTo>
                  <a:cubicBezTo>
                    <a:pt x="173" y="229"/>
                    <a:pt x="182" y="216"/>
                    <a:pt x="191" y="203"/>
                  </a:cubicBezTo>
                  <a:cubicBezTo>
                    <a:pt x="191" y="203"/>
                    <a:pt x="191" y="203"/>
                    <a:pt x="191" y="203"/>
                  </a:cubicBezTo>
                  <a:cubicBezTo>
                    <a:pt x="191" y="203"/>
                    <a:pt x="191" y="203"/>
                    <a:pt x="191" y="203"/>
                  </a:cubicBezTo>
                  <a:cubicBezTo>
                    <a:pt x="205" y="201"/>
                    <a:pt x="218" y="200"/>
                    <a:pt x="230" y="197"/>
                  </a:cubicBezTo>
                  <a:cubicBezTo>
                    <a:pt x="230" y="197"/>
                    <a:pt x="230" y="197"/>
                    <a:pt x="230" y="197"/>
                  </a:cubicBezTo>
                  <a:cubicBezTo>
                    <a:pt x="230" y="197"/>
                    <a:pt x="230" y="197"/>
                    <a:pt x="230" y="197"/>
                  </a:cubicBezTo>
                  <a:cubicBezTo>
                    <a:pt x="234" y="216"/>
                    <a:pt x="236" y="233"/>
                    <a:pt x="235" y="246"/>
                  </a:cubicBezTo>
                  <a:close/>
                  <a:moveTo>
                    <a:pt x="238" y="183"/>
                  </a:moveTo>
                  <a:cubicBezTo>
                    <a:pt x="238" y="183"/>
                    <a:pt x="238" y="183"/>
                    <a:pt x="238" y="183"/>
                  </a:cubicBezTo>
                  <a:cubicBezTo>
                    <a:pt x="238" y="183"/>
                    <a:pt x="238" y="183"/>
                    <a:pt x="238" y="183"/>
                  </a:cubicBezTo>
                  <a:cubicBezTo>
                    <a:pt x="234" y="170"/>
                    <a:pt x="229" y="156"/>
                    <a:pt x="223" y="142"/>
                  </a:cubicBezTo>
                  <a:cubicBezTo>
                    <a:pt x="223" y="142"/>
                    <a:pt x="223" y="142"/>
                    <a:pt x="223" y="142"/>
                  </a:cubicBezTo>
                  <a:cubicBezTo>
                    <a:pt x="223" y="142"/>
                    <a:pt x="223" y="142"/>
                    <a:pt x="223" y="142"/>
                  </a:cubicBezTo>
                  <a:cubicBezTo>
                    <a:pt x="229" y="129"/>
                    <a:pt x="234" y="116"/>
                    <a:pt x="237" y="103"/>
                  </a:cubicBezTo>
                  <a:cubicBezTo>
                    <a:pt x="237" y="103"/>
                    <a:pt x="237" y="103"/>
                    <a:pt x="237" y="103"/>
                  </a:cubicBezTo>
                  <a:cubicBezTo>
                    <a:pt x="237" y="103"/>
                    <a:pt x="237" y="103"/>
                    <a:pt x="237" y="103"/>
                  </a:cubicBezTo>
                  <a:cubicBezTo>
                    <a:pt x="256" y="108"/>
                    <a:pt x="272" y="114"/>
                    <a:pt x="283" y="121"/>
                  </a:cubicBezTo>
                  <a:cubicBezTo>
                    <a:pt x="294" y="128"/>
                    <a:pt x="300" y="136"/>
                    <a:pt x="300" y="143"/>
                  </a:cubicBezTo>
                  <a:cubicBezTo>
                    <a:pt x="300" y="151"/>
                    <a:pt x="294" y="158"/>
                    <a:pt x="284" y="165"/>
                  </a:cubicBezTo>
                  <a:cubicBezTo>
                    <a:pt x="273" y="172"/>
                    <a:pt x="257" y="179"/>
                    <a:pt x="238" y="183"/>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8" name="Freeform 16">
              <a:extLst>
                <a:ext uri="{FF2B5EF4-FFF2-40B4-BE49-F238E27FC236}">
                  <a16:creationId xmlns:a16="http://schemas.microsoft.com/office/drawing/2014/main" id="{1270091F-B496-1512-BFB8-7C8683AD2EE5}"/>
                </a:ext>
              </a:extLst>
            </p:cNvPr>
            <p:cNvSpPr>
              <a:spLocks noEditPoints="1"/>
            </p:cNvSpPr>
            <p:nvPr/>
          </p:nvSpPr>
          <p:spPr bwMode="auto">
            <a:xfrm>
              <a:off x="2588" y="604"/>
              <a:ext cx="80" cy="80"/>
            </a:xfrm>
            <a:custGeom>
              <a:avLst/>
              <a:gdLst>
                <a:gd name="T0" fmla="*/ 27 w 54"/>
                <a:gd name="T1" fmla="*/ 0 h 54"/>
                <a:gd name="T2" fmla="*/ 0 w 54"/>
                <a:gd name="T3" fmla="*/ 27 h 54"/>
                <a:gd name="T4" fmla="*/ 27 w 54"/>
                <a:gd name="T5" fmla="*/ 54 h 54"/>
                <a:gd name="T6" fmla="*/ 54 w 54"/>
                <a:gd name="T7" fmla="*/ 27 h 54"/>
                <a:gd name="T8" fmla="*/ 27 w 54"/>
                <a:gd name="T9" fmla="*/ 0 h 54"/>
                <a:gd name="T10" fmla="*/ 27 w 54"/>
                <a:gd name="T11" fmla="*/ 43 h 54"/>
                <a:gd name="T12" fmla="*/ 12 w 54"/>
                <a:gd name="T13" fmla="*/ 27 h 54"/>
                <a:gd name="T14" fmla="*/ 27 w 54"/>
                <a:gd name="T15" fmla="*/ 12 h 54"/>
                <a:gd name="T16" fmla="*/ 43 w 54"/>
                <a:gd name="T17" fmla="*/ 27 h 54"/>
                <a:gd name="T18" fmla="*/ 27 w 54"/>
                <a:gd name="T19" fmla="*/ 4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54">
                  <a:moveTo>
                    <a:pt x="27" y="0"/>
                  </a:moveTo>
                  <a:cubicBezTo>
                    <a:pt x="12" y="0"/>
                    <a:pt x="0" y="12"/>
                    <a:pt x="0" y="27"/>
                  </a:cubicBezTo>
                  <a:cubicBezTo>
                    <a:pt x="0" y="42"/>
                    <a:pt x="12" y="54"/>
                    <a:pt x="27" y="54"/>
                  </a:cubicBezTo>
                  <a:cubicBezTo>
                    <a:pt x="42" y="54"/>
                    <a:pt x="54" y="42"/>
                    <a:pt x="54" y="27"/>
                  </a:cubicBezTo>
                  <a:cubicBezTo>
                    <a:pt x="54" y="12"/>
                    <a:pt x="42" y="0"/>
                    <a:pt x="27" y="0"/>
                  </a:cubicBezTo>
                  <a:close/>
                  <a:moveTo>
                    <a:pt x="27" y="43"/>
                  </a:moveTo>
                  <a:cubicBezTo>
                    <a:pt x="19" y="43"/>
                    <a:pt x="12" y="36"/>
                    <a:pt x="12" y="27"/>
                  </a:cubicBezTo>
                  <a:cubicBezTo>
                    <a:pt x="12" y="19"/>
                    <a:pt x="19" y="12"/>
                    <a:pt x="27" y="12"/>
                  </a:cubicBezTo>
                  <a:cubicBezTo>
                    <a:pt x="36" y="12"/>
                    <a:pt x="43" y="19"/>
                    <a:pt x="43" y="27"/>
                  </a:cubicBezTo>
                  <a:cubicBezTo>
                    <a:pt x="43" y="36"/>
                    <a:pt x="36" y="43"/>
                    <a:pt x="27"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39" name="Group 4">
            <a:extLst>
              <a:ext uri="{FF2B5EF4-FFF2-40B4-BE49-F238E27FC236}">
                <a16:creationId xmlns:a16="http://schemas.microsoft.com/office/drawing/2014/main" id="{2599905C-9DF2-A98F-4C99-ACFC0A55DFCE}"/>
              </a:ext>
            </a:extLst>
          </p:cNvPr>
          <p:cNvGrpSpPr>
            <a:grpSpLocks noChangeAspect="1"/>
          </p:cNvGrpSpPr>
          <p:nvPr/>
        </p:nvGrpSpPr>
        <p:grpSpPr bwMode="auto">
          <a:xfrm>
            <a:off x="10990810" y="2753363"/>
            <a:ext cx="369785" cy="362222"/>
            <a:chOff x="522" y="606"/>
            <a:chExt cx="440" cy="431"/>
          </a:xfrm>
          <a:solidFill>
            <a:schemeClr val="bg1"/>
          </a:solidFill>
        </p:grpSpPr>
        <p:sp>
          <p:nvSpPr>
            <p:cNvPr id="40" name="Freeform 5">
              <a:extLst>
                <a:ext uri="{FF2B5EF4-FFF2-40B4-BE49-F238E27FC236}">
                  <a16:creationId xmlns:a16="http://schemas.microsoft.com/office/drawing/2014/main" id="{DF89C702-0964-E097-E6DE-0B75DD5452F6}"/>
                </a:ext>
              </a:extLst>
            </p:cNvPr>
            <p:cNvSpPr>
              <a:spLocks noEditPoints="1"/>
            </p:cNvSpPr>
            <p:nvPr/>
          </p:nvSpPr>
          <p:spPr bwMode="auto">
            <a:xfrm>
              <a:off x="669" y="606"/>
              <a:ext cx="293" cy="287"/>
            </a:xfrm>
            <a:custGeom>
              <a:avLst/>
              <a:gdLst>
                <a:gd name="T0" fmla="*/ 96 w 192"/>
                <a:gd name="T1" fmla="*/ 192 h 192"/>
                <a:gd name="T2" fmla="*/ 0 w 192"/>
                <a:gd name="T3" fmla="*/ 96 h 192"/>
                <a:gd name="T4" fmla="*/ 96 w 192"/>
                <a:gd name="T5" fmla="*/ 0 h 192"/>
                <a:gd name="T6" fmla="*/ 192 w 192"/>
                <a:gd name="T7" fmla="*/ 96 h 192"/>
                <a:gd name="T8" fmla="*/ 96 w 192"/>
                <a:gd name="T9" fmla="*/ 192 h 192"/>
                <a:gd name="T10" fmla="*/ 96 w 192"/>
                <a:gd name="T11" fmla="*/ 12 h 192"/>
                <a:gd name="T12" fmla="*/ 12 w 192"/>
                <a:gd name="T13" fmla="*/ 96 h 192"/>
                <a:gd name="T14" fmla="*/ 96 w 192"/>
                <a:gd name="T15" fmla="*/ 180 h 192"/>
                <a:gd name="T16" fmla="*/ 180 w 192"/>
                <a:gd name="T17" fmla="*/ 96 h 192"/>
                <a:gd name="T18" fmla="*/ 96 w 192"/>
                <a:gd name="T19"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192"/>
                  </a:moveTo>
                  <a:cubicBezTo>
                    <a:pt x="43" y="192"/>
                    <a:pt x="0" y="149"/>
                    <a:pt x="0" y="96"/>
                  </a:cubicBezTo>
                  <a:cubicBezTo>
                    <a:pt x="0" y="43"/>
                    <a:pt x="43" y="0"/>
                    <a:pt x="96" y="0"/>
                  </a:cubicBezTo>
                  <a:cubicBezTo>
                    <a:pt x="149" y="0"/>
                    <a:pt x="192" y="43"/>
                    <a:pt x="192" y="96"/>
                  </a:cubicBezTo>
                  <a:cubicBezTo>
                    <a:pt x="192" y="149"/>
                    <a:pt x="149" y="192"/>
                    <a:pt x="96" y="192"/>
                  </a:cubicBezTo>
                  <a:close/>
                  <a:moveTo>
                    <a:pt x="96" y="12"/>
                  </a:moveTo>
                  <a:cubicBezTo>
                    <a:pt x="50" y="12"/>
                    <a:pt x="12" y="49"/>
                    <a:pt x="12" y="96"/>
                  </a:cubicBezTo>
                  <a:cubicBezTo>
                    <a:pt x="12" y="142"/>
                    <a:pt x="50" y="180"/>
                    <a:pt x="96" y="180"/>
                  </a:cubicBezTo>
                  <a:cubicBezTo>
                    <a:pt x="142" y="180"/>
                    <a:pt x="180" y="142"/>
                    <a:pt x="180" y="96"/>
                  </a:cubicBezTo>
                  <a:cubicBezTo>
                    <a:pt x="180" y="49"/>
                    <a:pt x="142" y="12"/>
                    <a:pt x="9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1" name="Freeform 6">
              <a:extLst>
                <a:ext uri="{FF2B5EF4-FFF2-40B4-BE49-F238E27FC236}">
                  <a16:creationId xmlns:a16="http://schemas.microsoft.com/office/drawing/2014/main" id="{FC5B9EA9-298C-279B-241A-B055C78AB942}"/>
                </a:ext>
              </a:extLst>
            </p:cNvPr>
            <p:cNvSpPr>
              <a:spLocks/>
            </p:cNvSpPr>
            <p:nvPr/>
          </p:nvSpPr>
          <p:spPr bwMode="auto">
            <a:xfrm>
              <a:off x="806" y="795"/>
              <a:ext cx="19" cy="36"/>
            </a:xfrm>
            <a:custGeom>
              <a:avLst/>
              <a:gdLst>
                <a:gd name="T0" fmla="*/ 6 w 12"/>
                <a:gd name="T1" fmla="*/ 24 h 24"/>
                <a:gd name="T2" fmla="*/ 0 w 12"/>
                <a:gd name="T3" fmla="*/ 18 h 24"/>
                <a:gd name="T4" fmla="*/ 0 w 12"/>
                <a:gd name="T5" fmla="*/ 6 h 24"/>
                <a:gd name="T6" fmla="*/ 6 w 12"/>
                <a:gd name="T7" fmla="*/ 0 h 24"/>
                <a:gd name="T8" fmla="*/ 12 w 12"/>
                <a:gd name="T9" fmla="*/ 6 h 24"/>
                <a:gd name="T10" fmla="*/ 12 w 12"/>
                <a:gd name="T11" fmla="*/ 18 h 24"/>
                <a:gd name="T12" fmla="*/ 6 w 12"/>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12" h="24">
                  <a:moveTo>
                    <a:pt x="6" y="24"/>
                  </a:moveTo>
                  <a:cubicBezTo>
                    <a:pt x="3" y="24"/>
                    <a:pt x="0" y="21"/>
                    <a:pt x="0" y="18"/>
                  </a:cubicBezTo>
                  <a:cubicBezTo>
                    <a:pt x="0" y="6"/>
                    <a:pt x="0" y="6"/>
                    <a:pt x="0" y="6"/>
                  </a:cubicBezTo>
                  <a:cubicBezTo>
                    <a:pt x="0" y="2"/>
                    <a:pt x="3" y="0"/>
                    <a:pt x="6" y="0"/>
                  </a:cubicBezTo>
                  <a:cubicBezTo>
                    <a:pt x="9" y="0"/>
                    <a:pt x="12" y="2"/>
                    <a:pt x="12" y="6"/>
                  </a:cubicBezTo>
                  <a:cubicBezTo>
                    <a:pt x="12" y="18"/>
                    <a:pt x="12" y="18"/>
                    <a:pt x="12" y="18"/>
                  </a:cubicBezTo>
                  <a:cubicBezTo>
                    <a:pt x="12" y="21"/>
                    <a:pt x="9" y="24"/>
                    <a:pt x="6"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2" name="Freeform 7">
              <a:extLst>
                <a:ext uri="{FF2B5EF4-FFF2-40B4-BE49-F238E27FC236}">
                  <a16:creationId xmlns:a16="http://schemas.microsoft.com/office/drawing/2014/main" id="{384322B8-8BF3-ECDD-AE20-E5ED00621935}"/>
                </a:ext>
              </a:extLst>
            </p:cNvPr>
            <p:cNvSpPr>
              <a:spLocks/>
            </p:cNvSpPr>
            <p:nvPr/>
          </p:nvSpPr>
          <p:spPr bwMode="auto">
            <a:xfrm>
              <a:off x="806" y="669"/>
              <a:ext cx="19" cy="36"/>
            </a:xfrm>
            <a:custGeom>
              <a:avLst/>
              <a:gdLst>
                <a:gd name="T0" fmla="*/ 6 w 12"/>
                <a:gd name="T1" fmla="*/ 24 h 24"/>
                <a:gd name="T2" fmla="*/ 0 w 12"/>
                <a:gd name="T3" fmla="*/ 18 h 24"/>
                <a:gd name="T4" fmla="*/ 0 w 12"/>
                <a:gd name="T5" fmla="*/ 6 h 24"/>
                <a:gd name="T6" fmla="*/ 6 w 12"/>
                <a:gd name="T7" fmla="*/ 0 h 24"/>
                <a:gd name="T8" fmla="*/ 12 w 12"/>
                <a:gd name="T9" fmla="*/ 6 h 24"/>
                <a:gd name="T10" fmla="*/ 12 w 12"/>
                <a:gd name="T11" fmla="*/ 18 h 24"/>
                <a:gd name="T12" fmla="*/ 6 w 12"/>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12" h="24">
                  <a:moveTo>
                    <a:pt x="6" y="24"/>
                  </a:moveTo>
                  <a:cubicBezTo>
                    <a:pt x="3" y="24"/>
                    <a:pt x="0" y="21"/>
                    <a:pt x="0" y="18"/>
                  </a:cubicBezTo>
                  <a:cubicBezTo>
                    <a:pt x="0" y="6"/>
                    <a:pt x="0" y="6"/>
                    <a:pt x="0" y="6"/>
                  </a:cubicBezTo>
                  <a:cubicBezTo>
                    <a:pt x="0" y="2"/>
                    <a:pt x="3" y="0"/>
                    <a:pt x="6" y="0"/>
                  </a:cubicBezTo>
                  <a:cubicBezTo>
                    <a:pt x="9" y="0"/>
                    <a:pt x="12" y="2"/>
                    <a:pt x="12" y="6"/>
                  </a:cubicBezTo>
                  <a:cubicBezTo>
                    <a:pt x="12" y="18"/>
                    <a:pt x="12" y="18"/>
                    <a:pt x="12" y="18"/>
                  </a:cubicBezTo>
                  <a:cubicBezTo>
                    <a:pt x="12" y="21"/>
                    <a:pt x="9" y="24"/>
                    <a:pt x="6"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3" name="Freeform 8">
              <a:extLst>
                <a:ext uri="{FF2B5EF4-FFF2-40B4-BE49-F238E27FC236}">
                  <a16:creationId xmlns:a16="http://schemas.microsoft.com/office/drawing/2014/main" id="{E6A4D48F-9661-6C6F-882C-50223E46E6E6}"/>
                </a:ext>
              </a:extLst>
            </p:cNvPr>
            <p:cNvSpPr>
              <a:spLocks/>
            </p:cNvSpPr>
            <p:nvPr/>
          </p:nvSpPr>
          <p:spPr bwMode="auto">
            <a:xfrm>
              <a:off x="779" y="687"/>
              <a:ext cx="73" cy="126"/>
            </a:xfrm>
            <a:custGeom>
              <a:avLst/>
              <a:gdLst>
                <a:gd name="T0" fmla="*/ 24 w 48"/>
                <a:gd name="T1" fmla="*/ 84 h 84"/>
                <a:gd name="T2" fmla="*/ 0 w 48"/>
                <a:gd name="T3" fmla="*/ 60 h 84"/>
                <a:gd name="T4" fmla="*/ 6 w 48"/>
                <a:gd name="T5" fmla="*/ 54 h 84"/>
                <a:gd name="T6" fmla="*/ 12 w 48"/>
                <a:gd name="T7" fmla="*/ 60 h 84"/>
                <a:gd name="T8" fmla="*/ 24 w 48"/>
                <a:gd name="T9" fmla="*/ 72 h 84"/>
                <a:gd name="T10" fmla="*/ 36 w 48"/>
                <a:gd name="T11" fmla="*/ 60 h 84"/>
                <a:gd name="T12" fmla="*/ 24 w 48"/>
                <a:gd name="T13" fmla="*/ 48 h 84"/>
                <a:gd name="T14" fmla="*/ 0 w 48"/>
                <a:gd name="T15" fmla="*/ 24 h 84"/>
                <a:gd name="T16" fmla="*/ 24 w 48"/>
                <a:gd name="T17" fmla="*/ 0 h 84"/>
                <a:gd name="T18" fmla="*/ 48 w 48"/>
                <a:gd name="T19" fmla="*/ 24 h 84"/>
                <a:gd name="T20" fmla="*/ 42 w 48"/>
                <a:gd name="T21" fmla="*/ 30 h 84"/>
                <a:gd name="T22" fmla="*/ 36 w 48"/>
                <a:gd name="T23" fmla="*/ 24 h 84"/>
                <a:gd name="T24" fmla="*/ 24 w 48"/>
                <a:gd name="T25" fmla="*/ 12 h 84"/>
                <a:gd name="T26" fmla="*/ 12 w 48"/>
                <a:gd name="T27" fmla="*/ 24 h 84"/>
                <a:gd name="T28" fmla="*/ 24 w 48"/>
                <a:gd name="T29" fmla="*/ 36 h 84"/>
                <a:gd name="T30" fmla="*/ 48 w 48"/>
                <a:gd name="T31" fmla="*/ 60 h 84"/>
                <a:gd name="T32" fmla="*/ 24 w 48"/>
                <a:gd name="T33"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 h="84">
                  <a:moveTo>
                    <a:pt x="24" y="84"/>
                  </a:moveTo>
                  <a:cubicBezTo>
                    <a:pt x="11" y="84"/>
                    <a:pt x="0" y="73"/>
                    <a:pt x="0" y="60"/>
                  </a:cubicBezTo>
                  <a:cubicBezTo>
                    <a:pt x="0" y="56"/>
                    <a:pt x="3" y="54"/>
                    <a:pt x="6" y="54"/>
                  </a:cubicBezTo>
                  <a:cubicBezTo>
                    <a:pt x="9" y="54"/>
                    <a:pt x="12" y="56"/>
                    <a:pt x="12" y="60"/>
                  </a:cubicBezTo>
                  <a:cubicBezTo>
                    <a:pt x="12" y="66"/>
                    <a:pt x="17" y="72"/>
                    <a:pt x="24" y="72"/>
                  </a:cubicBezTo>
                  <a:cubicBezTo>
                    <a:pt x="30" y="72"/>
                    <a:pt x="36" y="66"/>
                    <a:pt x="36" y="60"/>
                  </a:cubicBezTo>
                  <a:cubicBezTo>
                    <a:pt x="36" y="53"/>
                    <a:pt x="30" y="48"/>
                    <a:pt x="24" y="48"/>
                  </a:cubicBezTo>
                  <a:cubicBezTo>
                    <a:pt x="11" y="48"/>
                    <a:pt x="0" y="37"/>
                    <a:pt x="0" y="24"/>
                  </a:cubicBezTo>
                  <a:cubicBezTo>
                    <a:pt x="0" y="10"/>
                    <a:pt x="11" y="0"/>
                    <a:pt x="24" y="0"/>
                  </a:cubicBezTo>
                  <a:cubicBezTo>
                    <a:pt x="37" y="0"/>
                    <a:pt x="48" y="10"/>
                    <a:pt x="48" y="24"/>
                  </a:cubicBezTo>
                  <a:cubicBezTo>
                    <a:pt x="48" y="27"/>
                    <a:pt x="45" y="30"/>
                    <a:pt x="42" y="30"/>
                  </a:cubicBezTo>
                  <a:cubicBezTo>
                    <a:pt x="39" y="30"/>
                    <a:pt x="36" y="27"/>
                    <a:pt x="36" y="24"/>
                  </a:cubicBezTo>
                  <a:cubicBezTo>
                    <a:pt x="36" y="17"/>
                    <a:pt x="30" y="12"/>
                    <a:pt x="24" y="12"/>
                  </a:cubicBezTo>
                  <a:cubicBezTo>
                    <a:pt x="17" y="12"/>
                    <a:pt x="12" y="17"/>
                    <a:pt x="12" y="24"/>
                  </a:cubicBezTo>
                  <a:cubicBezTo>
                    <a:pt x="12" y="30"/>
                    <a:pt x="17" y="36"/>
                    <a:pt x="24" y="36"/>
                  </a:cubicBezTo>
                  <a:cubicBezTo>
                    <a:pt x="37" y="36"/>
                    <a:pt x="48" y="46"/>
                    <a:pt x="48" y="60"/>
                  </a:cubicBezTo>
                  <a:cubicBezTo>
                    <a:pt x="48" y="73"/>
                    <a:pt x="37" y="84"/>
                    <a:pt x="24"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4" name="Freeform 9">
              <a:extLst>
                <a:ext uri="{FF2B5EF4-FFF2-40B4-BE49-F238E27FC236}">
                  <a16:creationId xmlns:a16="http://schemas.microsoft.com/office/drawing/2014/main" id="{C41798BA-59E1-318F-3E9E-3C1D90714CC4}"/>
                </a:ext>
              </a:extLst>
            </p:cNvPr>
            <p:cNvSpPr>
              <a:spLocks/>
            </p:cNvSpPr>
            <p:nvPr/>
          </p:nvSpPr>
          <p:spPr bwMode="auto">
            <a:xfrm>
              <a:off x="522" y="750"/>
              <a:ext cx="293" cy="287"/>
            </a:xfrm>
            <a:custGeom>
              <a:avLst/>
              <a:gdLst>
                <a:gd name="T0" fmla="*/ 96 w 192"/>
                <a:gd name="T1" fmla="*/ 192 h 192"/>
                <a:gd name="T2" fmla="*/ 0 w 192"/>
                <a:gd name="T3" fmla="*/ 96 h 192"/>
                <a:gd name="T4" fmla="*/ 96 w 192"/>
                <a:gd name="T5" fmla="*/ 0 h 192"/>
                <a:gd name="T6" fmla="*/ 101 w 192"/>
                <a:gd name="T7" fmla="*/ 0 h 192"/>
                <a:gd name="T8" fmla="*/ 103 w 192"/>
                <a:gd name="T9" fmla="*/ 0 h 192"/>
                <a:gd name="T10" fmla="*/ 108 w 192"/>
                <a:gd name="T11" fmla="*/ 6 h 192"/>
                <a:gd name="T12" fmla="*/ 102 w 192"/>
                <a:gd name="T13" fmla="*/ 12 h 192"/>
                <a:gd name="T14" fmla="*/ 100 w 192"/>
                <a:gd name="T15" fmla="*/ 12 h 192"/>
                <a:gd name="T16" fmla="*/ 96 w 192"/>
                <a:gd name="T17" fmla="*/ 12 h 192"/>
                <a:gd name="T18" fmla="*/ 12 w 192"/>
                <a:gd name="T19" fmla="*/ 96 h 192"/>
                <a:gd name="T20" fmla="*/ 96 w 192"/>
                <a:gd name="T21" fmla="*/ 180 h 192"/>
                <a:gd name="T22" fmla="*/ 180 w 192"/>
                <a:gd name="T23" fmla="*/ 96 h 192"/>
                <a:gd name="T24" fmla="*/ 180 w 192"/>
                <a:gd name="T25" fmla="*/ 91 h 192"/>
                <a:gd name="T26" fmla="*/ 180 w 192"/>
                <a:gd name="T27" fmla="*/ 90 h 192"/>
                <a:gd name="T28" fmla="*/ 185 w 192"/>
                <a:gd name="T29" fmla="*/ 83 h 192"/>
                <a:gd name="T30" fmla="*/ 192 w 192"/>
                <a:gd name="T31" fmla="*/ 89 h 192"/>
                <a:gd name="T32" fmla="*/ 192 w 192"/>
                <a:gd name="T33" fmla="*/ 91 h 192"/>
                <a:gd name="T34" fmla="*/ 192 w 192"/>
                <a:gd name="T35" fmla="*/ 96 h 192"/>
                <a:gd name="T36" fmla="*/ 96 w 192"/>
                <a:gd name="T3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92" h="192">
                  <a:moveTo>
                    <a:pt x="96" y="192"/>
                  </a:moveTo>
                  <a:cubicBezTo>
                    <a:pt x="43" y="192"/>
                    <a:pt x="0" y="149"/>
                    <a:pt x="0" y="96"/>
                  </a:cubicBezTo>
                  <a:cubicBezTo>
                    <a:pt x="0" y="43"/>
                    <a:pt x="43" y="0"/>
                    <a:pt x="96" y="0"/>
                  </a:cubicBezTo>
                  <a:cubicBezTo>
                    <a:pt x="98" y="0"/>
                    <a:pt x="99" y="0"/>
                    <a:pt x="101" y="0"/>
                  </a:cubicBezTo>
                  <a:cubicBezTo>
                    <a:pt x="103" y="0"/>
                    <a:pt x="103" y="0"/>
                    <a:pt x="103" y="0"/>
                  </a:cubicBezTo>
                  <a:cubicBezTo>
                    <a:pt x="106" y="0"/>
                    <a:pt x="108" y="3"/>
                    <a:pt x="108" y="6"/>
                  </a:cubicBezTo>
                  <a:cubicBezTo>
                    <a:pt x="108" y="10"/>
                    <a:pt x="105" y="12"/>
                    <a:pt x="102" y="12"/>
                  </a:cubicBezTo>
                  <a:cubicBezTo>
                    <a:pt x="100" y="12"/>
                    <a:pt x="100" y="12"/>
                    <a:pt x="100" y="12"/>
                  </a:cubicBezTo>
                  <a:cubicBezTo>
                    <a:pt x="99" y="12"/>
                    <a:pt x="97" y="12"/>
                    <a:pt x="96" y="12"/>
                  </a:cubicBezTo>
                  <a:cubicBezTo>
                    <a:pt x="50" y="12"/>
                    <a:pt x="12" y="49"/>
                    <a:pt x="12" y="96"/>
                  </a:cubicBezTo>
                  <a:cubicBezTo>
                    <a:pt x="12" y="142"/>
                    <a:pt x="50" y="180"/>
                    <a:pt x="96" y="180"/>
                  </a:cubicBezTo>
                  <a:cubicBezTo>
                    <a:pt x="142" y="180"/>
                    <a:pt x="180" y="142"/>
                    <a:pt x="180" y="96"/>
                  </a:cubicBezTo>
                  <a:cubicBezTo>
                    <a:pt x="180" y="94"/>
                    <a:pt x="180" y="93"/>
                    <a:pt x="180" y="91"/>
                  </a:cubicBezTo>
                  <a:cubicBezTo>
                    <a:pt x="180" y="90"/>
                    <a:pt x="180" y="90"/>
                    <a:pt x="180" y="90"/>
                  </a:cubicBezTo>
                  <a:cubicBezTo>
                    <a:pt x="179" y="86"/>
                    <a:pt x="182" y="84"/>
                    <a:pt x="185" y="83"/>
                  </a:cubicBezTo>
                  <a:cubicBezTo>
                    <a:pt x="188" y="83"/>
                    <a:pt x="191" y="86"/>
                    <a:pt x="192" y="89"/>
                  </a:cubicBezTo>
                  <a:cubicBezTo>
                    <a:pt x="192" y="91"/>
                    <a:pt x="192" y="91"/>
                    <a:pt x="192" y="91"/>
                  </a:cubicBezTo>
                  <a:cubicBezTo>
                    <a:pt x="192" y="92"/>
                    <a:pt x="192" y="94"/>
                    <a:pt x="192" y="96"/>
                  </a:cubicBezTo>
                  <a:cubicBezTo>
                    <a:pt x="192" y="149"/>
                    <a:pt x="149" y="192"/>
                    <a:pt x="96" y="1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5" name="Freeform 10">
              <a:extLst>
                <a:ext uri="{FF2B5EF4-FFF2-40B4-BE49-F238E27FC236}">
                  <a16:creationId xmlns:a16="http://schemas.microsoft.com/office/drawing/2014/main" id="{6DBB9F04-E359-F041-122E-AE517C3E8871}"/>
                </a:ext>
              </a:extLst>
            </p:cNvPr>
            <p:cNvSpPr>
              <a:spLocks/>
            </p:cNvSpPr>
            <p:nvPr/>
          </p:nvSpPr>
          <p:spPr bwMode="auto">
            <a:xfrm>
              <a:off x="613" y="826"/>
              <a:ext cx="83" cy="144"/>
            </a:xfrm>
            <a:custGeom>
              <a:avLst/>
              <a:gdLst>
                <a:gd name="T0" fmla="*/ 48 w 54"/>
                <a:gd name="T1" fmla="*/ 96 h 96"/>
                <a:gd name="T2" fmla="*/ 0 w 54"/>
                <a:gd name="T3" fmla="*/ 48 h 96"/>
                <a:gd name="T4" fmla="*/ 48 w 54"/>
                <a:gd name="T5" fmla="*/ 0 h 96"/>
                <a:gd name="T6" fmla="*/ 54 w 54"/>
                <a:gd name="T7" fmla="*/ 6 h 96"/>
                <a:gd name="T8" fmla="*/ 48 w 54"/>
                <a:gd name="T9" fmla="*/ 12 h 96"/>
                <a:gd name="T10" fmla="*/ 12 w 54"/>
                <a:gd name="T11" fmla="*/ 48 h 96"/>
                <a:gd name="T12" fmla="*/ 48 w 54"/>
                <a:gd name="T13" fmla="*/ 84 h 96"/>
                <a:gd name="T14" fmla="*/ 54 w 54"/>
                <a:gd name="T15" fmla="*/ 90 h 96"/>
                <a:gd name="T16" fmla="*/ 48 w 54"/>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96">
                  <a:moveTo>
                    <a:pt x="48" y="96"/>
                  </a:moveTo>
                  <a:cubicBezTo>
                    <a:pt x="21" y="96"/>
                    <a:pt x="0" y="75"/>
                    <a:pt x="0" y="48"/>
                  </a:cubicBezTo>
                  <a:cubicBezTo>
                    <a:pt x="0" y="22"/>
                    <a:pt x="21" y="0"/>
                    <a:pt x="48" y="0"/>
                  </a:cubicBezTo>
                  <a:cubicBezTo>
                    <a:pt x="51" y="0"/>
                    <a:pt x="54" y="3"/>
                    <a:pt x="54" y="6"/>
                  </a:cubicBezTo>
                  <a:cubicBezTo>
                    <a:pt x="54" y="9"/>
                    <a:pt x="51" y="12"/>
                    <a:pt x="48" y="12"/>
                  </a:cubicBezTo>
                  <a:cubicBezTo>
                    <a:pt x="28" y="12"/>
                    <a:pt x="12" y="28"/>
                    <a:pt x="12" y="48"/>
                  </a:cubicBezTo>
                  <a:cubicBezTo>
                    <a:pt x="12" y="68"/>
                    <a:pt x="28" y="84"/>
                    <a:pt x="48" y="84"/>
                  </a:cubicBezTo>
                  <a:cubicBezTo>
                    <a:pt x="51" y="84"/>
                    <a:pt x="54" y="87"/>
                    <a:pt x="54" y="90"/>
                  </a:cubicBezTo>
                  <a:cubicBezTo>
                    <a:pt x="54" y="93"/>
                    <a:pt x="51" y="96"/>
                    <a:pt x="48"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6" name="Freeform 11">
              <a:extLst>
                <a:ext uri="{FF2B5EF4-FFF2-40B4-BE49-F238E27FC236}">
                  <a16:creationId xmlns:a16="http://schemas.microsoft.com/office/drawing/2014/main" id="{AE0E8D9F-F8E6-0EA2-FF0C-0EB836F2D1EC}"/>
                </a:ext>
              </a:extLst>
            </p:cNvPr>
            <p:cNvSpPr>
              <a:spLocks/>
            </p:cNvSpPr>
            <p:nvPr/>
          </p:nvSpPr>
          <p:spPr bwMode="auto">
            <a:xfrm>
              <a:off x="595" y="871"/>
              <a:ext cx="92" cy="18"/>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9"/>
                    <a:pt x="0" y="6"/>
                  </a:cubicBezTo>
                  <a:cubicBezTo>
                    <a:pt x="0" y="3"/>
                    <a:pt x="3" y="0"/>
                    <a:pt x="6" y="0"/>
                  </a:cubicBezTo>
                  <a:cubicBezTo>
                    <a:pt x="54" y="0"/>
                    <a:pt x="54" y="0"/>
                    <a:pt x="54" y="0"/>
                  </a:cubicBezTo>
                  <a:cubicBezTo>
                    <a:pt x="57" y="0"/>
                    <a:pt x="60" y="3"/>
                    <a:pt x="60" y="6"/>
                  </a:cubicBezTo>
                  <a:cubicBezTo>
                    <a:pt x="60" y="9"/>
                    <a:pt x="57"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7" name="Freeform 12">
              <a:extLst>
                <a:ext uri="{FF2B5EF4-FFF2-40B4-BE49-F238E27FC236}">
                  <a16:creationId xmlns:a16="http://schemas.microsoft.com/office/drawing/2014/main" id="{836820EC-8606-FA46-536B-0FD07407297F}"/>
                </a:ext>
              </a:extLst>
            </p:cNvPr>
            <p:cNvSpPr>
              <a:spLocks/>
            </p:cNvSpPr>
            <p:nvPr/>
          </p:nvSpPr>
          <p:spPr bwMode="auto">
            <a:xfrm>
              <a:off x="595" y="907"/>
              <a:ext cx="92" cy="18"/>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9"/>
                    <a:pt x="0" y="6"/>
                  </a:cubicBezTo>
                  <a:cubicBezTo>
                    <a:pt x="0" y="3"/>
                    <a:pt x="3" y="0"/>
                    <a:pt x="6" y="0"/>
                  </a:cubicBezTo>
                  <a:cubicBezTo>
                    <a:pt x="54" y="0"/>
                    <a:pt x="54" y="0"/>
                    <a:pt x="54" y="0"/>
                  </a:cubicBezTo>
                  <a:cubicBezTo>
                    <a:pt x="57" y="0"/>
                    <a:pt x="60" y="3"/>
                    <a:pt x="60" y="6"/>
                  </a:cubicBezTo>
                  <a:cubicBezTo>
                    <a:pt x="60" y="9"/>
                    <a:pt x="57"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8" name="Freeform 13">
              <a:extLst>
                <a:ext uri="{FF2B5EF4-FFF2-40B4-BE49-F238E27FC236}">
                  <a16:creationId xmlns:a16="http://schemas.microsoft.com/office/drawing/2014/main" id="{F0BB0A62-BCDC-73C4-54C7-56C1B1BD3F4D}"/>
                </a:ext>
              </a:extLst>
            </p:cNvPr>
            <p:cNvSpPr>
              <a:spLocks/>
            </p:cNvSpPr>
            <p:nvPr/>
          </p:nvSpPr>
          <p:spPr bwMode="auto">
            <a:xfrm>
              <a:off x="529" y="685"/>
              <a:ext cx="94" cy="56"/>
            </a:xfrm>
            <a:custGeom>
              <a:avLst/>
              <a:gdLst>
                <a:gd name="T0" fmla="*/ 31 w 61"/>
                <a:gd name="T1" fmla="*/ 37 h 37"/>
                <a:gd name="T2" fmla="*/ 26 w 61"/>
                <a:gd name="T3" fmla="*/ 35 h 37"/>
                <a:gd name="T4" fmla="*/ 2 w 61"/>
                <a:gd name="T5" fmla="*/ 11 h 37"/>
                <a:gd name="T6" fmla="*/ 2 w 61"/>
                <a:gd name="T7" fmla="*/ 3 h 37"/>
                <a:gd name="T8" fmla="*/ 11 w 61"/>
                <a:gd name="T9" fmla="*/ 3 h 37"/>
                <a:gd name="T10" fmla="*/ 31 w 61"/>
                <a:gd name="T11" fmla="*/ 22 h 37"/>
                <a:gd name="T12" fmla="*/ 50 w 61"/>
                <a:gd name="T13" fmla="*/ 3 h 37"/>
                <a:gd name="T14" fmla="*/ 59 w 61"/>
                <a:gd name="T15" fmla="*/ 3 h 37"/>
                <a:gd name="T16" fmla="*/ 59 w 61"/>
                <a:gd name="T17" fmla="*/ 11 h 37"/>
                <a:gd name="T18" fmla="*/ 35 w 61"/>
                <a:gd name="T19" fmla="*/ 35 h 37"/>
                <a:gd name="T20" fmla="*/ 31 w 61"/>
                <a:gd name="T21"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37">
                  <a:moveTo>
                    <a:pt x="31" y="37"/>
                  </a:moveTo>
                  <a:cubicBezTo>
                    <a:pt x="29" y="37"/>
                    <a:pt x="28" y="36"/>
                    <a:pt x="26" y="35"/>
                  </a:cubicBezTo>
                  <a:cubicBezTo>
                    <a:pt x="2" y="11"/>
                    <a:pt x="2" y="11"/>
                    <a:pt x="2" y="11"/>
                  </a:cubicBezTo>
                  <a:cubicBezTo>
                    <a:pt x="0" y="9"/>
                    <a:pt x="0" y="5"/>
                    <a:pt x="2" y="3"/>
                  </a:cubicBezTo>
                  <a:cubicBezTo>
                    <a:pt x="5" y="0"/>
                    <a:pt x="8" y="0"/>
                    <a:pt x="11" y="3"/>
                  </a:cubicBezTo>
                  <a:cubicBezTo>
                    <a:pt x="31" y="22"/>
                    <a:pt x="31" y="22"/>
                    <a:pt x="31" y="22"/>
                  </a:cubicBezTo>
                  <a:cubicBezTo>
                    <a:pt x="50" y="3"/>
                    <a:pt x="50" y="3"/>
                    <a:pt x="50" y="3"/>
                  </a:cubicBezTo>
                  <a:cubicBezTo>
                    <a:pt x="53" y="0"/>
                    <a:pt x="56" y="0"/>
                    <a:pt x="59" y="3"/>
                  </a:cubicBezTo>
                  <a:cubicBezTo>
                    <a:pt x="61" y="5"/>
                    <a:pt x="61" y="9"/>
                    <a:pt x="59" y="11"/>
                  </a:cubicBezTo>
                  <a:cubicBezTo>
                    <a:pt x="35" y="35"/>
                    <a:pt x="35" y="35"/>
                    <a:pt x="35" y="35"/>
                  </a:cubicBezTo>
                  <a:cubicBezTo>
                    <a:pt x="34" y="36"/>
                    <a:pt x="32" y="37"/>
                    <a:pt x="31"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9" name="Freeform 14">
              <a:extLst>
                <a:ext uri="{FF2B5EF4-FFF2-40B4-BE49-F238E27FC236}">
                  <a16:creationId xmlns:a16="http://schemas.microsoft.com/office/drawing/2014/main" id="{D871873E-1BD3-C148-F27E-C102E0BD3C91}"/>
                </a:ext>
              </a:extLst>
            </p:cNvPr>
            <p:cNvSpPr>
              <a:spLocks/>
            </p:cNvSpPr>
            <p:nvPr/>
          </p:nvSpPr>
          <p:spPr bwMode="auto">
            <a:xfrm>
              <a:off x="568" y="615"/>
              <a:ext cx="108" cy="126"/>
            </a:xfrm>
            <a:custGeom>
              <a:avLst/>
              <a:gdLst>
                <a:gd name="T0" fmla="*/ 6 w 71"/>
                <a:gd name="T1" fmla="*/ 84 h 84"/>
                <a:gd name="T2" fmla="*/ 0 w 71"/>
                <a:gd name="T3" fmla="*/ 78 h 84"/>
                <a:gd name="T4" fmla="*/ 0 w 71"/>
                <a:gd name="T5" fmla="*/ 66 h 84"/>
                <a:gd name="T6" fmla="*/ 19 w 71"/>
                <a:gd name="T7" fmla="*/ 19 h 84"/>
                <a:gd name="T8" fmla="*/ 65 w 71"/>
                <a:gd name="T9" fmla="*/ 0 h 84"/>
                <a:gd name="T10" fmla="*/ 65 w 71"/>
                <a:gd name="T11" fmla="*/ 0 h 84"/>
                <a:gd name="T12" fmla="*/ 71 w 71"/>
                <a:gd name="T13" fmla="*/ 6 h 84"/>
                <a:gd name="T14" fmla="*/ 65 w 71"/>
                <a:gd name="T15" fmla="*/ 12 h 84"/>
                <a:gd name="T16" fmla="*/ 27 w 71"/>
                <a:gd name="T17" fmla="*/ 28 h 84"/>
                <a:gd name="T18" fmla="*/ 12 w 71"/>
                <a:gd name="T19" fmla="*/ 66 h 84"/>
                <a:gd name="T20" fmla="*/ 12 w 71"/>
                <a:gd name="T21" fmla="*/ 78 h 84"/>
                <a:gd name="T22" fmla="*/ 6 w 71"/>
                <a:gd name="T23"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1" h="84">
                  <a:moveTo>
                    <a:pt x="6" y="84"/>
                  </a:moveTo>
                  <a:cubicBezTo>
                    <a:pt x="2" y="84"/>
                    <a:pt x="0" y="81"/>
                    <a:pt x="0" y="78"/>
                  </a:cubicBezTo>
                  <a:cubicBezTo>
                    <a:pt x="0" y="66"/>
                    <a:pt x="0" y="66"/>
                    <a:pt x="0" y="66"/>
                  </a:cubicBezTo>
                  <a:cubicBezTo>
                    <a:pt x="0" y="48"/>
                    <a:pt x="6" y="32"/>
                    <a:pt x="19" y="19"/>
                  </a:cubicBezTo>
                  <a:cubicBezTo>
                    <a:pt x="31" y="7"/>
                    <a:pt x="48" y="0"/>
                    <a:pt x="65" y="0"/>
                  </a:cubicBezTo>
                  <a:cubicBezTo>
                    <a:pt x="65" y="0"/>
                    <a:pt x="65" y="0"/>
                    <a:pt x="65" y="0"/>
                  </a:cubicBezTo>
                  <a:cubicBezTo>
                    <a:pt x="69" y="0"/>
                    <a:pt x="71" y="2"/>
                    <a:pt x="71" y="6"/>
                  </a:cubicBezTo>
                  <a:cubicBezTo>
                    <a:pt x="71" y="9"/>
                    <a:pt x="69" y="12"/>
                    <a:pt x="65" y="12"/>
                  </a:cubicBezTo>
                  <a:cubicBezTo>
                    <a:pt x="51" y="12"/>
                    <a:pt x="38" y="17"/>
                    <a:pt x="27" y="28"/>
                  </a:cubicBezTo>
                  <a:cubicBezTo>
                    <a:pt x="17" y="38"/>
                    <a:pt x="12" y="52"/>
                    <a:pt x="12" y="66"/>
                  </a:cubicBezTo>
                  <a:cubicBezTo>
                    <a:pt x="12" y="78"/>
                    <a:pt x="12" y="78"/>
                    <a:pt x="12" y="78"/>
                  </a:cubicBezTo>
                  <a:cubicBezTo>
                    <a:pt x="12" y="81"/>
                    <a:pt x="9" y="84"/>
                    <a:pt x="6"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0" name="Freeform 15">
              <a:extLst>
                <a:ext uri="{FF2B5EF4-FFF2-40B4-BE49-F238E27FC236}">
                  <a16:creationId xmlns:a16="http://schemas.microsoft.com/office/drawing/2014/main" id="{38059878-8D80-4FB1-0A8B-E8BECADFC1B7}"/>
                </a:ext>
              </a:extLst>
            </p:cNvPr>
            <p:cNvSpPr>
              <a:spLocks/>
            </p:cNvSpPr>
            <p:nvPr/>
          </p:nvSpPr>
          <p:spPr bwMode="auto">
            <a:xfrm>
              <a:off x="860" y="901"/>
              <a:ext cx="95" cy="55"/>
            </a:xfrm>
            <a:custGeom>
              <a:avLst/>
              <a:gdLst>
                <a:gd name="T0" fmla="*/ 7 w 62"/>
                <a:gd name="T1" fmla="*/ 36 h 37"/>
                <a:gd name="T2" fmla="*/ 3 w 62"/>
                <a:gd name="T3" fmla="*/ 35 h 37"/>
                <a:gd name="T4" fmla="*/ 3 w 62"/>
                <a:gd name="T5" fmla="*/ 26 h 37"/>
                <a:gd name="T6" fmla="*/ 27 w 62"/>
                <a:gd name="T7" fmla="*/ 2 h 37"/>
                <a:gd name="T8" fmla="*/ 35 w 62"/>
                <a:gd name="T9" fmla="*/ 2 h 37"/>
                <a:gd name="T10" fmla="*/ 59 w 62"/>
                <a:gd name="T11" fmla="*/ 26 h 37"/>
                <a:gd name="T12" fmla="*/ 59 w 62"/>
                <a:gd name="T13" fmla="*/ 34 h 37"/>
                <a:gd name="T14" fmla="*/ 51 w 62"/>
                <a:gd name="T15" fmla="*/ 34 h 37"/>
                <a:gd name="T16" fmla="*/ 31 w 62"/>
                <a:gd name="T17" fmla="*/ 15 h 37"/>
                <a:gd name="T18" fmla="*/ 11 w 62"/>
                <a:gd name="T19" fmla="*/ 35 h 37"/>
                <a:gd name="T20" fmla="*/ 7 w 62"/>
                <a:gd name="T21" fmla="*/ 3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 h="37">
                  <a:moveTo>
                    <a:pt x="7" y="36"/>
                  </a:moveTo>
                  <a:cubicBezTo>
                    <a:pt x="6" y="36"/>
                    <a:pt x="4" y="36"/>
                    <a:pt x="3" y="35"/>
                  </a:cubicBezTo>
                  <a:cubicBezTo>
                    <a:pt x="0" y="32"/>
                    <a:pt x="0" y="29"/>
                    <a:pt x="3" y="26"/>
                  </a:cubicBezTo>
                  <a:cubicBezTo>
                    <a:pt x="27" y="2"/>
                    <a:pt x="27" y="2"/>
                    <a:pt x="27" y="2"/>
                  </a:cubicBezTo>
                  <a:cubicBezTo>
                    <a:pt x="29" y="0"/>
                    <a:pt x="33" y="0"/>
                    <a:pt x="35" y="2"/>
                  </a:cubicBezTo>
                  <a:cubicBezTo>
                    <a:pt x="59" y="26"/>
                    <a:pt x="59" y="26"/>
                    <a:pt x="59" y="26"/>
                  </a:cubicBezTo>
                  <a:cubicBezTo>
                    <a:pt x="62" y="28"/>
                    <a:pt x="62" y="32"/>
                    <a:pt x="59" y="34"/>
                  </a:cubicBezTo>
                  <a:cubicBezTo>
                    <a:pt x="57" y="37"/>
                    <a:pt x="53" y="37"/>
                    <a:pt x="51" y="34"/>
                  </a:cubicBezTo>
                  <a:cubicBezTo>
                    <a:pt x="31" y="15"/>
                    <a:pt x="31" y="15"/>
                    <a:pt x="31" y="15"/>
                  </a:cubicBezTo>
                  <a:cubicBezTo>
                    <a:pt x="11" y="35"/>
                    <a:pt x="11" y="35"/>
                    <a:pt x="11" y="35"/>
                  </a:cubicBezTo>
                  <a:cubicBezTo>
                    <a:pt x="10" y="36"/>
                    <a:pt x="9" y="36"/>
                    <a:pt x="7"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 name="Freeform 16">
              <a:extLst>
                <a:ext uri="{FF2B5EF4-FFF2-40B4-BE49-F238E27FC236}">
                  <a16:creationId xmlns:a16="http://schemas.microsoft.com/office/drawing/2014/main" id="{2DF77E78-63BF-76CB-2E12-89BB8B025448}"/>
                </a:ext>
              </a:extLst>
            </p:cNvPr>
            <p:cNvSpPr>
              <a:spLocks/>
            </p:cNvSpPr>
            <p:nvPr/>
          </p:nvSpPr>
          <p:spPr bwMode="auto">
            <a:xfrm>
              <a:off x="806" y="901"/>
              <a:ext cx="110" cy="126"/>
            </a:xfrm>
            <a:custGeom>
              <a:avLst/>
              <a:gdLst>
                <a:gd name="T0" fmla="*/ 6 w 72"/>
                <a:gd name="T1" fmla="*/ 84 h 84"/>
                <a:gd name="T2" fmla="*/ 0 w 72"/>
                <a:gd name="T3" fmla="*/ 78 h 84"/>
                <a:gd name="T4" fmla="*/ 6 w 72"/>
                <a:gd name="T5" fmla="*/ 72 h 84"/>
                <a:gd name="T6" fmla="*/ 60 w 72"/>
                <a:gd name="T7" fmla="*/ 18 h 84"/>
                <a:gd name="T8" fmla="*/ 60 w 72"/>
                <a:gd name="T9" fmla="*/ 6 h 84"/>
                <a:gd name="T10" fmla="*/ 66 w 72"/>
                <a:gd name="T11" fmla="*/ 0 h 84"/>
                <a:gd name="T12" fmla="*/ 66 w 72"/>
                <a:gd name="T13" fmla="*/ 0 h 84"/>
                <a:gd name="T14" fmla="*/ 72 w 72"/>
                <a:gd name="T15" fmla="*/ 6 h 84"/>
                <a:gd name="T16" fmla="*/ 72 w 72"/>
                <a:gd name="T17" fmla="*/ 18 h 84"/>
                <a:gd name="T18" fmla="*/ 6 w 72"/>
                <a:gd name="T19" fmla="*/ 84 h 84"/>
                <a:gd name="T20" fmla="*/ 6 w 72"/>
                <a:gd name="T21"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2" h="84">
                  <a:moveTo>
                    <a:pt x="6" y="84"/>
                  </a:moveTo>
                  <a:cubicBezTo>
                    <a:pt x="3" y="84"/>
                    <a:pt x="0" y="82"/>
                    <a:pt x="0" y="78"/>
                  </a:cubicBezTo>
                  <a:cubicBezTo>
                    <a:pt x="0" y="75"/>
                    <a:pt x="3" y="72"/>
                    <a:pt x="6" y="72"/>
                  </a:cubicBezTo>
                  <a:cubicBezTo>
                    <a:pt x="36" y="72"/>
                    <a:pt x="60" y="48"/>
                    <a:pt x="60" y="18"/>
                  </a:cubicBezTo>
                  <a:cubicBezTo>
                    <a:pt x="60" y="6"/>
                    <a:pt x="60" y="6"/>
                    <a:pt x="60" y="6"/>
                  </a:cubicBezTo>
                  <a:cubicBezTo>
                    <a:pt x="60" y="3"/>
                    <a:pt x="63" y="0"/>
                    <a:pt x="66" y="0"/>
                  </a:cubicBezTo>
                  <a:cubicBezTo>
                    <a:pt x="66" y="0"/>
                    <a:pt x="66" y="0"/>
                    <a:pt x="66" y="0"/>
                  </a:cubicBezTo>
                  <a:cubicBezTo>
                    <a:pt x="69" y="0"/>
                    <a:pt x="72" y="3"/>
                    <a:pt x="72" y="6"/>
                  </a:cubicBezTo>
                  <a:cubicBezTo>
                    <a:pt x="72" y="18"/>
                    <a:pt x="72" y="18"/>
                    <a:pt x="72" y="18"/>
                  </a:cubicBezTo>
                  <a:cubicBezTo>
                    <a:pt x="72" y="55"/>
                    <a:pt x="43" y="84"/>
                    <a:pt x="6" y="84"/>
                  </a:cubicBezTo>
                  <a:cubicBezTo>
                    <a:pt x="6" y="84"/>
                    <a:pt x="6" y="84"/>
                    <a:pt x="6"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sp>
        <p:nvSpPr>
          <p:cNvPr id="52" name="Text Placeholder 12">
            <a:extLst>
              <a:ext uri="{FF2B5EF4-FFF2-40B4-BE49-F238E27FC236}">
                <a16:creationId xmlns:a16="http://schemas.microsoft.com/office/drawing/2014/main" id="{DE50CAA0-53E9-DF5E-9C38-BDD2A0BD9518}"/>
              </a:ext>
            </a:extLst>
          </p:cNvPr>
          <p:cNvSpPr txBox="1">
            <a:spLocks/>
          </p:cNvSpPr>
          <p:nvPr/>
        </p:nvSpPr>
        <p:spPr>
          <a:xfrm>
            <a:off x="384553" y="1281114"/>
            <a:ext cx="3931860" cy="5030786"/>
          </a:xfrm>
          <a:prstGeom prst="rect">
            <a:avLst/>
          </a:prstGeom>
        </p:spPr>
        <p:txBody>
          <a:bodyPr vert="horz" lIns="359917" tIns="0" rIns="215950" bIns="0" rtlCol="0" anchor="ctr" anchorCtr="0">
            <a:noAutofit/>
          </a:bodyPr>
          <a:lstStyle>
            <a:lvl1pPr marL="0" indent="0" algn="l" defTabSz="228509" rtl="0" eaLnBrk="1" latinLnBrk="0" hangingPunct="1">
              <a:lnSpc>
                <a:spcPct val="100000"/>
              </a:lnSpc>
              <a:spcBef>
                <a:spcPts val="0"/>
              </a:spcBef>
              <a:spcAft>
                <a:spcPts val="600"/>
              </a:spcAft>
              <a:buFont typeface="Graphik" panose="020B0604020202020204" pitchFamily="34" charset="0"/>
              <a:buNone/>
              <a:defRPr sz="2000" b="0" i="0" kern="1200">
                <a:solidFill>
                  <a:schemeClr val="tx1"/>
                </a:solidFill>
                <a:latin typeface="+mj-lt"/>
                <a:ea typeface="+mn-ea"/>
                <a:cs typeface="+mn-cs"/>
              </a:defRPr>
            </a:lvl1pPr>
            <a:lvl2pPr marL="0" indent="0" algn="l" defTabSz="228509" rtl="0" eaLnBrk="1" latinLnBrk="0" hangingPunct="1">
              <a:lnSpc>
                <a:spcPct val="100000"/>
              </a:lnSpc>
              <a:spcBef>
                <a:spcPts val="0"/>
              </a:spcBef>
              <a:spcAft>
                <a:spcPts val="600"/>
              </a:spcAft>
              <a:buClrTx/>
              <a:buFont typeface="Arial" panose="020B0604020202020204" pitchFamily="34" charset="0"/>
              <a:buNone/>
              <a:defRPr sz="1800" b="1" i="0" kern="1200">
                <a:solidFill>
                  <a:schemeClr val="accent1"/>
                </a:solidFill>
                <a:latin typeface="Graphik" panose="020B0503030202060203" pitchFamily="34" charset="77"/>
                <a:ea typeface="+mn-ea"/>
                <a:cs typeface="+mn-cs"/>
              </a:defRPr>
            </a:lvl2pPr>
            <a:lvl3pPr marL="182563" indent="-182563" algn="l" defTabSz="228509" rtl="0" eaLnBrk="1" latinLnBrk="0" hangingPunct="1">
              <a:lnSpc>
                <a:spcPct val="100000"/>
              </a:lnSpc>
              <a:spcBef>
                <a:spcPts val="0"/>
              </a:spcBef>
              <a:spcAft>
                <a:spcPts val="600"/>
              </a:spcAft>
              <a:buFont typeface="Arial" panose="020B0604020202020204" pitchFamily="34" charset="0"/>
              <a:buChar char="•"/>
              <a:defRPr sz="1800" b="1" i="0" kern="1200">
                <a:solidFill>
                  <a:schemeClr val="accent1"/>
                </a:solidFill>
                <a:latin typeface="Graphik" panose="020B0503030202060203" pitchFamily="34" charset="77"/>
                <a:ea typeface="+mn-ea"/>
                <a:cs typeface="+mn-cs"/>
              </a:defRPr>
            </a:lvl3pPr>
            <a:lvl4pPr marL="354013" indent="-171450" algn="l" defTabSz="228509" rtl="0" eaLnBrk="1" latinLnBrk="0" hangingPunct="1">
              <a:lnSpc>
                <a:spcPct val="100000"/>
              </a:lnSpc>
              <a:spcBef>
                <a:spcPts val="0"/>
              </a:spcBef>
              <a:spcAft>
                <a:spcPts val="600"/>
              </a:spcAft>
              <a:buSzPct val="70000"/>
              <a:buFont typeface="Graphik Light" panose="020B0403030202060203" pitchFamily="34" charset="-18"/>
              <a:buChar char="–"/>
              <a:defRPr sz="1799" b="1" i="0" kern="1200">
                <a:solidFill>
                  <a:schemeClr val="accent1"/>
                </a:solidFill>
                <a:latin typeface="Graphik" panose="020B0503030202060203" pitchFamily="34" charset="77"/>
                <a:ea typeface="+mn-ea"/>
                <a:cs typeface="+mn-cs"/>
              </a:defRPr>
            </a:lvl4pPr>
            <a:lvl5pPr marL="536575" indent="-182563" algn="l" defTabSz="228509" rtl="0" eaLnBrk="1" latinLnBrk="0" hangingPunct="1">
              <a:lnSpc>
                <a:spcPct val="100000"/>
              </a:lnSpc>
              <a:spcBef>
                <a:spcPts val="0"/>
              </a:spcBef>
              <a:spcAft>
                <a:spcPts val="600"/>
              </a:spcAft>
              <a:buFont typeface="Graphik" panose="020B0503030202060203" pitchFamily="34" charset="-18"/>
              <a:buChar char="|"/>
              <a:defRPr sz="1400" b="1" i="0" kern="1200">
                <a:solidFill>
                  <a:schemeClr val="accent1"/>
                </a:solidFill>
                <a:latin typeface="Graphik" panose="020B0503030202060203" pitchFamily="34" charset="77"/>
                <a:ea typeface="+mn-ea"/>
                <a:cs typeface="+mn-cs"/>
              </a:defRPr>
            </a:lvl5pPr>
            <a:lvl6pPr marL="11109" indent="0" algn="l" defTabSz="228509" rtl="0" eaLnBrk="1" latinLnBrk="0" hangingPunct="1">
              <a:lnSpc>
                <a:spcPct val="90000"/>
              </a:lnSpc>
              <a:spcBef>
                <a:spcPts val="0"/>
              </a:spcBef>
              <a:spcAft>
                <a:spcPts val="600"/>
              </a:spcAft>
              <a:buFont typeface="Graphik" panose="020B0503030202060203" pitchFamily="34" charset="0"/>
              <a:buNone/>
              <a:tabLst/>
              <a:defRPr sz="1200" kern="1200">
                <a:solidFill>
                  <a:schemeClr val="tx1"/>
                </a:solidFill>
                <a:latin typeface="+mn-lt"/>
                <a:ea typeface="+mn-ea"/>
                <a:cs typeface="+mn-cs"/>
              </a:defRPr>
            </a:lvl6pPr>
            <a:lvl7pPr marL="0" indent="0" algn="l" defTabSz="228509" rtl="0" eaLnBrk="1" latinLnBrk="0" hangingPunct="1">
              <a:lnSpc>
                <a:spcPct val="90000"/>
              </a:lnSpc>
              <a:spcBef>
                <a:spcPts val="0"/>
              </a:spcBef>
              <a:spcAft>
                <a:spcPts val="600"/>
              </a:spcAft>
              <a:buFont typeface="Graphik" panose="020B0604020202020204" pitchFamily="34" charset="0"/>
              <a:buNone/>
              <a:defRPr sz="1050" kern="1200">
                <a:solidFill>
                  <a:schemeClr val="tx1"/>
                </a:solidFill>
                <a:latin typeface="+mn-lt"/>
                <a:ea typeface="+mn-ea"/>
                <a:cs typeface="+mn-cs"/>
              </a:defRPr>
            </a:lvl7pPr>
            <a:lvl8pPr marL="0" indent="0" algn="l" defTabSz="228509" rtl="0" eaLnBrk="1" latinLnBrk="0" hangingPunct="1">
              <a:lnSpc>
                <a:spcPct val="90000"/>
              </a:lnSpc>
              <a:spcBef>
                <a:spcPts val="0"/>
              </a:spcBef>
              <a:spcAft>
                <a:spcPts val="600"/>
              </a:spcAft>
              <a:buFont typeface="Graphik" panose="020B0604020202020204" pitchFamily="34" charset="0"/>
              <a:buNone/>
              <a:defRPr sz="900" b="1" kern="1200">
                <a:solidFill>
                  <a:schemeClr val="tx1"/>
                </a:solidFill>
                <a:latin typeface="+mn-lt"/>
                <a:ea typeface="+mn-ea"/>
                <a:cs typeface="+mn-cs"/>
              </a:defRPr>
            </a:lvl8pPr>
            <a:lvl9pPr marL="0" indent="0" algn="l" defTabSz="228509"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509" rtl="0" eaLnBrk="1" fontAlgn="auto" latinLnBrk="0" hangingPunct="1">
              <a:lnSpc>
                <a:spcPct val="100000"/>
              </a:lnSpc>
              <a:spcBef>
                <a:spcPts val="0"/>
              </a:spcBef>
              <a:spcAft>
                <a:spcPts val="600"/>
              </a:spcAft>
              <a:buClrTx/>
              <a:buSzTx/>
              <a:buFont typeface="Graphik"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Graphik Semibold"/>
                <a:ea typeface="+mn-ea"/>
                <a:cs typeface="+mn-cs"/>
                <a:sym typeface="Graphik Bold"/>
              </a:rPr>
              <a:t>AI scaling across enterprises is hindered by leadership misalignment, critical skills gaps, fragmented operations, stalled PoC-to-production transitions, and insufficient governance. These factors drive lost value, slow adoption, wasted investment, and limit organizational transformation. Addressing these barriers requires strategic alignment, talent development, robust oversight, and collaborative approaches to enable successful AI integration and business impact.</a:t>
            </a:r>
          </a:p>
        </p:txBody>
      </p:sp>
      <p:sp>
        <p:nvSpPr>
          <p:cNvPr id="2" name="Rectangle 1">
            <a:extLst>
              <a:ext uri="{FF2B5EF4-FFF2-40B4-BE49-F238E27FC236}">
                <a16:creationId xmlns:a16="http://schemas.microsoft.com/office/drawing/2014/main" id="{4EE56826-EC11-4402-B2CF-536BF2E4D943}"/>
              </a:ext>
            </a:extLst>
          </p:cNvPr>
          <p:cNvSpPr/>
          <p:nvPr/>
        </p:nvSpPr>
        <p:spPr>
          <a:xfrm>
            <a:off x="10853394" y="-22810"/>
            <a:ext cx="1338606" cy="348763"/>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1000">
                <a:solidFill>
                  <a:schemeClr val="tx1"/>
                </a:solidFill>
              </a:rPr>
              <a:t>아이콘 영역 추가확인 필요</a:t>
            </a:r>
            <a:endParaRPr lang="en-US" sz="1000" dirty="0">
              <a:solidFill>
                <a:schemeClr val="tx1"/>
              </a:solidFill>
            </a:endParaRPr>
          </a:p>
        </p:txBody>
      </p:sp>
    </p:spTree>
    <p:extLst>
      <p:ext uri="{BB962C8B-B14F-4D97-AF65-F5344CB8AC3E}">
        <p14:creationId xmlns:p14="http://schemas.microsoft.com/office/powerpoint/2010/main" val="1120195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BD49E-33DC-9852-BC4C-28F2226F46B2}"/>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BE44A590-1121-C5B9-ED52-01DC97E30A4B}"/>
              </a:ext>
            </a:extLst>
          </p:cNvPr>
          <p:cNvSpPr/>
          <p:nvPr/>
        </p:nvSpPr>
        <p:spPr>
          <a:xfrm>
            <a:off x="0" y="1438749"/>
            <a:ext cx="12192000" cy="4873151"/>
          </a:xfrm>
          <a:prstGeom prst="rect">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dirty="0"/>
          </a:p>
        </p:txBody>
      </p:sp>
      <p:sp>
        <p:nvSpPr>
          <p:cNvPr id="3" name="Foliennummernplatzhalter 2">
            <a:extLst>
              <a:ext uri="{FF2B5EF4-FFF2-40B4-BE49-F238E27FC236}">
                <a16:creationId xmlns:a16="http://schemas.microsoft.com/office/drawing/2014/main" id="{4098732D-E8C1-5AD8-E808-9EC1F8526D9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itle 5">
            <a:extLst>
              <a:ext uri="{FF2B5EF4-FFF2-40B4-BE49-F238E27FC236}">
                <a16:creationId xmlns:a16="http://schemas.microsoft.com/office/drawing/2014/main" id="{2E3A3BC4-DF1B-620F-BD64-EAA9BE00FD57}"/>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Detailed Solutioning – xxx</a:t>
            </a:r>
          </a:p>
        </p:txBody>
      </p:sp>
      <p:sp>
        <p:nvSpPr>
          <p:cNvPr id="12" name="Text Placeholder 8">
            <a:extLst>
              <a:ext uri="{FF2B5EF4-FFF2-40B4-BE49-F238E27FC236}">
                <a16:creationId xmlns:a16="http://schemas.microsoft.com/office/drawing/2014/main" id="{66924ACC-E056-5AD1-AD21-CCD518E80DF4}"/>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
        <p:nvSpPr>
          <p:cNvPr id="68" name="Content Placeholder 3">
            <a:extLst>
              <a:ext uri="{FF2B5EF4-FFF2-40B4-BE49-F238E27FC236}">
                <a16:creationId xmlns:a16="http://schemas.microsoft.com/office/drawing/2014/main" id="{8D65952D-1265-EADA-1CE4-0B23488CEACA}"/>
              </a:ext>
            </a:extLst>
          </p:cNvPr>
          <p:cNvSpPr txBox="1">
            <a:spLocks/>
          </p:cNvSpPr>
          <p:nvPr/>
        </p:nvSpPr>
        <p:spPr>
          <a:xfrm>
            <a:off x="398122" y="3317930"/>
            <a:ext cx="2212848" cy="2743200"/>
          </a:xfrm>
          <a:prstGeom prst="rect">
            <a:avLst/>
          </a:prstGeom>
          <a:noFill/>
          <a:ln w="6350">
            <a:solidFill>
              <a:srgbClr val="A000FF">
                <a:lumMod val="20000"/>
                <a:lumOff val="80000"/>
              </a:srgbClr>
            </a:solidFill>
          </a:ln>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defTabSz="228463" eaLnBrk="1" fontAlgn="auto" latinLnBrk="0" hangingPunct="1">
              <a:lnSpc>
                <a:spcPct val="100000"/>
              </a:lnSpc>
              <a:spcBef>
                <a:spcPct val="0"/>
              </a:spcBef>
              <a:spcAft>
                <a:spcPct val="0"/>
              </a:spcAft>
              <a:buClrTx/>
              <a:buSzTx/>
              <a:buFontTx/>
              <a:buNone/>
              <a:tabLst/>
              <a:defRPr/>
            </a:pPr>
            <a:endParaRPr kumimoji="0" lang="pl-PL" sz="1100" b="0" i="0" u="none" strike="noStrike" kern="0" cap="none" spc="0" normalizeH="0" baseline="0" noProof="0">
              <a:ln>
                <a:noFill/>
              </a:ln>
              <a:solidFill>
                <a:srgbClr val="000000"/>
              </a:solidFill>
              <a:effectLst/>
              <a:uLnTx/>
              <a:uFillTx/>
              <a:latin typeface="Graphik"/>
              <a:cs typeface="Arial" charset="0"/>
            </a:endParaRPr>
          </a:p>
        </p:txBody>
      </p:sp>
      <p:sp>
        <p:nvSpPr>
          <p:cNvPr id="69" name="Rectangle 17">
            <a:extLst>
              <a:ext uri="{FF2B5EF4-FFF2-40B4-BE49-F238E27FC236}">
                <a16:creationId xmlns:a16="http://schemas.microsoft.com/office/drawing/2014/main" id="{C2063402-3F24-C0BB-2322-EB35959F026C}"/>
              </a:ext>
            </a:extLst>
          </p:cNvPr>
          <p:cNvSpPr/>
          <p:nvPr/>
        </p:nvSpPr>
        <p:spPr>
          <a:xfrm>
            <a:off x="366713" y="1814276"/>
            <a:ext cx="2373547" cy="804672"/>
          </a:xfrm>
          <a:prstGeom prst="rect">
            <a:avLst/>
          </a:prstGeom>
          <a:solidFill>
            <a:srgbClr val="7500C0"/>
          </a:solidFill>
          <a:ln w="19050" cap="flat" cmpd="sng" algn="ctr">
            <a:noFill/>
            <a:prstDash val="sysDot"/>
            <a:miter lim="800000"/>
            <a:headEnd type="none" w="med" len="med"/>
            <a:tailEnd type="none" w="med" len="med"/>
          </a:ln>
          <a:effectLst/>
        </p:spPr>
        <p:txBody>
          <a:bodyPr rtlCol="0" anchor="ctr"/>
          <a:lstStyle/>
          <a:p>
            <a:pPr marL="0" marR="0" lvl="0" indent="0" algn="ctr" defTabSz="914217"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FFFFFF"/>
              </a:solidFill>
              <a:effectLst/>
              <a:uLnTx/>
              <a:uFillTx/>
            </a:endParaRPr>
          </a:p>
        </p:txBody>
      </p:sp>
      <p:sp>
        <p:nvSpPr>
          <p:cNvPr id="70" name="Content Placeholder 3">
            <a:extLst>
              <a:ext uri="{FF2B5EF4-FFF2-40B4-BE49-F238E27FC236}">
                <a16:creationId xmlns:a16="http://schemas.microsoft.com/office/drawing/2014/main" id="{A5A949C6-EEE2-D560-173C-B5047C3E2311}"/>
              </a:ext>
            </a:extLst>
          </p:cNvPr>
          <p:cNvSpPr txBox="1">
            <a:spLocks/>
          </p:cNvSpPr>
          <p:nvPr/>
        </p:nvSpPr>
        <p:spPr>
          <a:xfrm>
            <a:off x="398122" y="2769289"/>
            <a:ext cx="2212848" cy="548640"/>
          </a:xfrm>
          <a:prstGeom prst="rect">
            <a:avLst/>
          </a:prstGeom>
          <a:noFill/>
          <a:ln w="9525" cap="flat" cmpd="sng" algn="ctr">
            <a:noFill/>
            <a:prstDash val="solid"/>
            <a:miter lim="800000"/>
          </a:ln>
          <a:effectLst/>
        </p:spPr>
        <p:txBody>
          <a:bodyPr vert="horz" lIns="91440" tIns="91440" rIns="91440" bIns="18288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228463">
              <a:defRPr/>
            </a:pPr>
            <a:r>
              <a:rPr lang="pl-PL" sz="1200">
                <a:solidFill>
                  <a:srgbClr val="000000"/>
                </a:solidFill>
                <a:latin typeface="Graphik Semibold" panose="020B0703030202060203" pitchFamily="34" charset="0"/>
              </a:rPr>
              <a:t>Strategic Alignment and Readiness</a:t>
            </a:r>
          </a:p>
        </p:txBody>
      </p:sp>
      <p:sp>
        <p:nvSpPr>
          <p:cNvPr id="71" name="Rectangle 17">
            <a:extLst>
              <a:ext uri="{FF2B5EF4-FFF2-40B4-BE49-F238E27FC236}">
                <a16:creationId xmlns:a16="http://schemas.microsoft.com/office/drawing/2014/main" id="{D7DF414E-5DA4-2C12-AD95-60AFB46ED850}"/>
              </a:ext>
            </a:extLst>
          </p:cNvPr>
          <p:cNvSpPr/>
          <p:nvPr/>
        </p:nvSpPr>
        <p:spPr>
          <a:xfrm>
            <a:off x="522868" y="1915647"/>
            <a:ext cx="2002368" cy="314421"/>
          </a:xfrm>
          <a:prstGeom prst="homePlate">
            <a:avLst/>
          </a:prstGeom>
          <a:noFill/>
          <a:ln w="19050" cap="flat" cmpd="sng" algn="ctr">
            <a:noFill/>
            <a:prstDash val="sysDot"/>
            <a:miter lim="800000"/>
            <a:headEnd type="none" w="med" len="med"/>
            <a:tailEnd type="none" w="med" len="med"/>
          </a:ln>
          <a:effectLst/>
        </p:spPr>
        <p:txBody>
          <a:bodyPr lIns="0" tIns="0" rIns="0" bIns="0"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Detail 1</a:t>
            </a:r>
          </a:p>
        </p:txBody>
      </p:sp>
      <p:sp>
        <p:nvSpPr>
          <p:cNvPr id="72" name="Content Placeholder 3">
            <a:extLst>
              <a:ext uri="{FF2B5EF4-FFF2-40B4-BE49-F238E27FC236}">
                <a16:creationId xmlns:a16="http://schemas.microsoft.com/office/drawing/2014/main" id="{12F04B25-F14D-1527-8DE9-D35DA558E655}"/>
              </a:ext>
            </a:extLst>
          </p:cNvPr>
          <p:cNvSpPr txBox="1">
            <a:spLocks/>
          </p:cNvSpPr>
          <p:nvPr/>
        </p:nvSpPr>
        <p:spPr>
          <a:xfrm>
            <a:off x="428515" y="3317930"/>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Establish AI vision aligned with enterprise goals</a:t>
            </a:r>
          </a:p>
        </p:txBody>
      </p:sp>
      <p:sp>
        <p:nvSpPr>
          <p:cNvPr id="73" name="Content Placeholder 3">
            <a:extLst>
              <a:ext uri="{FF2B5EF4-FFF2-40B4-BE49-F238E27FC236}">
                <a16:creationId xmlns:a16="http://schemas.microsoft.com/office/drawing/2014/main" id="{9553F7AA-2A68-CEB5-B016-3DC60DE30E6F}"/>
              </a:ext>
            </a:extLst>
          </p:cNvPr>
          <p:cNvSpPr txBox="1">
            <a:spLocks/>
          </p:cNvSpPr>
          <p:nvPr/>
        </p:nvSpPr>
        <p:spPr>
          <a:xfrm>
            <a:off x="428515" y="4252611"/>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Map stakeholders and conduct vision workshops</a:t>
            </a:r>
          </a:p>
        </p:txBody>
      </p:sp>
      <p:sp>
        <p:nvSpPr>
          <p:cNvPr id="74" name="Content Placeholder 3">
            <a:extLst>
              <a:ext uri="{FF2B5EF4-FFF2-40B4-BE49-F238E27FC236}">
                <a16:creationId xmlns:a16="http://schemas.microsoft.com/office/drawing/2014/main" id="{59C3FA76-8477-A274-C724-E2B5FF399A4B}"/>
              </a:ext>
            </a:extLst>
          </p:cNvPr>
          <p:cNvSpPr txBox="1">
            <a:spLocks/>
          </p:cNvSpPr>
          <p:nvPr/>
        </p:nvSpPr>
        <p:spPr>
          <a:xfrm>
            <a:off x="428515" y="5187292"/>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Identify success factors and barriers for scaling AI</a:t>
            </a:r>
          </a:p>
        </p:txBody>
      </p:sp>
      <p:sp>
        <p:nvSpPr>
          <p:cNvPr id="75" name="Content Placeholder 3">
            <a:extLst>
              <a:ext uri="{FF2B5EF4-FFF2-40B4-BE49-F238E27FC236}">
                <a16:creationId xmlns:a16="http://schemas.microsoft.com/office/drawing/2014/main" id="{8A3C645F-28CD-C2E9-CDBF-B36DDE53E711}"/>
              </a:ext>
            </a:extLst>
          </p:cNvPr>
          <p:cNvSpPr txBox="1">
            <a:spLocks/>
          </p:cNvSpPr>
          <p:nvPr/>
        </p:nvSpPr>
        <p:spPr>
          <a:xfrm>
            <a:off x="2691037" y="3317929"/>
            <a:ext cx="2212848" cy="2743201"/>
          </a:xfrm>
          <a:prstGeom prst="rect">
            <a:avLst/>
          </a:prstGeom>
          <a:noFill/>
          <a:ln w="6350">
            <a:solidFill>
              <a:srgbClr val="A000FF">
                <a:lumMod val="20000"/>
                <a:lumOff val="80000"/>
              </a:srgbClr>
            </a:solidFill>
          </a:ln>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defTabSz="228463" eaLnBrk="1" fontAlgn="auto" latinLnBrk="0" hangingPunct="1">
              <a:lnSpc>
                <a:spcPct val="100000"/>
              </a:lnSpc>
              <a:spcBef>
                <a:spcPct val="0"/>
              </a:spcBef>
              <a:spcAft>
                <a:spcPct val="0"/>
              </a:spcAft>
              <a:buClrTx/>
              <a:buSzTx/>
              <a:buFontTx/>
              <a:buNone/>
              <a:tabLst/>
              <a:defRPr/>
            </a:pPr>
            <a:endParaRPr kumimoji="0" lang="pl-PL" sz="1100" b="0" i="0" u="none" strike="noStrike" kern="0" cap="none" spc="0" normalizeH="0" baseline="0" noProof="0">
              <a:ln>
                <a:noFill/>
              </a:ln>
              <a:solidFill>
                <a:srgbClr val="000000"/>
              </a:solidFill>
              <a:effectLst/>
              <a:uLnTx/>
              <a:uFillTx/>
              <a:latin typeface="Graphik"/>
              <a:cs typeface="Arial" charset="0"/>
            </a:endParaRPr>
          </a:p>
        </p:txBody>
      </p:sp>
      <p:sp>
        <p:nvSpPr>
          <p:cNvPr id="76" name="Rectangle 17">
            <a:extLst>
              <a:ext uri="{FF2B5EF4-FFF2-40B4-BE49-F238E27FC236}">
                <a16:creationId xmlns:a16="http://schemas.microsoft.com/office/drawing/2014/main" id="{744D5EFF-EB4D-476E-D393-049877D8EE8D}"/>
              </a:ext>
            </a:extLst>
          </p:cNvPr>
          <p:cNvSpPr/>
          <p:nvPr/>
        </p:nvSpPr>
        <p:spPr>
          <a:xfrm>
            <a:off x="2626692" y="1814276"/>
            <a:ext cx="2373547" cy="804672"/>
          </a:xfrm>
          <a:prstGeom prst="rect">
            <a:avLst/>
          </a:prstGeom>
          <a:solidFill>
            <a:srgbClr val="A100FF"/>
          </a:solidFill>
          <a:ln w="19050" cap="flat" cmpd="sng" algn="ctr">
            <a:noFill/>
            <a:prstDash val="sysDot"/>
            <a:miter lim="800000"/>
            <a:headEnd type="none" w="med" len="med"/>
            <a:tailEnd type="none" w="med" len="med"/>
          </a:ln>
          <a:effectLst/>
        </p:spPr>
        <p:txBody>
          <a:bodyPr rtlCol="0" anchor="ctr"/>
          <a:lstStyle/>
          <a:p>
            <a:pPr marL="0" marR="0" lvl="0" indent="0" algn="ctr" defTabSz="914217"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FFFFFF"/>
              </a:solidFill>
              <a:effectLst/>
              <a:uLnTx/>
              <a:uFillTx/>
            </a:endParaRPr>
          </a:p>
        </p:txBody>
      </p:sp>
      <p:sp>
        <p:nvSpPr>
          <p:cNvPr id="77" name="Content Placeholder 3">
            <a:extLst>
              <a:ext uri="{FF2B5EF4-FFF2-40B4-BE49-F238E27FC236}">
                <a16:creationId xmlns:a16="http://schemas.microsoft.com/office/drawing/2014/main" id="{37AE8DF1-EA11-5FA4-F935-7825DCA0E204}"/>
              </a:ext>
            </a:extLst>
          </p:cNvPr>
          <p:cNvSpPr txBox="1">
            <a:spLocks/>
          </p:cNvSpPr>
          <p:nvPr/>
        </p:nvSpPr>
        <p:spPr>
          <a:xfrm>
            <a:off x="2691037" y="2769289"/>
            <a:ext cx="2212848" cy="548640"/>
          </a:xfrm>
          <a:prstGeom prst="rect">
            <a:avLst/>
          </a:prstGeom>
          <a:noFill/>
          <a:ln w="9525" cap="flat" cmpd="sng" algn="ctr">
            <a:noFill/>
            <a:prstDash val="solid"/>
            <a:miter lim="800000"/>
          </a:ln>
          <a:effectLst/>
        </p:spPr>
        <p:txBody>
          <a:bodyPr vert="horz" lIns="91440" tIns="91440" rIns="91440" bIns="18288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228463">
              <a:defRPr/>
            </a:pPr>
            <a:r>
              <a:rPr lang="pl-PL" sz="1200" dirty="0">
                <a:solidFill>
                  <a:srgbClr val="000000"/>
                </a:solidFill>
                <a:latin typeface="Graphik Semibold" panose="020B0703030202060203" pitchFamily="34" charset="0"/>
              </a:rPr>
              <a:t>PoC Evaluation and Benchmarking</a:t>
            </a:r>
          </a:p>
        </p:txBody>
      </p:sp>
      <p:sp>
        <p:nvSpPr>
          <p:cNvPr id="78" name="Rectangle 17">
            <a:extLst>
              <a:ext uri="{FF2B5EF4-FFF2-40B4-BE49-F238E27FC236}">
                <a16:creationId xmlns:a16="http://schemas.microsoft.com/office/drawing/2014/main" id="{A0C11085-A2EE-4821-7F54-A2FBACB73EF3}"/>
              </a:ext>
            </a:extLst>
          </p:cNvPr>
          <p:cNvSpPr/>
          <p:nvPr/>
        </p:nvSpPr>
        <p:spPr>
          <a:xfrm>
            <a:off x="2782847" y="1915647"/>
            <a:ext cx="2020854" cy="314421"/>
          </a:xfrm>
          <a:prstGeom prst="chevron">
            <a:avLst/>
          </a:prstGeom>
          <a:noFill/>
          <a:ln w="19050" cap="flat" cmpd="sng" algn="ctr">
            <a:noFill/>
            <a:prstDash val="sysDot"/>
            <a:miter lim="800000"/>
            <a:headEnd type="none" w="med" len="med"/>
            <a:tailEnd type="none" w="med" len="med"/>
          </a:ln>
          <a:effectLst/>
        </p:spPr>
        <p:txBody>
          <a:bodyPr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Detail 2</a:t>
            </a:r>
          </a:p>
        </p:txBody>
      </p:sp>
      <p:sp>
        <p:nvSpPr>
          <p:cNvPr id="79" name="Content Placeholder 3">
            <a:extLst>
              <a:ext uri="{FF2B5EF4-FFF2-40B4-BE49-F238E27FC236}">
                <a16:creationId xmlns:a16="http://schemas.microsoft.com/office/drawing/2014/main" id="{FD2C90DE-CCD0-F12C-8E2C-CFE377202D68}"/>
              </a:ext>
            </a:extLst>
          </p:cNvPr>
          <p:cNvSpPr txBox="1">
            <a:spLocks/>
          </p:cNvSpPr>
          <p:nvPr/>
        </p:nvSpPr>
        <p:spPr>
          <a:xfrm>
            <a:off x="2711424" y="3317930"/>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Review initial proof-of-concept outcomes</a:t>
            </a:r>
          </a:p>
        </p:txBody>
      </p:sp>
      <p:sp>
        <p:nvSpPr>
          <p:cNvPr id="80" name="Content Placeholder 3">
            <a:extLst>
              <a:ext uri="{FF2B5EF4-FFF2-40B4-BE49-F238E27FC236}">
                <a16:creationId xmlns:a16="http://schemas.microsoft.com/office/drawing/2014/main" id="{F2AD1120-B1FE-B4B4-332F-E4ED72975AD7}"/>
              </a:ext>
            </a:extLst>
          </p:cNvPr>
          <p:cNvSpPr txBox="1">
            <a:spLocks/>
          </p:cNvSpPr>
          <p:nvPr/>
        </p:nvSpPr>
        <p:spPr>
          <a:xfrm>
            <a:off x="2711424" y="4252611"/>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Benchmark against industry standards and criteria</a:t>
            </a:r>
          </a:p>
        </p:txBody>
      </p:sp>
      <p:sp>
        <p:nvSpPr>
          <p:cNvPr id="81" name="Content Placeholder 3">
            <a:extLst>
              <a:ext uri="{FF2B5EF4-FFF2-40B4-BE49-F238E27FC236}">
                <a16:creationId xmlns:a16="http://schemas.microsoft.com/office/drawing/2014/main" id="{06CAAD8B-3F46-89D5-91EC-F6A03F1C24A3}"/>
              </a:ext>
            </a:extLst>
          </p:cNvPr>
          <p:cNvSpPr txBox="1">
            <a:spLocks/>
          </p:cNvSpPr>
          <p:nvPr/>
        </p:nvSpPr>
        <p:spPr>
          <a:xfrm>
            <a:off x="2711424" y="5187292"/>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Select high-impact use cases for deployment</a:t>
            </a:r>
          </a:p>
        </p:txBody>
      </p:sp>
      <p:sp>
        <p:nvSpPr>
          <p:cNvPr id="82" name="Content Placeholder 3">
            <a:extLst>
              <a:ext uri="{FF2B5EF4-FFF2-40B4-BE49-F238E27FC236}">
                <a16:creationId xmlns:a16="http://schemas.microsoft.com/office/drawing/2014/main" id="{8577C7F3-949B-1C51-3EF4-A7FF81B3766F}"/>
              </a:ext>
            </a:extLst>
          </p:cNvPr>
          <p:cNvSpPr txBox="1">
            <a:spLocks/>
          </p:cNvSpPr>
          <p:nvPr/>
        </p:nvSpPr>
        <p:spPr>
          <a:xfrm>
            <a:off x="4983952" y="3317929"/>
            <a:ext cx="2212848" cy="2743201"/>
          </a:xfrm>
          <a:prstGeom prst="rect">
            <a:avLst/>
          </a:prstGeom>
          <a:noFill/>
          <a:ln w="6350">
            <a:solidFill>
              <a:srgbClr val="A000FF">
                <a:lumMod val="20000"/>
                <a:lumOff val="80000"/>
              </a:srgbClr>
            </a:solidFill>
          </a:ln>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defTabSz="228463" eaLnBrk="1" fontAlgn="auto" latinLnBrk="0" hangingPunct="1">
              <a:lnSpc>
                <a:spcPct val="100000"/>
              </a:lnSpc>
              <a:spcBef>
                <a:spcPct val="0"/>
              </a:spcBef>
              <a:spcAft>
                <a:spcPct val="0"/>
              </a:spcAft>
              <a:buClrTx/>
              <a:buSzTx/>
              <a:buFontTx/>
              <a:buNone/>
              <a:tabLst/>
              <a:defRPr/>
            </a:pPr>
            <a:endParaRPr kumimoji="0" lang="pl-PL" sz="1100" b="0" i="0" u="none" strike="noStrike" kern="0" cap="none" spc="0" normalizeH="0" baseline="0" noProof="0">
              <a:ln>
                <a:noFill/>
              </a:ln>
              <a:solidFill>
                <a:srgbClr val="000000"/>
              </a:solidFill>
              <a:effectLst/>
              <a:uLnTx/>
              <a:uFillTx/>
              <a:latin typeface="Graphik"/>
              <a:cs typeface="Arial" charset="0"/>
            </a:endParaRPr>
          </a:p>
        </p:txBody>
      </p:sp>
      <p:sp>
        <p:nvSpPr>
          <p:cNvPr id="83" name="Rectangle 17">
            <a:extLst>
              <a:ext uri="{FF2B5EF4-FFF2-40B4-BE49-F238E27FC236}">
                <a16:creationId xmlns:a16="http://schemas.microsoft.com/office/drawing/2014/main" id="{DE5F4A00-46DE-6A82-10AA-85957778B250}"/>
              </a:ext>
            </a:extLst>
          </p:cNvPr>
          <p:cNvSpPr/>
          <p:nvPr/>
        </p:nvSpPr>
        <p:spPr>
          <a:xfrm>
            <a:off x="4886670" y="1814276"/>
            <a:ext cx="2373547" cy="804672"/>
          </a:xfrm>
          <a:prstGeom prst="rect">
            <a:avLst/>
          </a:prstGeom>
          <a:solidFill>
            <a:srgbClr val="7500C0"/>
          </a:solidFill>
          <a:ln w="19050" cap="flat" cmpd="sng" algn="ctr">
            <a:noFill/>
            <a:prstDash val="sysDot"/>
            <a:miter lim="800000"/>
            <a:headEnd type="none" w="med" len="med"/>
            <a:tailEnd type="none" w="med" len="med"/>
          </a:ln>
          <a:effectLst/>
        </p:spPr>
        <p:txBody>
          <a:bodyPr rtlCol="0" anchor="ctr"/>
          <a:lstStyle/>
          <a:p>
            <a:pPr marL="0" marR="0" lvl="0" indent="0" algn="ctr" defTabSz="914217"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FFFFFF"/>
              </a:solidFill>
              <a:effectLst/>
              <a:uLnTx/>
              <a:uFillTx/>
            </a:endParaRPr>
          </a:p>
        </p:txBody>
      </p:sp>
      <p:sp>
        <p:nvSpPr>
          <p:cNvPr id="84" name="Content Placeholder 3">
            <a:extLst>
              <a:ext uri="{FF2B5EF4-FFF2-40B4-BE49-F238E27FC236}">
                <a16:creationId xmlns:a16="http://schemas.microsoft.com/office/drawing/2014/main" id="{DB7BFB84-F850-5B55-16C4-61F76332BF93}"/>
              </a:ext>
            </a:extLst>
          </p:cNvPr>
          <p:cNvSpPr txBox="1">
            <a:spLocks/>
          </p:cNvSpPr>
          <p:nvPr/>
        </p:nvSpPr>
        <p:spPr>
          <a:xfrm>
            <a:off x="4983952" y="2769289"/>
            <a:ext cx="2212848" cy="548640"/>
          </a:xfrm>
          <a:prstGeom prst="rect">
            <a:avLst/>
          </a:prstGeom>
          <a:noFill/>
          <a:ln w="9525" cap="flat" cmpd="sng" algn="ctr">
            <a:noFill/>
            <a:prstDash val="solid"/>
            <a:miter lim="800000"/>
          </a:ln>
          <a:effectLst/>
        </p:spPr>
        <p:txBody>
          <a:bodyPr vert="horz" lIns="91440" tIns="91440" rIns="91440" bIns="18288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228463">
              <a:defRPr/>
            </a:pPr>
            <a:r>
              <a:rPr lang="pl-PL" sz="1200">
                <a:solidFill>
                  <a:srgbClr val="000000"/>
                </a:solidFill>
                <a:latin typeface="Graphik Semibold" panose="020B0703030202060203" pitchFamily="34" charset="0"/>
              </a:rPr>
              <a:t>Enterprise Architecture and Data</a:t>
            </a:r>
          </a:p>
        </p:txBody>
      </p:sp>
      <p:sp>
        <p:nvSpPr>
          <p:cNvPr id="85" name="Rectangle 17">
            <a:extLst>
              <a:ext uri="{FF2B5EF4-FFF2-40B4-BE49-F238E27FC236}">
                <a16:creationId xmlns:a16="http://schemas.microsoft.com/office/drawing/2014/main" id="{E0494802-8E89-A819-CF31-9355AA967540}"/>
              </a:ext>
            </a:extLst>
          </p:cNvPr>
          <p:cNvSpPr/>
          <p:nvPr/>
        </p:nvSpPr>
        <p:spPr>
          <a:xfrm>
            <a:off x="5042825" y="1915647"/>
            <a:ext cx="2005578" cy="314421"/>
          </a:xfrm>
          <a:prstGeom prst="chevron">
            <a:avLst/>
          </a:prstGeom>
          <a:noFill/>
          <a:ln w="19050" cap="flat" cmpd="sng" algn="ctr">
            <a:noFill/>
            <a:prstDash val="sysDot"/>
            <a:miter lim="800000"/>
            <a:headEnd type="none" w="med" len="med"/>
            <a:tailEnd type="none" w="med" len="med"/>
          </a:ln>
          <a:effectLst/>
        </p:spPr>
        <p:txBody>
          <a:bodyPr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Detail 3</a:t>
            </a:r>
          </a:p>
        </p:txBody>
      </p:sp>
      <p:sp>
        <p:nvSpPr>
          <p:cNvPr id="86" name="Content Placeholder 3">
            <a:extLst>
              <a:ext uri="{FF2B5EF4-FFF2-40B4-BE49-F238E27FC236}">
                <a16:creationId xmlns:a16="http://schemas.microsoft.com/office/drawing/2014/main" id="{F5D6C795-C47D-476F-90EF-5CD03927F682}"/>
              </a:ext>
            </a:extLst>
          </p:cNvPr>
          <p:cNvSpPr txBox="1">
            <a:spLocks/>
          </p:cNvSpPr>
          <p:nvPr/>
        </p:nvSpPr>
        <p:spPr>
          <a:xfrm>
            <a:off x="4994333" y="3317930"/>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Design scalable enterprise architecture</a:t>
            </a:r>
          </a:p>
        </p:txBody>
      </p:sp>
      <p:sp>
        <p:nvSpPr>
          <p:cNvPr id="87" name="Content Placeholder 3">
            <a:extLst>
              <a:ext uri="{FF2B5EF4-FFF2-40B4-BE49-F238E27FC236}">
                <a16:creationId xmlns:a16="http://schemas.microsoft.com/office/drawing/2014/main" id="{61D9FF06-858B-0B11-FADC-BE7E358D516F}"/>
              </a:ext>
            </a:extLst>
          </p:cNvPr>
          <p:cNvSpPr txBox="1">
            <a:spLocks/>
          </p:cNvSpPr>
          <p:nvPr/>
        </p:nvSpPr>
        <p:spPr>
          <a:xfrm>
            <a:off x="4994333" y="4252611"/>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Set up security and compliance frameworks</a:t>
            </a:r>
          </a:p>
        </p:txBody>
      </p:sp>
      <p:sp>
        <p:nvSpPr>
          <p:cNvPr id="88" name="Content Placeholder 3">
            <a:extLst>
              <a:ext uri="{FF2B5EF4-FFF2-40B4-BE49-F238E27FC236}">
                <a16:creationId xmlns:a16="http://schemas.microsoft.com/office/drawing/2014/main" id="{F9081C4F-22B7-4023-84BD-0420BC5F9002}"/>
              </a:ext>
            </a:extLst>
          </p:cNvPr>
          <p:cNvSpPr txBox="1">
            <a:spLocks/>
          </p:cNvSpPr>
          <p:nvPr/>
        </p:nvSpPr>
        <p:spPr>
          <a:xfrm>
            <a:off x="4994333" y="5187292"/>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Establish centralized AI governance oversight</a:t>
            </a:r>
          </a:p>
        </p:txBody>
      </p:sp>
      <p:sp>
        <p:nvSpPr>
          <p:cNvPr id="89" name="Content Placeholder 3">
            <a:extLst>
              <a:ext uri="{FF2B5EF4-FFF2-40B4-BE49-F238E27FC236}">
                <a16:creationId xmlns:a16="http://schemas.microsoft.com/office/drawing/2014/main" id="{A61450AD-6941-EA24-D8A0-8A98EC529C87}"/>
              </a:ext>
            </a:extLst>
          </p:cNvPr>
          <p:cNvSpPr txBox="1">
            <a:spLocks/>
          </p:cNvSpPr>
          <p:nvPr/>
        </p:nvSpPr>
        <p:spPr>
          <a:xfrm>
            <a:off x="7276867" y="3317929"/>
            <a:ext cx="2212848" cy="2743201"/>
          </a:xfrm>
          <a:prstGeom prst="rect">
            <a:avLst/>
          </a:prstGeom>
          <a:noFill/>
          <a:ln w="6350">
            <a:solidFill>
              <a:srgbClr val="A000FF">
                <a:lumMod val="20000"/>
                <a:lumOff val="80000"/>
              </a:srgbClr>
            </a:solidFill>
          </a:ln>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defTabSz="228463" eaLnBrk="1" fontAlgn="auto" latinLnBrk="0" hangingPunct="1">
              <a:lnSpc>
                <a:spcPct val="100000"/>
              </a:lnSpc>
              <a:spcBef>
                <a:spcPct val="0"/>
              </a:spcBef>
              <a:spcAft>
                <a:spcPct val="0"/>
              </a:spcAft>
              <a:buClrTx/>
              <a:buSzTx/>
              <a:buFontTx/>
              <a:buNone/>
              <a:tabLst/>
              <a:defRPr/>
            </a:pPr>
            <a:endParaRPr kumimoji="0" lang="pl-PL" sz="1200" b="0" i="0" u="none" strike="noStrike" kern="0" cap="none" spc="0" normalizeH="0" baseline="0" noProof="0">
              <a:ln>
                <a:noFill/>
              </a:ln>
              <a:solidFill>
                <a:srgbClr val="000000"/>
              </a:solidFill>
              <a:effectLst/>
              <a:uLnTx/>
              <a:uFillTx/>
              <a:latin typeface="Graphik"/>
              <a:cs typeface="Arial" charset="0"/>
            </a:endParaRPr>
          </a:p>
        </p:txBody>
      </p:sp>
      <p:sp>
        <p:nvSpPr>
          <p:cNvPr id="90" name="Rectangle 17">
            <a:extLst>
              <a:ext uri="{FF2B5EF4-FFF2-40B4-BE49-F238E27FC236}">
                <a16:creationId xmlns:a16="http://schemas.microsoft.com/office/drawing/2014/main" id="{C2A0AD26-F9FE-7801-4156-87257364E9BC}"/>
              </a:ext>
            </a:extLst>
          </p:cNvPr>
          <p:cNvSpPr/>
          <p:nvPr/>
        </p:nvSpPr>
        <p:spPr>
          <a:xfrm>
            <a:off x="7146649" y="1814276"/>
            <a:ext cx="2373547" cy="804672"/>
          </a:xfrm>
          <a:prstGeom prst="rect">
            <a:avLst/>
          </a:prstGeom>
          <a:solidFill>
            <a:srgbClr val="A100FF"/>
          </a:solidFill>
          <a:ln w="19050" cap="flat" cmpd="sng" algn="ctr">
            <a:noFill/>
            <a:prstDash val="sysDot"/>
            <a:miter lim="800000"/>
            <a:headEnd type="none" w="med" len="med"/>
            <a:tailEnd type="none" w="med" len="med"/>
          </a:ln>
          <a:effectLst/>
        </p:spPr>
        <p:txBody>
          <a:bodyPr rtlCol="0" anchor="ctr"/>
          <a:lstStyle/>
          <a:p>
            <a:pPr marL="0" marR="0" lvl="0" indent="0" algn="ctr" defTabSz="914217"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FFFFFF"/>
              </a:solidFill>
              <a:effectLst/>
              <a:uLnTx/>
              <a:uFillTx/>
            </a:endParaRPr>
          </a:p>
        </p:txBody>
      </p:sp>
      <p:sp>
        <p:nvSpPr>
          <p:cNvPr id="91" name="Content Placeholder 3">
            <a:extLst>
              <a:ext uri="{FF2B5EF4-FFF2-40B4-BE49-F238E27FC236}">
                <a16:creationId xmlns:a16="http://schemas.microsoft.com/office/drawing/2014/main" id="{C8090833-8101-AC22-4955-C25B2B990BBE}"/>
              </a:ext>
            </a:extLst>
          </p:cNvPr>
          <p:cNvSpPr txBox="1">
            <a:spLocks/>
          </p:cNvSpPr>
          <p:nvPr/>
        </p:nvSpPr>
        <p:spPr>
          <a:xfrm>
            <a:off x="7276867" y="2769289"/>
            <a:ext cx="2212848" cy="548640"/>
          </a:xfrm>
          <a:prstGeom prst="rect">
            <a:avLst/>
          </a:prstGeom>
          <a:noFill/>
          <a:ln w="9525" cap="flat" cmpd="sng" algn="ctr">
            <a:noFill/>
            <a:prstDash val="solid"/>
            <a:miter lim="800000"/>
          </a:ln>
          <a:effectLst/>
        </p:spPr>
        <p:txBody>
          <a:bodyPr vert="horz" lIns="91440" tIns="91440" rIns="91440" bIns="18288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228463">
              <a:defRPr/>
            </a:pPr>
            <a:r>
              <a:rPr lang="pl-PL" sz="1200">
                <a:solidFill>
                  <a:srgbClr val="000000"/>
                </a:solidFill>
                <a:latin typeface="Graphik Semibold" panose="020B0703030202060203" pitchFamily="34" charset="0"/>
              </a:rPr>
              <a:t>Pilot Expansion and Change Management</a:t>
            </a:r>
          </a:p>
        </p:txBody>
      </p:sp>
      <p:sp>
        <p:nvSpPr>
          <p:cNvPr id="92" name="Rectangle 17">
            <a:extLst>
              <a:ext uri="{FF2B5EF4-FFF2-40B4-BE49-F238E27FC236}">
                <a16:creationId xmlns:a16="http://schemas.microsoft.com/office/drawing/2014/main" id="{17DC85B1-805E-72A6-BB5F-B98DC3CD140C}"/>
              </a:ext>
            </a:extLst>
          </p:cNvPr>
          <p:cNvSpPr/>
          <p:nvPr/>
        </p:nvSpPr>
        <p:spPr>
          <a:xfrm>
            <a:off x="7302803" y="1915647"/>
            <a:ext cx="2005577" cy="314421"/>
          </a:xfrm>
          <a:prstGeom prst="chevron">
            <a:avLst/>
          </a:prstGeom>
          <a:noFill/>
          <a:ln w="19050" cap="flat" cmpd="sng" algn="ctr">
            <a:noFill/>
            <a:prstDash val="sysDot"/>
            <a:miter lim="800000"/>
            <a:headEnd type="none" w="med" len="med"/>
            <a:tailEnd type="none" w="med" len="med"/>
          </a:ln>
          <a:effectLst/>
        </p:spPr>
        <p:txBody>
          <a:bodyPr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Detail 4</a:t>
            </a:r>
          </a:p>
        </p:txBody>
      </p:sp>
      <p:sp>
        <p:nvSpPr>
          <p:cNvPr id="93" name="Content Placeholder 3">
            <a:extLst>
              <a:ext uri="{FF2B5EF4-FFF2-40B4-BE49-F238E27FC236}">
                <a16:creationId xmlns:a16="http://schemas.microsoft.com/office/drawing/2014/main" id="{FA9AD8CC-F37A-802D-A5D5-8ABB2A9965F3}"/>
              </a:ext>
            </a:extLst>
          </p:cNvPr>
          <p:cNvSpPr txBox="1">
            <a:spLocks/>
          </p:cNvSpPr>
          <p:nvPr/>
        </p:nvSpPr>
        <p:spPr>
          <a:xfrm>
            <a:off x="7277242" y="3317930"/>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Expand pilots across multiple business units</a:t>
            </a:r>
          </a:p>
        </p:txBody>
      </p:sp>
      <p:sp>
        <p:nvSpPr>
          <p:cNvPr id="94" name="Content Placeholder 3">
            <a:extLst>
              <a:ext uri="{FF2B5EF4-FFF2-40B4-BE49-F238E27FC236}">
                <a16:creationId xmlns:a16="http://schemas.microsoft.com/office/drawing/2014/main" id="{7D9C8D34-5839-51E9-AD40-6C78EFACBDCC}"/>
              </a:ext>
            </a:extLst>
          </p:cNvPr>
          <p:cNvSpPr txBox="1">
            <a:spLocks/>
          </p:cNvSpPr>
          <p:nvPr/>
        </p:nvSpPr>
        <p:spPr>
          <a:xfrm>
            <a:off x="7277242" y="4252611"/>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Engage stakeholders with targeted training</a:t>
            </a:r>
          </a:p>
        </p:txBody>
      </p:sp>
      <p:sp>
        <p:nvSpPr>
          <p:cNvPr id="95" name="Content Placeholder 3">
            <a:extLst>
              <a:ext uri="{FF2B5EF4-FFF2-40B4-BE49-F238E27FC236}">
                <a16:creationId xmlns:a16="http://schemas.microsoft.com/office/drawing/2014/main" id="{2DFD049E-7863-05CC-0BFF-487E182AC6EE}"/>
              </a:ext>
            </a:extLst>
          </p:cNvPr>
          <p:cNvSpPr txBox="1">
            <a:spLocks/>
          </p:cNvSpPr>
          <p:nvPr/>
        </p:nvSpPr>
        <p:spPr>
          <a:xfrm>
            <a:off x="7277242" y="5187292"/>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Collect feedback to optimize AI adoption</a:t>
            </a:r>
          </a:p>
        </p:txBody>
      </p:sp>
      <p:sp>
        <p:nvSpPr>
          <p:cNvPr id="96" name="Content Placeholder 3">
            <a:extLst>
              <a:ext uri="{FF2B5EF4-FFF2-40B4-BE49-F238E27FC236}">
                <a16:creationId xmlns:a16="http://schemas.microsoft.com/office/drawing/2014/main" id="{A6AC2385-915A-F50E-D3F4-47061F0319B7}"/>
              </a:ext>
            </a:extLst>
          </p:cNvPr>
          <p:cNvSpPr txBox="1">
            <a:spLocks/>
          </p:cNvSpPr>
          <p:nvPr/>
        </p:nvSpPr>
        <p:spPr>
          <a:xfrm>
            <a:off x="9569780" y="3317929"/>
            <a:ext cx="2212848" cy="2743201"/>
          </a:xfrm>
          <a:prstGeom prst="rect">
            <a:avLst/>
          </a:prstGeom>
          <a:noFill/>
          <a:ln w="6350">
            <a:solidFill>
              <a:srgbClr val="A000FF">
                <a:lumMod val="20000"/>
                <a:lumOff val="80000"/>
              </a:srgbClr>
            </a:solidFill>
          </a:ln>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defTabSz="228463" eaLnBrk="1" fontAlgn="auto" latinLnBrk="0" hangingPunct="1">
              <a:lnSpc>
                <a:spcPct val="100000"/>
              </a:lnSpc>
              <a:spcBef>
                <a:spcPct val="0"/>
              </a:spcBef>
              <a:spcAft>
                <a:spcPct val="0"/>
              </a:spcAft>
              <a:buClrTx/>
              <a:buSzTx/>
              <a:buFontTx/>
              <a:buNone/>
              <a:tabLst/>
              <a:defRPr/>
            </a:pPr>
            <a:endParaRPr kumimoji="0" lang="pl-PL" sz="1200" b="0" i="0" u="none" strike="noStrike" kern="0" cap="none" spc="0" normalizeH="0" baseline="0" noProof="0">
              <a:ln>
                <a:noFill/>
              </a:ln>
              <a:solidFill>
                <a:srgbClr val="000000"/>
              </a:solidFill>
              <a:effectLst/>
              <a:uLnTx/>
              <a:uFillTx/>
              <a:latin typeface="Graphik"/>
              <a:cs typeface="Arial" charset="0"/>
            </a:endParaRPr>
          </a:p>
        </p:txBody>
      </p:sp>
      <p:sp>
        <p:nvSpPr>
          <p:cNvPr id="97" name="Rectangle 17">
            <a:extLst>
              <a:ext uri="{FF2B5EF4-FFF2-40B4-BE49-F238E27FC236}">
                <a16:creationId xmlns:a16="http://schemas.microsoft.com/office/drawing/2014/main" id="{9335C8F1-0BA6-ED47-520E-9AB36D13DFF6}"/>
              </a:ext>
            </a:extLst>
          </p:cNvPr>
          <p:cNvSpPr/>
          <p:nvPr/>
        </p:nvSpPr>
        <p:spPr>
          <a:xfrm>
            <a:off x="9406627" y="1814276"/>
            <a:ext cx="2373547" cy="804672"/>
          </a:xfrm>
          <a:prstGeom prst="rect">
            <a:avLst/>
          </a:prstGeom>
          <a:solidFill>
            <a:srgbClr val="7500C0"/>
          </a:solidFill>
          <a:ln w="19050" cap="flat" cmpd="sng" algn="ctr">
            <a:noFill/>
            <a:prstDash val="sysDot"/>
            <a:miter lim="800000"/>
            <a:headEnd type="none" w="med" len="med"/>
            <a:tailEnd type="none" w="med" len="med"/>
          </a:ln>
          <a:effectLst/>
        </p:spPr>
        <p:txBody>
          <a:bodyPr rtlCol="0" anchor="ctr"/>
          <a:lstStyle/>
          <a:p>
            <a:pPr marL="0" marR="0" lvl="0" indent="0" algn="ctr" defTabSz="914217"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FFFFFF"/>
              </a:solidFill>
              <a:effectLst/>
              <a:uLnTx/>
              <a:uFillTx/>
            </a:endParaRPr>
          </a:p>
        </p:txBody>
      </p:sp>
      <p:sp>
        <p:nvSpPr>
          <p:cNvPr id="98" name="Content Placeholder 3">
            <a:extLst>
              <a:ext uri="{FF2B5EF4-FFF2-40B4-BE49-F238E27FC236}">
                <a16:creationId xmlns:a16="http://schemas.microsoft.com/office/drawing/2014/main" id="{292605DE-9647-7DDB-A41A-DCE39A3023BA}"/>
              </a:ext>
            </a:extLst>
          </p:cNvPr>
          <p:cNvSpPr txBox="1">
            <a:spLocks/>
          </p:cNvSpPr>
          <p:nvPr/>
        </p:nvSpPr>
        <p:spPr>
          <a:xfrm>
            <a:off x="9567326" y="2769289"/>
            <a:ext cx="2212848" cy="548640"/>
          </a:xfrm>
          <a:prstGeom prst="rect">
            <a:avLst/>
          </a:prstGeom>
          <a:noFill/>
          <a:ln w="9525" cap="flat" cmpd="sng" algn="ctr">
            <a:noFill/>
            <a:prstDash val="solid"/>
            <a:miter lim="800000"/>
          </a:ln>
          <a:effectLst/>
        </p:spPr>
        <p:txBody>
          <a:bodyPr vert="horz" lIns="91440" tIns="91440" rIns="91440" bIns="18288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228463">
              <a:defRPr/>
            </a:pPr>
            <a:r>
              <a:rPr lang="pl-PL" sz="1200">
                <a:solidFill>
                  <a:srgbClr val="000000"/>
                </a:solidFill>
                <a:latin typeface="Graphik Semibold" panose="020B0703030202060203" pitchFamily="34" charset="0"/>
              </a:rPr>
              <a:t>Full-Scale Deployment and Realization</a:t>
            </a:r>
          </a:p>
        </p:txBody>
      </p:sp>
      <p:sp>
        <p:nvSpPr>
          <p:cNvPr id="99" name="Rectangle 17">
            <a:extLst>
              <a:ext uri="{FF2B5EF4-FFF2-40B4-BE49-F238E27FC236}">
                <a16:creationId xmlns:a16="http://schemas.microsoft.com/office/drawing/2014/main" id="{6128B244-550D-7D41-3A81-F7E1B356DC04}"/>
              </a:ext>
            </a:extLst>
          </p:cNvPr>
          <p:cNvSpPr/>
          <p:nvPr/>
        </p:nvSpPr>
        <p:spPr>
          <a:xfrm>
            <a:off x="9562782" y="1915647"/>
            <a:ext cx="2106362" cy="314421"/>
          </a:xfrm>
          <a:prstGeom prst="chevron">
            <a:avLst/>
          </a:prstGeom>
          <a:noFill/>
          <a:ln w="19050" cap="flat" cmpd="sng" algn="ctr">
            <a:noFill/>
            <a:prstDash val="sysDot"/>
            <a:miter lim="800000"/>
            <a:headEnd type="none" w="med" len="med"/>
            <a:tailEnd type="none" w="med" len="med"/>
          </a:ln>
          <a:effectLst/>
        </p:spPr>
        <p:txBody>
          <a:bodyPr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Detail 5</a:t>
            </a:r>
          </a:p>
        </p:txBody>
      </p:sp>
      <p:sp>
        <p:nvSpPr>
          <p:cNvPr id="100" name="Content Placeholder 3">
            <a:extLst>
              <a:ext uri="{FF2B5EF4-FFF2-40B4-BE49-F238E27FC236}">
                <a16:creationId xmlns:a16="http://schemas.microsoft.com/office/drawing/2014/main" id="{A668E001-76F7-EC74-9045-2CD265B1BDA6}"/>
              </a:ext>
            </a:extLst>
          </p:cNvPr>
          <p:cNvSpPr txBox="1">
            <a:spLocks/>
          </p:cNvSpPr>
          <p:nvPr/>
        </p:nvSpPr>
        <p:spPr>
          <a:xfrm>
            <a:off x="9560151" y="3317930"/>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Roll out AI solutions enterprise-wide</a:t>
            </a:r>
          </a:p>
        </p:txBody>
      </p:sp>
      <p:sp>
        <p:nvSpPr>
          <p:cNvPr id="101" name="Content Placeholder 3">
            <a:extLst>
              <a:ext uri="{FF2B5EF4-FFF2-40B4-BE49-F238E27FC236}">
                <a16:creationId xmlns:a16="http://schemas.microsoft.com/office/drawing/2014/main" id="{46AFA042-CB15-08ED-138C-F5CA22B505EC}"/>
              </a:ext>
            </a:extLst>
          </p:cNvPr>
          <p:cNvSpPr txBox="1">
            <a:spLocks/>
          </p:cNvSpPr>
          <p:nvPr/>
        </p:nvSpPr>
        <p:spPr>
          <a:xfrm>
            <a:off x="9560151" y="4252611"/>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Track KPIs for data, cost, efficiency</a:t>
            </a:r>
          </a:p>
        </p:txBody>
      </p:sp>
      <p:sp>
        <p:nvSpPr>
          <p:cNvPr id="102" name="Content Placeholder 3">
            <a:extLst>
              <a:ext uri="{FF2B5EF4-FFF2-40B4-BE49-F238E27FC236}">
                <a16:creationId xmlns:a16="http://schemas.microsoft.com/office/drawing/2014/main" id="{C281D010-5564-7FC4-8461-8D93715D2435}"/>
              </a:ext>
            </a:extLst>
          </p:cNvPr>
          <p:cNvSpPr txBox="1">
            <a:spLocks/>
          </p:cNvSpPr>
          <p:nvPr/>
        </p:nvSpPr>
        <p:spPr>
          <a:xfrm>
            <a:off x="9560151" y="5187292"/>
            <a:ext cx="2194560" cy="873838"/>
          </a:xfrm>
          <a:prstGeom prst="rect">
            <a:avLst/>
          </a:prstGeom>
          <a:noFill/>
        </p:spPr>
        <p:txBody>
          <a:bodyPr vert="horz" lIns="91440" tIns="91440" rIns="91440" bIns="9144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0" marR="0" lvl="1" indent="0" defTabSz="228463" fontAlgn="auto">
              <a:lnSpc>
                <a:spcPct val="100000"/>
              </a:lnSpc>
              <a:spcBef>
                <a:spcPct val="0"/>
              </a:spcBef>
              <a:spcAft>
                <a:spcPct val="0"/>
              </a:spcAft>
              <a:buClrTx/>
              <a:buSzTx/>
              <a:buFontTx/>
              <a:buNone/>
              <a:tabLst/>
              <a:defRPr kumimoji="0" sz="1200" b="0" i="0" u="none" strike="noStrike" cap="none" spc="0" normalizeH="0" baseline="0">
                <a:ln>
                  <a:noFill/>
                </a:ln>
                <a:solidFill>
                  <a:srgbClr val="000000"/>
                </a:solidFill>
                <a:effectLst/>
                <a:uLnTx/>
                <a:uFillTx/>
                <a:latin typeface="Graphik"/>
                <a:cs typeface="Arial"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1" indent="-171450" defTabSz="228463" eaLnBrk="1" fontAlgn="auto" latinLnBrk="0" hangingPunct="1">
              <a:lnSpc>
                <a:spcPct val="100000"/>
              </a:lnSpc>
              <a:spcBef>
                <a:spcPct val="0"/>
              </a:spcBef>
              <a:spcAft>
                <a:spcPts val="12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cs typeface="Arial" charset="0"/>
              </a:rPr>
              <a:t>Enable sustainability with ongoing policy reviews</a:t>
            </a:r>
          </a:p>
        </p:txBody>
      </p:sp>
      <p:sp>
        <p:nvSpPr>
          <p:cNvPr id="103" name="Rectangle 17">
            <a:extLst>
              <a:ext uri="{FF2B5EF4-FFF2-40B4-BE49-F238E27FC236}">
                <a16:creationId xmlns:a16="http://schemas.microsoft.com/office/drawing/2014/main" id="{7FF8CF24-6D82-1991-F935-6B60CF1E7E03}"/>
              </a:ext>
            </a:extLst>
          </p:cNvPr>
          <p:cNvSpPr/>
          <p:nvPr/>
        </p:nvSpPr>
        <p:spPr>
          <a:xfrm>
            <a:off x="522868" y="2194927"/>
            <a:ext cx="2002368" cy="314421"/>
          </a:xfrm>
          <a:prstGeom prst="homePlate">
            <a:avLst/>
          </a:prstGeom>
          <a:noFill/>
          <a:ln w="19050" cap="flat" cmpd="sng" algn="ctr">
            <a:noFill/>
            <a:prstDash val="sysDot"/>
            <a:miter lim="800000"/>
            <a:headEnd type="none" w="med" len="med"/>
            <a:tailEnd type="none" w="med" len="med"/>
          </a:ln>
          <a:effectLst/>
        </p:spPr>
        <p:txBody>
          <a:bodyPr lIns="0" tIns="0" rIns="0" bIns="0"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Strategic Alignment</a:t>
            </a:r>
          </a:p>
        </p:txBody>
      </p:sp>
      <p:sp>
        <p:nvSpPr>
          <p:cNvPr id="104" name="Rectangle 17">
            <a:extLst>
              <a:ext uri="{FF2B5EF4-FFF2-40B4-BE49-F238E27FC236}">
                <a16:creationId xmlns:a16="http://schemas.microsoft.com/office/drawing/2014/main" id="{EA678C64-D773-900A-FE63-C776E5A743F4}"/>
              </a:ext>
            </a:extLst>
          </p:cNvPr>
          <p:cNvSpPr/>
          <p:nvPr/>
        </p:nvSpPr>
        <p:spPr>
          <a:xfrm>
            <a:off x="2782847" y="2194927"/>
            <a:ext cx="2020854" cy="314421"/>
          </a:xfrm>
          <a:prstGeom prst="chevron">
            <a:avLst/>
          </a:prstGeom>
          <a:noFill/>
          <a:ln w="19050" cap="flat" cmpd="sng" algn="ctr">
            <a:noFill/>
            <a:prstDash val="sysDot"/>
            <a:miter lim="800000"/>
            <a:headEnd type="none" w="med" len="med"/>
            <a:tailEnd type="none" w="med" len="med"/>
          </a:ln>
          <a:effectLst/>
        </p:spPr>
        <p:txBody>
          <a:bodyPr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PoC Benchmarking</a:t>
            </a:r>
          </a:p>
        </p:txBody>
      </p:sp>
      <p:sp>
        <p:nvSpPr>
          <p:cNvPr id="105" name="Rectangle 17">
            <a:extLst>
              <a:ext uri="{FF2B5EF4-FFF2-40B4-BE49-F238E27FC236}">
                <a16:creationId xmlns:a16="http://schemas.microsoft.com/office/drawing/2014/main" id="{6CE28677-51F4-C0DD-3AFB-DF9891085863}"/>
              </a:ext>
            </a:extLst>
          </p:cNvPr>
          <p:cNvSpPr/>
          <p:nvPr/>
        </p:nvSpPr>
        <p:spPr>
          <a:xfrm>
            <a:off x="5042825" y="2194927"/>
            <a:ext cx="2005578" cy="314421"/>
          </a:xfrm>
          <a:prstGeom prst="chevron">
            <a:avLst/>
          </a:prstGeom>
          <a:noFill/>
          <a:ln w="19050" cap="flat" cmpd="sng" algn="ctr">
            <a:noFill/>
            <a:prstDash val="sysDot"/>
            <a:miter lim="800000"/>
            <a:headEnd type="none" w="med" len="med"/>
            <a:tailEnd type="none" w="med" len="med"/>
          </a:ln>
          <a:effectLst/>
        </p:spPr>
        <p:txBody>
          <a:bodyPr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Architecture Basis</a:t>
            </a:r>
          </a:p>
        </p:txBody>
      </p:sp>
      <p:sp>
        <p:nvSpPr>
          <p:cNvPr id="106" name="Rectangle 17">
            <a:extLst>
              <a:ext uri="{FF2B5EF4-FFF2-40B4-BE49-F238E27FC236}">
                <a16:creationId xmlns:a16="http://schemas.microsoft.com/office/drawing/2014/main" id="{673E67AB-BB4B-B799-D18F-7E4520A403F7}"/>
              </a:ext>
            </a:extLst>
          </p:cNvPr>
          <p:cNvSpPr/>
          <p:nvPr/>
        </p:nvSpPr>
        <p:spPr>
          <a:xfrm>
            <a:off x="7302803" y="2194927"/>
            <a:ext cx="2005577" cy="314421"/>
          </a:xfrm>
          <a:prstGeom prst="chevron">
            <a:avLst/>
          </a:prstGeom>
          <a:noFill/>
          <a:ln w="19050" cap="flat" cmpd="sng" algn="ctr">
            <a:noFill/>
            <a:prstDash val="sysDot"/>
            <a:miter lim="800000"/>
            <a:headEnd type="none" w="med" len="med"/>
            <a:tailEnd type="none" w="med" len="med"/>
          </a:ln>
          <a:effectLst/>
        </p:spPr>
        <p:txBody>
          <a:bodyPr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Pilot Expansion</a:t>
            </a:r>
          </a:p>
        </p:txBody>
      </p:sp>
      <p:sp>
        <p:nvSpPr>
          <p:cNvPr id="107" name="Rectangle 17">
            <a:extLst>
              <a:ext uri="{FF2B5EF4-FFF2-40B4-BE49-F238E27FC236}">
                <a16:creationId xmlns:a16="http://schemas.microsoft.com/office/drawing/2014/main" id="{C577C711-EB61-1A01-B18B-B83C698AB725}"/>
              </a:ext>
            </a:extLst>
          </p:cNvPr>
          <p:cNvSpPr/>
          <p:nvPr/>
        </p:nvSpPr>
        <p:spPr>
          <a:xfrm>
            <a:off x="9562782" y="2194927"/>
            <a:ext cx="2106362" cy="314421"/>
          </a:xfrm>
          <a:prstGeom prst="chevron">
            <a:avLst/>
          </a:prstGeom>
          <a:noFill/>
          <a:ln w="19050" cap="flat" cmpd="sng" algn="ctr">
            <a:noFill/>
            <a:prstDash val="sysDot"/>
            <a:miter lim="800000"/>
            <a:headEnd type="none" w="med" len="med"/>
            <a:tailEnd type="none" w="med" len="med"/>
          </a:ln>
          <a:effectLst/>
        </p:spPr>
        <p:txBody>
          <a:bodyPr rtlCol="0" anchor="ctr"/>
          <a:lstStyle/>
          <a:p>
            <a:pPr algn="ctr" defTabSz="914217" fontAlgn="base">
              <a:spcBef>
                <a:spcPct val="0"/>
              </a:spcBef>
              <a:spcAft>
                <a:spcPct val="0"/>
              </a:spcAft>
              <a:defRPr/>
            </a:pPr>
            <a:r>
              <a:rPr lang="en-US" sz="1200" dirty="0">
                <a:solidFill>
                  <a:srgbClr val="FFFFFF"/>
                </a:solidFill>
                <a:latin typeface="Graphik Semibold" panose="020B0703030202060203" pitchFamily="34" charset="0"/>
              </a:rPr>
              <a:t>Full Deployment</a:t>
            </a:r>
          </a:p>
        </p:txBody>
      </p:sp>
      <p:sp>
        <p:nvSpPr>
          <p:cNvPr id="108" name="GTS_Purple">
            <a:extLst>
              <a:ext uri="{FF2B5EF4-FFF2-40B4-BE49-F238E27FC236}">
                <a16:creationId xmlns:a16="http://schemas.microsoft.com/office/drawing/2014/main" id="{8F90C81A-1508-A196-4DA1-48F3B9460574}"/>
              </a:ext>
              <a:ext uri="{C183D7F6-B498-43B3-948B-1728B52AA6E4}">
                <adec:decorative xmlns:adec="http://schemas.microsoft.com/office/drawing/2017/decorative" val="1"/>
              </a:ext>
            </a:extLst>
          </p:cNvPr>
          <p:cNvSpPr>
            <a:spLocks noChangeAspect="1"/>
          </p:cNvSpPr>
          <p:nvPr/>
        </p:nvSpPr>
        <p:spPr bwMode="auto">
          <a:xfrm>
            <a:off x="380209"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000000"/>
              </a:solidFill>
              <a:effectLst/>
              <a:uLnTx/>
              <a:uFillTx/>
            </a:endParaRPr>
          </a:p>
        </p:txBody>
      </p:sp>
      <p:sp>
        <p:nvSpPr>
          <p:cNvPr id="109" name="Footer Placeholder 3">
            <a:extLst>
              <a:ext uri="{FF2B5EF4-FFF2-40B4-BE49-F238E27FC236}">
                <a16:creationId xmlns:a16="http://schemas.microsoft.com/office/drawing/2014/main" id="{69948F72-789D-ACE9-BF7A-0A9BE6F80518}"/>
              </a:ext>
            </a:extLst>
          </p:cNvPr>
          <p:cNvSpPr txBox="1">
            <a:spLocks/>
          </p:cNvSpPr>
          <p:nvPr/>
        </p:nvSpPr>
        <p:spPr>
          <a:xfrm>
            <a:off x="651148" y="6384058"/>
            <a:ext cx="10764169" cy="220336"/>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228594" rtl="0" eaLnBrk="1" fontAlgn="auto" latinLnBrk="0" hangingPunct="1">
              <a:lnSpc>
                <a:spcPct val="100000"/>
              </a:lnSpc>
              <a:spcBef>
                <a:spcPts val="0"/>
              </a:spcBef>
              <a:spcAft>
                <a:spcPts val="1200"/>
              </a:spcAft>
              <a:buClrTx/>
              <a:buSzTx/>
              <a:buFontTx/>
              <a:buNone/>
              <a:tabLst/>
              <a:defRPr/>
            </a:pPr>
            <a:r>
              <a:rPr kumimoji="0" lang="en-GB" sz="800" b="0" i="0" u="none" strike="noStrike" kern="1200" cap="none" spc="0" normalizeH="0" baseline="0" noProof="0">
                <a:ln>
                  <a:noFill/>
                </a:ln>
                <a:solidFill>
                  <a:srgbClr val="000000">
                    <a:alpha val="75000"/>
                  </a:srgbClr>
                </a:solidFill>
                <a:effectLst/>
                <a:uLnTx/>
                <a:uFillTx/>
                <a:latin typeface="Graphik"/>
                <a:ea typeface="+mn-ea"/>
                <a:cs typeface="+mn-cs"/>
              </a:rPr>
              <a:t>Copyright © 2026 Accenture. All rights reserved.</a:t>
            </a:r>
          </a:p>
        </p:txBody>
      </p:sp>
    </p:spTree>
    <p:extLst>
      <p:ext uri="{BB962C8B-B14F-4D97-AF65-F5344CB8AC3E}">
        <p14:creationId xmlns:p14="http://schemas.microsoft.com/office/powerpoint/2010/main" val="4514552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2751-B3ED-EF97-83CD-669DEF9EE0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C4B0ED-9504-6283-E955-7CB3B1C71214}"/>
              </a:ext>
            </a:extLst>
          </p:cNvPr>
          <p:cNvSpPr>
            <a:spLocks noGrp="1"/>
          </p:cNvSpPr>
          <p:nvPr>
            <p:ph type="title"/>
          </p:nvPr>
        </p:nvSpPr>
        <p:spPr>
          <a:xfrm>
            <a:off x="381000" y="980728"/>
            <a:ext cx="11430000" cy="689420"/>
          </a:xfrm>
        </p:spPr>
        <p:txBody>
          <a:bodyPr/>
          <a:lstStyle/>
          <a:p>
            <a:r>
              <a:rPr lang="en-AU" sz="3200" dirty="0"/>
              <a:t>3. Project Methodology and Governance</a:t>
            </a:r>
            <a:br>
              <a:rPr lang="en-AU" sz="3200" dirty="0"/>
            </a:br>
            <a:endParaRPr lang="en-AU" sz="3200" dirty="0"/>
          </a:p>
        </p:txBody>
      </p:sp>
    </p:spTree>
    <p:extLst>
      <p:ext uri="{BB962C8B-B14F-4D97-AF65-F5344CB8AC3E}">
        <p14:creationId xmlns:p14="http://schemas.microsoft.com/office/powerpoint/2010/main" val="1213410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FC5F4-CADB-5B19-F246-ECFB27DA6641}"/>
            </a:ext>
          </a:extLst>
        </p:cNvPr>
        <p:cNvGrpSpPr/>
        <p:nvPr/>
      </p:nvGrpSpPr>
      <p:grpSpPr>
        <a:xfrm>
          <a:off x="0" y="0"/>
          <a:ext cx="0" cy="0"/>
          <a:chOff x="0" y="0"/>
          <a:chExt cx="0" cy="0"/>
        </a:xfrm>
      </p:grpSpPr>
      <p:sp>
        <p:nvSpPr>
          <p:cNvPr id="141" name="Rectangle 7">
            <a:extLst>
              <a:ext uri="{FF2B5EF4-FFF2-40B4-BE49-F238E27FC236}">
                <a16:creationId xmlns:a16="http://schemas.microsoft.com/office/drawing/2014/main" id="{32819921-B224-31E4-770B-507040A3A413}"/>
              </a:ext>
            </a:extLst>
          </p:cNvPr>
          <p:cNvSpPr>
            <a:spLocks noChangeArrowheads="1"/>
          </p:cNvSpPr>
          <p:nvPr/>
        </p:nvSpPr>
        <p:spPr bwMode="gray">
          <a:xfrm>
            <a:off x="3536907" y="1853026"/>
            <a:ext cx="5118186" cy="323489"/>
          </a:xfrm>
          <a:prstGeom prst="rect">
            <a:avLst/>
          </a:prstGeom>
          <a:noFill/>
          <a:ln w="9525">
            <a:solidFill>
              <a:schemeClr val="bg1">
                <a:lumMod val="85000"/>
              </a:schemeClr>
            </a:solidFill>
            <a:headEnd/>
            <a:tailEnd/>
          </a:ln>
          <a:effectLst/>
        </p:spPr>
        <p:txBody>
          <a:bodyPr lIns="36000" tIns="36000" rIns="36000" bIns="36000" anchor="ctr"/>
          <a:lstStyle/>
          <a:p>
            <a:pPr marL="0" marR="0" lvl="0" indent="0" algn="ctr" defTabSz="914400" rtl="0" eaLnBrk="0" fontAlgn="auto" latinLnBrk="0" hangingPunct="0">
              <a:lnSpc>
                <a:spcPct val="8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Graphik Black" panose="020B0A03030202060203" pitchFamily="34" charset="0"/>
                <a:ea typeface="+mn-ea"/>
                <a:cs typeface="Arial" pitchFamily="34" charset="0"/>
              </a:rPr>
              <a:t>PROJECT MANAGEMENT</a:t>
            </a:r>
          </a:p>
        </p:txBody>
      </p:sp>
      <p:sp>
        <p:nvSpPr>
          <p:cNvPr id="143" name="Rectangle 142">
            <a:extLst>
              <a:ext uri="{FF2B5EF4-FFF2-40B4-BE49-F238E27FC236}">
                <a16:creationId xmlns:a16="http://schemas.microsoft.com/office/drawing/2014/main" id="{F23EF576-14BA-9FB3-0E18-D38FBAD9BBDA}"/>
              </a:ext>
            </a:extLst>
          </p:cNvPr>
          <p:cNvSpPr/>
          <p:nvPr/>
        </p:nvSpPr>
        <p:spPr>
          <a:xfrm>
            <a:off x="3536907" y="2254774"/>
            <a:ext cx="2411062" cy="31289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Executive Sponsor</a:t>
            </a:r>
          </a:p>
        </p:txBody>
      </p:sp>
      <p:sp>
        <p:nvSpPr>
          <p:cNvPr id="144" name="Rectangle 143">
            <a:extLst>
              <a:ext uri="{FF2B5EF4-FFF2-40B4-BE49-F238E27FC236}">
                <a16:creationId xmlns:a16="http://schemas.microsoft.com/office/drawing/2014/main" id="{CE61557F-3BA2-DF08-5418-A504F02F7584}"/>
              </a:ext>
            </a:extLst>
          </p:cNvPr>
          <p:cNvSpPr/>
          <p:nvPr/>
        </p:nvSpPr>
        <p:spPr>
          <a:xfrm>
            <a:off x="3536907" y="2604762"/>
            <a:ext cx="2411062" cy="31289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Project Manager</a:t>
            </a:r>
          </a:p>
        </p:txBody>
      </p:sp>
      <p:sp>
        <p:nvSpPr>
          <p:cNvPr id="145" name="Rectangle 144">
            <a:extLst>
              <a:ext uri="{FF2B5EF4-FFF2-40B4-BE49-F238E27FC236}">
                <a16:creationId xmlns:a16="http://schemas.microsoft.com/office/drawing/2014/main" id="{D13306FB-AB53-9E73-717F-B253B4BE0FA1}"/>
              </a:ext>
            </a:extLst>
          </p:cNvPr>
          <p:cNvSpPr/>
          <p:nvPr/>
        </p:nvSpPr>
        <p:spPr>
          <a:xfrm>
            <a:off x="6244031" y="2254774"/>
            <a:ext cx="2411062" cy="3128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Client Account Lead</a:t>
            </a:r>
          </a:p>
        </p:txBody>
      </p:sp>
      <p:sp>
        <p:nvSpPr>
          <p:cNvPr id="146" name="Rectangle 145">
            <a:extLst>
              <a:ext uri="{FF2B5EF4-FFF2-40B4-BE49-F238E27FC236}">
                <a16:creationId xmlns:a16="http://schemas.microsoft.com/office/drawing/2014/main" id="{7921FCC0-DF7E-24D5-CBD0-F1B7BBCB6C86}"/>
              </a:ext>
            </a:extLst>
          </p:cNvPr>
          <p:cNvSpPr/>
          <p:nvPr/>
        </p:nvSpPr>
        <p:spPr>
          <a:xfrm>
            <a:off x="6244031" y="2954749"/>
            <a:ext cx="2411062" cy="3128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Delivery Lead</a:t>
            </a:r>
          </a:p>
        </p:txBody>
      </p:sp>
      <p:sp>
        <p:nvSpPr>
          <p:cNvPr id="147" name="Rectangle 146">
            <a:extLst>
              <a:ext uri="{FF2B5EF4-FFF2-40B4-BE49-F238E27FC236}">
                <a16:creationId xmlns:a16="http://schemas.microsoft.com/office/drawing/2014/main" id="{F22CD9BA-13AA-997C-16BF-07A36E328E8C}"/>
              </a:ext>
            </a:extLst>
          </p:cNvPr>
          <p:cNvSpPr/>
          <p:nvPr/>
        </p:nvSpPr>
        <p:spPr>
          <a:xfrm>
            <a:off x="3536907" y="2954749"/>
            <a:ext cx="2411062" cy="3128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Project Manager</a:t>
            </a:r>
          </a:p>
        </p:txBody>
      </p:sp>
      <p:sp>
        <p:nvSpPr>
          <p:cNvPr id="148" name="Rectangle 147">
            <a:extLst>
              <a:ext uri="{FF2B5EF4-FFF2-40B4-BE49-F238E27FC236}">
                <a16:creationId xmlns:a16="http://schemas.microsoft.com/office/drawing/2014/main" id="{29083E7A-902B-800F-2D3D-2FB3BB5252EC}"/>
              </a:ext>
            </a:extLst>
          </p:cNvPr>
          <p:cNvSpPr/>
          <p:nvPr/>
        </p:nvSpPr>
        <p:spPr>
          <a:xfrm>
            <a:off x="6244031" y="2604762"/>
            <a:ext cx="2411062" cy="3128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Executive Sponsor</a:t>
            </a:r>
          </a:p>
        </p:txBody>
      </p:sp>
      <p:sp>
        <p:nvSpPr>
          <p:cNvPr id="175" name="Rectangle 174">
            <a:extLst>
              <a:ext uri="{FF2B5EF4-FFF2-40B4-BE49-F238E27FC236}">
                <a16:creationId xmlns:a16="http://schemas.microsoft.com/office/drawing/2014/main" id="{DC692BD4-5298-5468-3A62-9F9E7A1CFD7C}"/>
              </a:ext>
            </a:extLst>
          </p:cNvPr>
          <p:cNvSpPr>
            <a:spLocks noChangeArrowheads="1"/>
          </p:cNvSpPr>
          <p:nvPr/>
        </p:nvSpPr>
        <p:spPr bwMode="gray">
          <a:xfrm>
            <a:off x="384443" y="3891454"/>
            <a:ext cx="2582677" cy="307869"/>
          </a:xfrm>
          <a:prstGeom prst="rect">
            <a:avLst/>
          </a:prstGeom>
          <a:noFill/>
          <a:ln w="9525">
            <a:noFill/>
            <a:headEnd/>
            <a:tailEnd/>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Graphik Black" panose="020B0A03030202060203" pitchFamily="34" charset="0"/>
                <a:ea typeface="+mn-ea"/>
                <a:cs typeface="Arial" pitchFamily="34" charset="0"/>
              </a:rPr>
              <a:t>TEAM</a:t>
            </a:r>
          </a:p>
        </p:txBody>
      </p:sp>
      <p:sp>
        <p:nvSpPr>
          <p:cNvPr id="176" name="Rectangle 175">
            <a:extLst>
              <a:ext uri="{FF2B5EF4-FFF2-40B4-BE49-F238E27FC236}">
                <a16:creationId xmlns:a16="http://schemas.microsoft.com/office/drawing/2014/main" id="{69E8ABA7-D733-CAFB-2A92-BA6154237E72}"/>
              </a:ext>
            </a:extLst>
          </p:cNvPr>
          <p:cNvSpPr/>
          <p:nvPr/>
        </p:nvSpPr>
        <p:spPr>
          <a:xfrm>
            <a:off x="381000" y="4277817"/>
            <a:ext cx="2586119"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77" name="Rectangle 176">
            <a:extLst>
              <a:ext uri="{FF2B5EF4-FFF2-40B4-BE49-F238E27FC236}">
                <a16:creationId xmlns:a16="http://schemas.microsoft.com/office/drawing/2014/main" id="{C5DA5039-E2FC-97B6-A852-6F8A70DE61AA}"/>
              </a:ext>
            </a:extLst>
          </p:cNvPr>
          <p:cNvSpPr/>
          <p:nvPr/>
        </p:nvSpPr>
        <p:spPr>
          <a:xfrm>
            <a:off x="381000" y="4636946"/>
            <a:ext cx="2586119"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78" name="Rectangle 177">
            <a:extLst>
              <a:ext uri="{FF2B5EF4-FFF2-40B4-BE49-F238E27FC236}">
                <a16:creationId xmlns:a16="http://schemas.microsoft.com/office/drawing/2014/main" id="{FED9F40C-4E8C-7143-8EBC-9C2A39AB28C1}"/>
              </a:ext>
            </a:extLst>
          </p:cNvPr>
          <p:cNvSpPr/>
          <p:nvPr/>
        </p:nvSpPr>
        <p:spPr>
          <a:xfrm>
            <a:off x="381000" y="4996074"/>
            <a:ext cx="2586119"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79" name="Rectangle 178">
            <a:extLst>
              <a:ext uri="{FF2B5EF4-FFF2-40B4-BE49-F238E27FC236}">
                <a16:creationId xmlns:a16="http://schemas.microsoft.com/office/drawing/2014/main" id="{0D0FEAC4-BA38-E466-E459-28818F4002F7}"/>
              </a:ext>
            </a:extLst>
          </p:cNvPr>
          <p:cNvSpPr/>
          <p:nvPr/>
        </p:nvSpPr>
        <p:spPr>
          <a:xfrm>
            <a:off x="381000" y="5355203"/>
            <a:ext cx="2586119"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80" name="Rectangle 179">
            <a:extLst>
              <a:ext uri="{FF2B5EF4-FFF2-40B4-BE49-F238E27FC236}">
                <a16:creationId xmlns:a16="http://schemas.microsoft.com/office/drawing/2014/main" id="{8D84C230-FCEC-3E2D-8747-FDFC34E1728C}"/>
              </a:ext>
            </a:extLst>
          </p:cNvPr>
          <p:cNvSpPr/>
          <p:nvPr/>
        </p:nvSpPr>
        <p:spPr>
          <a:xfrm>
            <a:off x="381000" y="5714331"/>
            <a:ext cx="2586119"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67" name="Rectangle 17">
            <a:extLst>
              <a:ext uri="{FF2B5EF4-FFF2-40B4-BE49-F238E27FC236}">
                <a16:creationId xmlns:a16="http://schemas.microsoft.com/office/drawing/2014/main" id="{B5EAC68B-8B85-E86A-7A52-635014AA69C8}"/>
              </a:ext>
            </a:extLst>
          </p:cNvPr>
          <p:cNvSpPr>
            <a:spLocks noChangeArrowheads="1"/>
          </p:cNvSpPr>
          <p:nvPr/>
        </p:nvSpPr>
        <p:spPr bwMode="gray">
          <a:xfrm>
            <a:off x="3302279" y="3891454"/>
            <a:ext cx="2633327" cy="307869"/>
          </a:xfrm>
          <a:prstGeom prst="rect">
            <a:avLst/>
          </a:prstGeom>
          <a:noFill/>
          <a:ln w="9525">
            <a:noFill/>
            <a:headEnd/>
            <a:tailEnd/>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Graphik Black" panose="020B0A03030202060203" pitchFamily="34" charset="0"/>
                <a:ea typeface="+mn-ea"/>
                <a:cs typeface="Arial" pitchFamily="34" charset="0"/>
              </a:rPr>
              <a:t>TEAM</a:t>
            </a:r>
          </a:p>
        </p:txBody>
      </p:sp>
      <p:sp>
        <p:nvSpPr>
          <p:cNvPr id="168" name="Rectangle 167">
            <a:extLst>
              <a:ext uri="{FF2B5EF4-FFF2-40B4-BE49-F238E27FC236}">
                <a16:creationId xmlns:a16="http://schemas.microsoft.com/office/drawing/2014/main" id="{99628C6B-F969-D48B-3F42-2084342E0B30}"/>
              </a:ext>
            </a:extLst>
          </p:cNvPr>
          <p:cNvSpPr/>
          <p:nvPr/>
        </p:nvSpPr>
        <p:spPr>
          <a:xfrm>
            <a:off x="3298769" y="4277817"/>
            <a:ext cx="2636837"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69" name="Rectangle 168">
            <a:extLst>
              <a:ext uri="{FF2B5EF4-FFF2-40B4-BE49-F238E27FC236}">
                <a16:creationId xmlns:a16="http://schemas.microsoft.com/office/drawing/2014/main" id="{D567E147-A07E-A119-7D80-1B7BD8B1FCB0}"/>
              </a:ext>
            </a:extLst>
          </p:cNvPr>
          <p:cNvSpPr/>
          <p:nvPr/>
        </p:nvSpPr>
        <p:spPr>
          <a:xfrm>
            <a:off x="3298769" y="4636946"/>
            <a:ext cx="2636837"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70" name="Rectangle 169">
            <a:extLst>
              <a:ext uri="{FF2B5EF4-FFF2-40B4-BE49-F238E27FC236}">
                <a16:creationId xmlns:a16="http://schemas.microsoft.com/office/drawing/2014/main" id="{6F478537-5B26-F245-6A3D-01202EE098DA}"/>
              </a:ext>
            </a:extLst>
          </p:cNvPr>
          <p:cNvSpPr/>
          <p:nvPr/>
        </p:nvSpPr>
        <p:spPr>
          <a:xfrm>
            <a:off x="3298769" y="5714331"/>
            <a:ext cx="2636837"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71" name="Rectangle 170">
            <a:extLst>
              <a:ext uri="{FF2B5EF4-FFF2-40B4-BE49-F238E27FC236}">
                <a16:creationId xmlns:a16="http://schemas.microsoft.com/office/drawing/2014/main" id="{6E18AB1B-ABE5-092C-C687-4FF548A9EF2C}"/>
              </a:ext>
            </a:extLst>
          </p:cNvPr>
          <p:cNvSpPr/>
          <p:nvPr/>
        </p:nvSpPr>
        <p:spPr>
          <a:xfrm>
            <a:off x="3298769" y="5355203"/>
            <a:ext cx="2636837"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72" name="Rectangle 171">
            <a:extLst>
              <a:ext uri="{FF2B5EF4-FFF2-40B4-BE49-F238E27FC236}">
                <a16:creationId xmlns:a16="http://schemas.microsoft.com/office/drawing/2014/main" id="{694ACF9B-6D1C-4810-17D6-5C73220A577B}"/>
              </a:ext>
            </a:extLst>
          </p:cNvPr>
          <p:cNvSpPr/>
          <p:nvPr/>
        </p:nvSpPr>
        <p:spPr>
          <a:xfrm>
            <a:off x="3298769" y="6073459"/>
            <a:ext cx="2636837"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73" name="Rectangle 172">
            <a:extLst>
              <a:ext uri="{FF2B5EF4-FFF2-40B4-BE49-F238E27FC236}">
                <a16:creationId xmlns:a16="http://schemas.microsoft.com/office/drawing/2014/main" id="{1391822E-5A9A-523B-C0BF-55D5DD224543}"/>
              </a:ext>
            </a:extLst>
          </p:cNvPr>
          <p:cNvSpPr/>
          <p:nvPr/>
        </p:nvSpPr>
        <p:spPr>
          <a:xfrm>
            <a:off x="3298769" y="4996074"/>
            <a:ext cx="2636837"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55" name="Rectangle 17">
            <a:extLst>
              <a:ext uri="{FF2B5EF4-FFF2-40B4-BE49-F238E27FC236}">
                <a16:creationId xmlns:a16="http://schemas.microsoft.com/office/drawing/2014/main" id="{7249E599-1868-0475-1220-A857EC056C01}"/>
              </a:ext>
            </a:extLst>
          </p:cNvPr>
          <p:cNvSpPr>
            <a:spLocks noChangeArrowheads="1"/>
          </p:cNvSpPr>
          <p:nvPr/>
        </p:nvSpPr>
        <p:spPr bwMode="gray">
          <a:xfrm>
            <a:off x="9239251" y="3891454"/>
            <a:ext cx="2583429" cy="307869"/>
          </a:xfrm>
          <a:prstGeom prst="rect">
            <a:avLst/>
          </a:prstGeom>
          <a:noFill/>
          <a:ln w="9525">
            <a:noFill/>
            <a:headEnd/>
            <a:tailEnd/>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Graphik Black" panose="020B0A03030202060203" pitchFamily="34" charset="0"/>
                <a:ea typeface="+mn-ea"/>
                <a:cs typeface="Arial" pitchFamily="34" charset="0"/>
              </a:rPr>
              <a:t>TEAM</a:t>
            </a:r>
          </a:p>
        </p:txBody>
      </p:sp>
      <p:sp>
        <p:nvSpPr>
          <p:cNvPr id="156" name="Rectangle 155">
            <a:extLst>
              <a:ext uri="{FF2B5EF4-FFF2-40B4-BE49-F238E27FC236}">
                <a16:creationId xmlns:a16="http://schemas.microsoft.com/office/drawing/2014/main" id="{7F0A1E6C-E38D-7DF6-1491-8A85A607071C}"/>
              </a:ext>
            </a:extLst>
          </p:cNvPr>
          <p:cNvSpPr/>
          <p:nvPr/>
        </p:nvSpPr>
        <p:spPr>
          <a:xfrm>
            <a:off x="9239251" y="4636946"/>
            <a:ext cx="2586872"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57" name="Rectangle 156">
            <a:extLst>
              <a:ext uri="{FF2B5EF4-FFF2-40B4-BE49-F238E27FC236}">
                <a16:creationId xmlns:a16="http://schemas.microsoft.com/office/drawing/2014/main" id="{D61FD0EA-FAA7-C059-8D91-9B2E8B6271B1}"/>
              </a:ext>
            </a:extLst>
          </p:cNvPr>
          <p:cNvSpPr/>
          <p:nvPr/>
        </p:nvSpPr>
        <p:spPr>
          <a:xfrm>
            <a:off x="9239251" y="4277817"/>
            <a:ext cx="2586872"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58" name="Rectangle 157">
            <a:extLst>
              <a:ext uri="{FF2B5EF4-FFF2-40B4-BE49-F238E27FC236}">
                <a16:creationId xmlns:a16="http://schemas.microsoft.com/office/drawing/2014/main" id="{92FFD587-6438-0F49-6BEF-ACCFCF17B9CC}"/>
              </a:ext>
            </a:extLst>
          </p:cNvPr>
          <p:cNvSpPr/>
          <p:nvPr/>
        </p:nvSpPr>
        <p:spPr>
          <a:xfrm>
            <a:off x="9239251" y="4996074"/>
            <a:ext cx="2586872"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85" name="Rectangle 21">
            <a:extLst>
              <a:ext uri="{FF2B5EF4-FFF2-40B4-BE49-F238E27FC236}">
                <a16:creationId xmlns:a16="http://schemas.microsoft.com/office/drawing/2014/main" id="{9133E787-712F-C2B7-9526-C9DC87C35AF1}"/>
              </a:ext>
            </a:extLst>
          </p:cNvPr>
          <p:cNvSpPr>
            <a:spLocks noChangeArrowheads="1"/>
          </p:cNvSpPr>
          <p:nvPr/>
        </p:nvSpPr>
        <p:spPr bwMode="gray">
          <a:xfrm>
            <a:off x="9239251" y="2084480"/>
            <a:ext cx="2571749" cy="576063"/>
          </a:xfrm>
          <a:prstGeom prst="rect">
            <a:avLst/>
          </a:prstGeom>
          <a:noFill/>
          <a:ln w="12700">
            <a:solidFill>
              <a:schemeClr val="accent4"/>
            </a:solidFill>
            <a:prstDash val="dash"/>
            <a:miter lim="800000"/>
            <a:headEnd/>
            <a:tailEnd/>
          </a:ln>
        </p:spPr>
        <p:txBody>
          <a:bodyPr lIns="36000" tIns="36000" rIns="36000" bIns="36000" anchor="ct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Graphik"/>
                <a:ea typeface="+mn-ea"/>
                <a:cs typeface="Arial" panose="020B0604020202020204" pitchFamily="34" charset="0"/>
              </a:rPr>
              <a:t>Extended &lt;&lt;Client&gt;&gt; Team Members</a:t>
            </a:r>
            <a:br>
              <a:rPr kumimoji="0" lang="en-US" sz="1000" b="1" i="0" u="none" strike="noStrike" kern="0" cap="none" spc="0" normalizeH="0" baseline="0" noProof="0">
                <a:ln>
                  <a:noFill/>
                </a:ln>
                <a:solidFill>
                  <a:srgbClr val="000000"/>
                </a:solidFill>
                <a:effectLst/>
                <a:uLnTx/>
                <a:uFillTx/>
                <a:latin typeface="Graphik"/>
                <a:ea typeface="+mn-ea"/>
                <a:cs typeface="Arial" panose="020B0604020202020204" pitchFamily="34" charset="0"/>
              </a:rPr>
            </a:br>
            <a:r>
              <a:rPr kumimoji="0" lang="en-US" sz="1000" b="0" i="0" u="none" strike="noStrike" kern="0" cap="none" spc="0" normalizeH="0" baseline="0" noProof="0">
                <a:ln>
                  <a:noFill/>
                </a:ln>
                <a:solidFill>
                  <a:srgbClr val="000000"/>
                </a:solidFill>
                <a:effectLst/>
                <a:uLnTx/>
                <a:uFillTx/>
                <a:latin typeface="Graphik"/>
                <a:ea typeface="+mn-ea"/>
                <a:cs typeface="Arial" panose="020B0604020202020204" pitchFamily="34" charset="0"/>
              </a:rPr>
              <a:t>(Executive participation in working sessions and reviews)</a:t>
            </a:r>
          </a:p>
        </p:txBody>
      </p:sp>
      <p:sp>
        <p:nvSpPr>
          <p:cNvPr id="187" name="Flowchart: Process 57">
            <a:extLst>
              <a:ext uri="{FF2B5EF4-FFF2-40B4-BE49-F238E27FC236}">
                <a16:creationId xmlns:a16="http://schemas.microsoft.com/office/drawing/2014/main" id="{271B67DA-4D56-A181-3F94-45051816B1A8}"/>
              </a:ext>
            </a:extLst>
          </p:cNvPr>
          <p:cNvSpPr/>
          <p:nvPr/>
        </p:nvSpPr>
        <p:spPr>
          <a:xfrm>
            <a:off x="381000" y="2292986"/>
            <a:ext cx="311491" cy="182880"/>
          </a:xfrm>
          <a:prstGeom prst="flowChartProcess">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5486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Accenture</a:t>
            </a:r>
          </a:p>
        </p:txBody>
      </p:sp>
      <p:sp>
        <p:nvSpPr>
          <p:cNvPr id="188" name="Flowchart: Process 58">
            <a:extLst>
              <a:ext uri="{FF2B5EF4-FFF2-40B4-BE49-F238E27FC236}">
                <a16:creationId xmlns:a16="http://schemas.microsoft.com/office/drawing/2014/main" id="{BA403C49-A76F-28F7-FE6E-07C307C2F758}"/>
              </a:ext>
            </a:extLst>
          </p:cNvPr>
          <p:cNvSpPr/>
          <p:nvPr/>
        </p:nvSpPr>
        <p:spPr>
          <a:xfrm>
            <a:off x="381000" y="2056462"/>
            <a:ext cx="311491" cy="182880"/>
          </a:xfrm>
          <a:prstGeom prst="flowChartProcess">
            <a:avLst/>
          </a:prstGeom>
          <a:solidFill>
            <a:schemeClr val="accent4">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4572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Client</a:t>
            </a:r>
          </a:p>
        </p:txBody>
      </p:sp>
      <p:sp>
        <p:nvSpPr>
          <p:cNvPr id="189" name="TextBox 188">
            <a:extLst>
              <a:ext uri="{FF2B5EF4-FFF2-40B4-BE49-F238E27FC236}">
                <a16:creationId xmlns:a16="http://schemas.microsoft.com/office/drawing/2014/main" id="{8A6A44C3-E809-B88C-325A-7C76E85C2357}"/>
              </a:ext>
            </a:extLst>
          </p:cNvPr>
          <p:cNvSpPr txBox="1"/>
          <p:nvPr/>
        </p:nvSpPr>
        <p:spPr>
          <a:xfrm>
            <a:off x="381000" y="1853026"/>
            <a:ext cx="1127675"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Graphik Black" panose="020B0A03030202060203" pitchFamily="34" charset="0"/>
                <a:ea typeface="+mn-ea"/>
                <a:cs typeface="+mn-cs"/>
              </a:rPr>
              <a:t>LEGEND:</a:t>
            </a:r>
          </a:p>
        </p:txBody>
      </p:sp>
      <p:sp>
        <p:nvSpPr>
          <p:cNvPr id="160" name="Rectangle 159">
            <a:extLst>
              <a:ext uri="{FF2B5EF4-FFF2-40B4-BE49-F238E27FC236}">
                <a16:creationId xmlns:a16="http://schemas.microsoft.com/office/drawing/2014/main" id="{44C79359-D884-8F46-E84A-EFC7FBBD1F61}"/>
              </a:ext>
            </a:extLst>
          </p:cNvPr>
          <p:cNvSpPr>
            <a:spLocks noChangeArrowheads="1"/>
          </p:cNvSpPr>
          <p:nvPr/>
        </p:nvSpPr>
        <p:spPr bwMode="gray">
          <a:xfrm>
            <a:off x="6263079" y="3891455"/>
            <a:ext cx="2633327" cy="307869"/>
          </a:xfrm>
          <a:prstGeom prst="rect">
            <a:avLst/>
          </a:prstGeom>
          <a:noFill/>
          <a:ln w="9525">
            <a:noFill/>
            <a:headEnd/>
            <a:tailEnd/>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Graphik Black" panose="020B0A03030202060203" pitchFamily="34" charset="0"/>
                <a:ea typeface="+mn-ea"/>
                <a:cs typeface="Arial" pitchFamily="34" charset="0"/>
              </a:rPr>
              <a:t>TEAM</a:t>
            </a:r>
          </a:p>
        </p:txBody>
      </p:sp>
      <p:sp>
        <p:nvSpPr>
          <p:cNvPr id="161" name="Rectangle 160">
            <a:extLst>
              <a:ext uri="{FF2B5EF4-FFF2-40B4-BE49-F238E27FC236}">
                <a16:creationId xmlns:a16="http://schemas.microsoft.com/office/drawing/2014/main" id="{82A5713D-F455-98DD-F588-694266B74425}"/>
              </a:ext>
            </a:extLst>
          </p:cNvPr>
          <p:cNvSpPr/>
          <p:nvPr/>
        </p:nvSpPr>
        <p:spPr>
          <a:xfrm>
            <a:off x="6263079" y="4277817"/>
            <a:ext cx="2636837"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62" name="Rectangle 161">
            <a:extLst>
              <a:ext uri="{FF2B5EF4-FFF2-40B4-BE49-F238E27FC236}">
                <a16:creationId xmlns:a16="http://schemas.microsoft.com/office/drawing/2014/main" id="{707A189B-AEFB-E7EF-96DB-2FF6D38C0A86}"/>
              </a:ext>
            </a:extLst>
          </p:cNvPr>
          <p:cNvSpPr/>
          <p:nvPr/>
        </p:nvSpPr>
        <p:spPr>
          <a:xfrm>
            <a:off x="6263079" y="4636946"/>
            <a:ext cx="2636837" cy="30786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XXX</a:t>
            </a:r>
          </a:p>
        </p:txBody>
      </p:sp>
      <p:sp>
        <p:nvSpPr>
          <p:cNvPr id="163" name="Rectangle 162">
            <a:extLst>
              <a:ext uri="{FF2B5EF4-FFF2-40B4-BE49-F238E27FC236}">
                <a16:creationId xmlns:a16="http://schemas.microsoft.com/office/drawing/2014/main" id="{EDC5CA3A-38DF-6F06-4B10-BC218F381D3E}"/>
              </a:ext>
            </a:extLst>
          </p:cNvPr>
          <p:cNvSpPr/>
          <p:nvPr/>
        </p:nvSpPr>
        <p:spPr>
          <a:xfrm>
            <a:off x="6263079" y="4996074"/>
            <a:ext cx="2636837"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64" name="Rectangle 163">
            <a:extLst>
              <a:ext uri="{FF2B5EF4-FFF2-40B4-BE49-F238E27FC236}">
                <a16:creationId xmlns:a16="http://schemas.microsoft.com/office/drawing/2014/main" id="{118F4129-B444-B14B-249E-7C0C933883DC}"/>
              </a:ext>
            </a:extLst>
          </p:cNvPr>
          <p:cNvSpPr/>
          <p:nvPr/>
        </p:nvSpPr>
        <p:spPr>
          <a:xfrm>
            <a:off x="6263079" y="5714331"/>
            <a:ext cx="2636837"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65" name="Rectangle 164">
            <a:extLst>
              <a:ext uri="{FF2B5EF4-FFF2-40B4-BE49-F238E27FC236}">
                <a16:creationId xmlns:a16="http://schemas.microsoft.com/office/drawing/2014/main" id="{C704F193-35C1-2BCB-7AE0-F187294F7961}"/>
              </a:ext>
            </a:extLst>
          </p:cNvPr>
          <p:cNvSpPr/>
          <p:nvPr/>
        </p:nvSpPr>
        <p:spPr>
          <a:xfrm>
            <a:off x="6263079" y="6073459"/>
            <a:ext cx="2636837" cy="3078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sp>
        <p:nvSpPr>
          <p:cNvPr id="190" name="Rectangle 189">
            <a:extLst>
              <a:ext uri="{FF2B5EF4-FFF2-40B4-BE49-F238E27FC236}">
                <a16:creationId xmlns:a16="http://schemas.microsoft.com/office/drawing/2014/main" id="{8158E278-1084-BFB9-C629-8252C6C50F0F}"/>
              </a:ext>
            </a:extLst>
          </p:cNvPr>
          <p:cNvSpPr/>
          <p:nvPr/>
        </p:nvSpPr>
        <p:spPr>
          <a:xfrm>
            <a:off x="6263079" y="5355203"/>
            <a:ext cx="2636837" cy="3128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Graphik"/>
                <a:ea typeface="+mn-ea"/>
                <a:cs typeface="Arial" panose="020B0604020202020204" pitchFamily="34" charset="0"/>
              </a:rPr>
              <a:t>XXX</a:t>
            </a:r>
          </a:p>
        </p:txBody>
      </p:sp>
      <p:cxnSp>
        <p:nvCxnSpPr>
          <p:cNvPr id="205" name="Connector: Elbow 204">
            <a:extLst>
              <a:ext uri="{FF2B5EF4-FFF2-40B4-BE49-F238E27FC236}">
                <a16:creationId xmlns:a16="http://schemas.microsoft.com/office/drawing/2014/main" id="{2D79438E-19A2-042B-F828-7C5645B24E1B}"/>
              </a:ext>
            </a:extLst>
          </p:cNvPr>
          <p:cNvCxnSpPr>
            <a:cxnSpLocks/>
            <a:stCxn id="185" idx="1"/>
            <a:endCxn id="141" idx="3"/>
          </p:cNvCxnSpPr>
          <p:nvPr/>
        </p:nvCxnSpPr>
        <p:spPr>
          <a:xfrm rot="10800000">
            <a:off x="8655093" y="2014772"/>
            <a:ext cx="584158" cy="357741"/>
          </a:xfrm>
          <a:prstGeom prst="bentConnector3">
            <a:avLst/>
          </a:prstGeom>
          <a:ln w="12700">
            <a:solidFill>
              <a:schemeClr val="accent4"/>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9" name="Connector: Elbow 208">
            <a:extLst>
              <a:ext uri="{FF2B5EF4-FFF2-40B4-BE49-F238E27FC236}">
                <a16:creationId xmlns:a16="http://schemas.microsoft.com/office/drawing/2014/main" id="{F9C08A71-7E2B-F66C-F3E0-014416484F6B}"/>
              </a:ext>
            </a:extLst>
          </p:cNvPr>
          <p:cNvCxnSpPr/>
          <p:nvPr/>
        </p:nvCxnSpPr>
        <p:spPr>
          <a:xfrm rot="5400000">
            <a:off x="3592894" y="1338146"/>
            <a:ext cx="563123" cy="4443091"/>
          </a:xfrm>
          <a:prstGeom prst="bentConnector3">
            <a:avLst/>
          </a:prstGeom>
          <a:ln w="12700">
            <a:solidFill>
              <a:schemeClr val="accent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10" name="Connector: Elbow 209">
            <a:extLst>
              <a:ext uri="{FF2B5EF4-FFF2-40B4-BE49-F238E27FC236}">
                <a16:creationId xmlns:a16="http://schemas.microsoft.com/office/drawing/2014/main" id="{7FB1D22E-B543-70A2-A586-CDEB393E0FB3}"/>
              </a:ext>
            </a:extLst>
          </p:cNvPr>
          <p:cNvCxnSpPr/>
          <p:nvPr/>
        </p:nvCxnSpPr>
        <p:spPr>
          <a:xfrm rot="5400000">
            <a:off x="5074616" y="2819867"/>
            <a:ext cx="563123" cy="1479646"/>
          </a:xfrm>
          <a:prstGeom prst="bentConnector3">
            <a:avLst/>
          </a:prstGeom>
          <a:ln w="12700">
            <a:solidFill>
              <a:schemeClr val="accent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11" name="Connector: Elbow 210">
            <a:extLst>
              <a:ext uri="{FF2B5EF4-FFF2-40B4-BE49-F238E27FC236}">
                <a16:creationId xmlns:a16="http://schemas.microsoft.com/office/drawing/2014/main" id="{FC56DC3C-DF29-CC4D-1799-218FBF17D3B9}"/>
              </a:ext>
            </a:extLst>
          </p:cNvPr>
          <p:cNvCxnSpPr/>
          <p:nvPr/>
        </p:nvCxnSpPr>
        <p:spPr>
          <a:xfrm rot="16200000" flipH="1">
            <a:off x="6556337" y="2817791"/>
            <a:ext cx="563124" cy="1483800"/>
          </a:xfrm>
          <a:prstGeom prst="bentConnector3">
            <a:avLst/>
          </a:prstGeom>
          <a:ln w="12700">
            <a:solidFill>
              <a:schemeClr val="accent4"/>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12" name="Connector: Elbow 211">
            <a:extLst>
              <a:ext uri="{FF2B5EF4-FFF2-40B4-BE49-F238E27FC236}">
                <a16:creationId xmlns:a16="http://schemas.microsoft.com/office/drawing/2014/main" id="{F3742780-6532-B6DC-9D4B-396793BB5D36}"/>
              </a:ext>
            </a:extLst>
          </p:cNvPr>
          <p:cNvCxnSpPr/>
          <p:nvPr/>
        </p:nvCxnSpPr>
        <p:spPr>
          <a:xfrm rot="16200000" flipH="1">
            <a:off x="8038061" y="1336068"/>
            <a:ext cx="563123" cy="4447244"/>
          </a:xfrm>
          <a:prstGeom prst="bentConnector3">
            <a:avLst/>
          </a:prstGeom>
          <a:ln w="12700">
            <a:solidFill>
              <a:schemeClr val="accent4"/>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 name="Foliennummernplatzhalter 1">
            <a:extLst>
              <a:ext uri="{FF2B5EF4-FFF2-40B4-BE49-F238E27FC236}">
                <a16:creationId xmlns:a16="http://schemas.microsoft.com/office/drawing/2014/main" id="{AAA09FED-FF8B-F17E-3CDE-4DFC7EE92D9E}"/>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5" name="Title 5">
            <a:extLst>
              <a:ext uri="{FF2B5EF4-FFF2-40B4-BE49-F238E27FC236}">
                <a16:creationId xmlns:a16="http://schemas.microsoft.com/office/drawing/2014/main" id="{EADB0105-0A00-6CF7-B824-F441A499FD21}"/>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Team Structure</a:t>
            </a:r>
          </a:p>
        </p:txBody>
      </p:sp>
      <p:sp>
        <p:nvSpPr>
          <p:cNvPr id="6" name="Text Placeholder 8">
            <a:extLst>
              <a:ext uri="{FF2B5EF4-FFF2-40B4-BE49-F238E27FC236}">
                <a16:creationId xmlns:a16="http://schemas.microsoft.com/office/drawing/2014/main" id="{82A0E49D-BC47-B227-08C8-29BEA1496C26}"/>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Tree>
    <p:extLst>
      <p:ext uri="{BB962C8B-B14F-4D97-AF65-F5344CB8AC3E}">
        <p14:creationId xmlns:p14="http://schemas.microsoft.com/office/powerpoint/2010/main" val="36749586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19FECC89-165F-3D2B-FE11-F1C5E8946A9C}"/>
            </a:ext>
          </a:extLst>
        </p:cNvPr>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5661D806-5038-3E6A-A331-D20A0B386BD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24" imgH="424" progId="TCLayout.ActiveDocument.1">
                  <p:embed/>
                </p:oleObj>
              </mc:Choice>
              <mc:Fallback>
                <p:oleObj name="think-cell Folie" r:id="rId4" imgW="424" imgH="424" progId="TCLayout.ActiveDocument.1">
                  <p:embed/>
                  <p:pic>
                    <p:nvPicPr>
                      <p:cNvPr id="6" name="Objekt 5" hidden="1">
                        <a:extLst>
                          <a:ext uri="{FF2B5EF4-FFF2-40B4-BE49-F238E27FC236}">
                            <a16:creationId xmlns:a16="http://schemas.microsoft.com/office/drawing/2014/main" id="{5661D806-5038-3E6A-A331-D20A0B386BD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7" name="Text Placeholder 7">
            <a:extLst>
              <a:ext uri="{FF2B5EF4-FFF2-40B4-BE49-F238E27FC236}">
                <a16:creationId xmlns:a16="http://schemas.microsoft.com/office/drawing/2014/main" id="{570C5632-8780-B8F2-7FC3-2306958E10D4}"/>
              </a:ext>
            </a:extLst>
          </p:cNvPr>
          <p:cNvSpPr txBox="1">
            <a:spLocks/>
          </p:cNvSpPr>
          <p:nvPr/>
        </p:nvSpPr>
        <p:spPr>
          <a:xfrm>
            <a:off x="381000" y="1817264"/>
            <a:ext cx="3598794" cy="4294171"/>
          </a:xfrm>
          <a:prstGeom prst="rect">
            <a:avLst/>
          </a:prstGeom>
        </p:spPr>
        <p:txBody>
          <a:bodyPr vert="horz" lIns="0" tIns="0" rIns="0" bIns="0" rtlCol="0">
            <a:noAutofit/>
          </a:bodyPr>
          <a:lstStyle>
            <a:lvl1pPr marL="0" indent="0" algn="l" defTabSz="1734634" rtl="0" eaLnBrk="1" latinLnBrk="0" hangingPunct="1">
              <a:lnSpc>
                <a:spcPct val="80000"/>
              </a:lnSpc>
              <a:spcBef>
                <a:spcPts val="600"/>
              </a:spcBef>
              <a:buFont typeface="Arial" charset="0"/>
              <a:buNone/>
              <a:defRPr lang="en-US" sz="2000" b="0" i="0" kern="1200" cap="all" baseline="0" dirty="0">
                <a:solidFill>
                  <a:schemeClr val="accent2"/>
                </a:solidFill>
                <a:latin typeface="+mj-lt"/>
                <a:ea typeface="Arial Black" charset="0"/>
                <a:cs typeface="Arial Black" charset="0"/>
              </a:defRPr>
            </a:lvl1pPr>
            <a:lvl2pPr marL="182563" indent="-182563" algn="l" defTabSz="1734634" rtl="0" eaLnBrk="1" latinLnBrk="0" hangingPunct="1">
              <a:lnSpc>
                <a:spcPct val="110000"/>
              </a:lnSpc>
              <a:spcBef>
                <a:spcPts val="600"/>
              </a:spcBef>
              <a:buFont typeface="Arial" panose="020B0604020202020204" pitchFamily="34" charset="0"/>
              <a:buChar char="•"/>
              <a:defRPr lang="en-US" sz="1800" b="0" i="0" kern="1200" cap="none" baseline="0" dirty="0" smtClean="0">
                <a:solidFill>
                  <a:schemeClr val="tx1"/>
                </a:solidFill>
                <a:latin typeface="+mn-lt"/>
                <a:ea typeface="Arial Black" charset="0"/>
                <a:cs typeface="Arial Black" charset="0"/>
              </a:defRPr>
            </a:lvl2pPr>
            <a:lvl3pPr marL="361950" indent="-182563" algn="l" defTabSz="1734634" rtl="0" eaLnBrk="1" latinLnBrk="0" hangingPunct="1">
              <a:lnSpc>
                <a:spcPct val="110000"/>
              </a:lnSpc>
              <a:spcBef>
                <a:spcPts val="600"/>
              </a:spcBef>
              <a:buFont typeface="Symbol" panose="05050102010706020507" pitchFamily="18" charset="2"/>
              <a:buChar char="-"/>
              <a:defRPr lang="en-US" sz="1800" b="0" i="0" kern="1200" cap="none" baseline="0" dirty="0" smtClean="0">
                <a:solidFill>
                  <a:schemeClr val="tx1"/>
                </a:solidFill>
                <a:latin typeface="+mn-lt"/>
                <a:ea typeface="Arial Black" charset="0"/>
                <a:cs typeface="Arial Black" charset="0"/>
              </a:defRPr>
            </a:lvl3pPr>
            <a:lvl4pPr marL="536575" indent="-182563" algn="l" defTabSz="1734634" rtl="0" eaLnBrk="1" latinLnBrk="0" hangingPunct="1">
              <a:lnSpc>
                <a:spcPct val="110000"/>
              </a:lnSpc>
              <a:spcBef>
                <a:spcPts val="600"/>
              </a:spcBef>
              <a:buFont typeface="Arial" panose="020B0604020202020204" pitchFamily="34" charset="0"/>
              <a:buChar char="•"/>
              <a:defRPr lang="en-US" sz="1800" b="0" i="0" kern="1200" cap="none" baseline="0" dirty="0" smtClean="0">
                <a:solidFill>
                  <a:schemeClr val="tx1"/>
                </a:solidFill>
                <a:latin typeface="+mn-lt"/>
                <a:ea typeface="Arial Black" charset="0"/>
                <a:cs typeface="Arial Black" charset="0"/>
              </a:defRPr>
            </a:lvl4pPr>
            <a:lvl5pPr marL="717550" indent="-182563" algn="l" defTabSz="1734634" rtl="0" eaLnBrk="1" latinLnBrk="0" hangingPunct="1">
              <a:lnSpc>
                <a:spcPct val="110000"/>
              </a:lnSpc>
              <a:spcBef>
                <a:spcPts val="600"/>
              </a:spcBef>
              <a:buFont typeface="Symbol" panose="05050102010706020507" pitchFamily="18" charset="2"/>
              <a:buChar char="-"/>
              <a:defRPr lang="en-US" sz="1800" b="0" i="0" kern="1200" cap="none" baseline="0" dirty="0">
                <a:solidFill>
                  <a:schemeClr val="tx1"/>
                </a:solidFill>
                <a:latin typeface="+mn-lt"/>
                <a:ea typeface="Arial Black" charset="0"/>
                <a:cs typeface="Arial Black" charset="0"/>
              </a:defRPr>
            </a:lvl5pPr>
            <a:lvl6pPr marL="365751" indent="-182875" algn="l" defTabSz="1734634" rtl="0" eaLnBrk="1" latinLnBrk="0" hangingPunct="1">
              <a:lnSpc>
                <a:spcPct val="90000"/>
              </a:lnSpc>
              <a:spcBef>
                <a:spcPts val="800"/>
              </a:spcBef>
              <a:buFont typeface="Arial" charset="0"/>
              <a:buChar char="•"/>
              <a:defRPr sz="2133" b="1" i="0" kern="1200" cap="none" baseline="0">
                <a:solidFill>
                  <a:schemeClr val="tx2"/>
                </a:solidFill>
                <a:latin typeface="Arial Bold" charset="0"/>
                <a:ea typeface="Arial Bold" charset="0"/>
                <a:cs typeface="Arial Bold" charset="0"/>
              </a:defRPr>
            </a:lvl6pPr>
            <a:lvl7pPr marL="0" indent="0" algn="l" defTabSz="1734634" rtl="0" eaLnBrk="1" latinLnBrk="0" hangingPunct="1">
              <a:lnSpc>
                <a:spcPct val="90000"/>
              </a:lnSpc>
              <a:spcBef>
                <a:spcPts val="800"/>
              </a:spcBef>
              <a:buFont typeface="Arial" charset="0"/>
              <a:buNone/>
              <a:defRPr sz="1867" b="1" i="0" kern="1200" cap="none" baseline="0">
                <a:solidFill>
                  <a:schemeClr val="tx1"/>
                </a:solidFill>
                <a:latin typeface="Arial Bold" charset="0"/>
                <a:ea typeface="Arial Bold" charset="0"/>
                <a:cs typeface="Arial Bold" charset="0"/>
              </a:defRPr>
            </a:lvl7pPr>
            <a:lvl8pPr marL="182875" indent="-182875" algn="l" defTabSz="1734634" rtl="0" eaLnBrk="1" latinLnBrk="0" hangingPunct="1">
              <a:lnSpc>
                <a:spcPct val="90000"/>
              </a:lnSpc>
              <a:spcBef>
                <a:spcPts val="800"/>
              </a:spcBef>
              <a:buFont typeface="Arial" charset="0"/>
              <a:buChar char="•"/>
              <a:defRPr sz="1867" b="1" i="0" kern="1200" cap="none" baseline="0">
                <a:solidFill>
                  <a:schemeClr val="tx1"/>
                </a:solidFill>
                <a:latin typeface="Arial Bold" charset="0"/>
                <a:ea typeface="Arial Bold" charset="0"/>
                <a:cs typeface="Arial Bold" charset="0"/>
              </a:defRPr>
            </a:lvl8pPr>
            <a:lvl9pPr marL="365751" indent="-182875" algn="l" defTabSz="1734634" rtl="0" eaLnBrk="1" latinLnBrk="0" hangingPunct="1">
              <a:lnSpc>
                <a:spcPct val="90000"/>
              </a:lnSpc>
              <a:spcBef>
                <a:spcPts val="800"/>
              </a:spcBef>
              <a:buFont typeface="Arial" charset="0"/>
              <a:buChar char="•"/>
              <a:defRPr sz="1867" b="1" i="0" kern="1200" cap="none" baseline="0">
                <a:solidFill>
                  <a:schemeClr val="tx1"/>
                </a:solidFill>
                <a:latin typeface="Arial Bold" charset="0"/>
                <a:ea typeface="Arial Black" charset="0"/>
                <a:cs typeface="Arial Black" charset="0"/>
              </a:defRPr>
            </a:lvl9pPr>
          </a:lstStyle>
          <a:p>
            <a:pPr marL="0" marR="0" lvl="0" indent="0" algn="l" defTabSz="1734634" rtl="0" eaLnBrk="1" fontAlgn="auto" latinLnBrk="0" hangingPunct="1">
              <a:lnSpc>
                <a:spcPct val="80000"/>
              </a:lnSpc>
              <a:spcBef>
                <a:spcPts val="600"/>
              </a:spcBef>
              <a:spcAft>
                <a:spcPts val="0"/>
              </a:spcAft>
              <a:buClrTx/>
              <a:buSzTx/>
              <a:buFont typeface="Arial" charset="0"/>
              <a:buNone/>
              <a:tabLst/>
              <a:defRPr/>
            </a:pPr>
            <a:r>
              <a:rPr kumimoji="0" lang="en-US" sz="2000" b="1" i="0" u="none" strike="noStrike" kern="1200" cap="all" spc="0" normalizeH="0" baseline="0" noProof="0" dirty="0">
                <a:ln>
                  <a:noFill/>
                </a:ln>
                <a:solidFill>
                  <a:srgbClr val="7500C0"/>
                </a:solidFill>
                <a:effectLst/>
                <a:uLnTx/>
                <a:uFillTx/>
                <a:latin typeface="Graphik"/>
              </a:rPr>
              <a:t>SUBTITLE LINE</a:t>
            </a:r>
          </a:p>
          <a:p>
            <a:pPr marL="0" marR="0" lvl="1" indent="0" algn="l" defTabSz="1734634" rtl="0" eaLnBrk="1" fontAlgn="auto" latinLnBrk="0" hangingPunct="1">
              <a:lnSpc>
                <a:spcPct val="110000"/>
              </a:lnSpc>
              <a:spcBef>
                <a:spcPts val="6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00000"/>
                </a:solidFill>
                <a:effectLst/>
                <a:uLnTx/>
                <a:uFillTx/>
                <a:latin typeface="Graphik"/>
              </a:rPr>
              <a:t>Sed </a:t>
            </a:r>
            <a:r>
              <a:rPr kumimoji="0" lang="en-US" sz="1400" b="0" i="0" u="none" strike="noStrike" kern="1200" cap="none" spc="0" normalizeH="0" baseline="0" noProof="0" dirty="0" err="1">
                <a:ln>
                  <a:noFill/>
                </a:ln>
                <a:solidFill>
                  <a:srgbClr val="000000"/>
                </a:solidFill>
                <a:effectLst/>
                <a:uLnTx/>
                <a:uFillTx/>
                <a:latin typeface="Graphik"/>
              </a:rPr>
              <a:t>posuere</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consectetur</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est</a:t>
            </a:r>
            <a:r>
              <a:rPr kumimoji="0" lang="en-US" sz="1400" b="0" i="0" u="none" strike="noStrike" kern="1200" cap="none" spc="0" normalizeH="0" baseline="0" noProof="0" dirty="0">
                <a:ln>
                  <a:noFill/>
                </a:ln>
                <a:solidFill>
                  <a:srgbClr val="000000"/>
                </a:solidFill>
                <a:effectLst/>
                <a:uLnTx/>
                <a:uFillTx/>
                <a:latin typeface="Graphik"/>
              </a:rPr>
              <a:t> at </a:t>
            </a:r>
            <a:r>
              <a:rPr kumimoji="0" lang="en-US" sz="1400" b="0" i="0" u="none" strike="noStrike" kern="1200" cap="none" spc="0" normalizeH="0" baseline="0" noProof="0" dirty="0" err="1">
                <a:ln>
                  <a:noFill/>
                </a:ln>
                <a:solidFill>
                  <a:srgbClr val="000000"/>
                </a:solidFill>
                <a:effectLst/>
                <a:uLnTx/>
                <a:uFillTx/>
                <a:latin typeface="Graphik"/>
              </a:rPr>
              <a:t>lobortis</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Donec</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ullamcorper</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nulla</a:t>
            </a:r>
            <a:r>
              <a:rPr kumimoji="0" lang="en-US" sz="1400" b="0" i="0" u="none" strike="noStrike" kern="1200" cap="none" spc="0" normalizeH="0" baseline="0" noProof="0" dirty="0">
                <a:ln>
                  <a:noFill/>
                </a:ln>
                <a:solidFill>
                  <a:srgbClr val="000000"/>
                </a:solidFill>
                <a:effectLst/>
                <a:uLnTx/>
                <a:uFillTx/>
                <a:latin typeface="Graphik"/>
              </a:rPr>
              <a:t> non </a:t>
            </a:r>
            <a:r>
              <a:rPr kumimoji="0" lang="en-US" sz="1400" b="0" i="0" u="none" strike="noStrike" kern="1200" cap="none" spc="0" normalizeH="0" baseline="0" noProof="0" dirty="0" err="1">
                <a:ln>
                  <a:noFill/>
                </a:ln>
                <a:solidFill>
                  <a:srgbClr val="000000"/>
                </a:solidFill>
                <a:effectLst/>
                <a:uLnTx/>
                <a:uFillTx/>
                <a:latin typeface="Graphik"/>
              </a:rPr>
              <a:t>metus</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auctor</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fringilla</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Vivamus</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sagittis</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lacus</a:t>
            </a:r>
            <a:r>
              <a:rPr kumimoji="0" lang="en-US" sz="1400" b="0" i="0" u="none" strike="noStrike" kern="1200" cap="none" spc="0" normalizeH="0" baseline="0" noProof="0" dirty="0">
                <a:ln>
                  <a:noFill/>
                </a:ln>
                <a:solidFill>
                  <a:srgbClr val="000000"/>
                </a:solidFill>
                <a:effectLst/>
                <a:uLnTx/>
                <a:uFillTx/>
                <a:latin typeface="Graphik"/>
              </a:rPr>
              <a:t> vel </a:t>
            </a:r>
            <a:r>
              <a:rPr kumimoji="0" lang="en-US" sz="1400" b="0" i="0" u="none" strike="noStrike" kern="1200" cap="none" spc="0" normalizeH="0" baseline="0" noProof="0" dirty="0" err="1">
                <a:ln>
                  <a:noFill/>
                </a:ln>
                <a:solidFill>
                  <a:srgbClr val="000000"/>
                </a:solidFill>
                <a:effectLst/>
                <a:uLnTx/>
                <a:uFillTx/>
                <a:latin typeface="Graphik"/>
              </a:rPr>
              <a:t>augue</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laoreet</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rutrum</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faucibus</a:t>
            </a:r>
            <a:r>
              <a:rPr kumimoji="0" lang="en-US" sz="1400" b="0" i="0" u="none" strike="noStrike" kern="1200" cap="none" spc="0" normalizeH="0" baseline="0" noProof="0" dirty="0">
                <a:ln>
                  <a:noFill/>
                </a:ln>
                <a:solidFill>
                  <a:srgbClr val="000000"/>
                </a:solidFill>
                <a:effectLst/>
                <a:uLnTx/>
                <a:uFillTx/>
                <a:latin typeface="Graphik"/>
              </a:rPr>
              <a:t> dolor </a:t>
            </a:r>
            <a:r>
              <a:rPr kumimoji="0" lang="en-US" sz="1400" b="0" i="0" u="none" strike="noStrike" kern="1200" cap="none" spc="0" normalizeH="0" baseline="0" noProof="0" dirty="0" err="1">
                <a:ln>
                  <a:noFill/>
                </a:ln>
                <a:solidFill>
                  <a:srgbClr val="000000"/>
                </a:solidFill>
                <a:effectLst/>
                <a:uLnTx/>
                <a:uFillTx/>
                <a:latin typeface="Graphik"/>
              </a:rPr>
              <a:t>auctor</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Aenean</a:t>
            </a:r>
            <a:r>
              <a:rPr kumimoji="0" lang="en-US" sz="1400" b="0" i="0" u="none" strike="noStrike" kern="1200" cap="none" spc="0" normalizeH="0" baseline="0" noProof="0" dirty="0">
                <a:ln>
                  <a:noFill/>
                </a:ln>
                <a:solidFill>
                  <a:srgbClr val="000000"/>
                </a:solidFill>
                <a:effectLst/>
                <a:uLnTx/>
                <a:uFillTx/>
                <a:latin typeface="Graphik"/>
              </a:rPr>
              <a:t> lacinia </a:t>
            </a:r>
            <a:r>
              <a:rPr kumimoji="0" lang="en-US" sz="1400" b="0" i="0" u="none" strike="noStrike" kern="1200" cap="none" spc="0" normalizeH="0" baseline="0" noProof="0" dirty="0" err="1">
                <a:ln>
                  <a:noFill/>
                </a:ln>
                <a:solidFill>
                  <a:srgbClr val="000000"/>
                </a:solidFill>
                <a:effectLst/>
                <a:uLnTx/>
                <a:uFillTx/>
                <a:latin typeface="Graphik"/>
              </a:rPr>
              <a:t>bibendum</a:t>
            </a:r>
            <a:r>
              <a:rPr kumimoji="0" lang="en-US" sz="1400" b="0" i="0" u="none" strike="noStrike" kern="1200" cap="none" spc="0" normalizeH="0" baseline="0" noProof="0" dirty="0">
                <a:ln>
                  <a:noFill/>
                </a:ln>
                <a:solidFill>
                  <a:srgbClr val="000000"/>
                </a:solidFill>
                <a:effectLst/>
                <a:uLnTx/>
                <a:uFillTx/>
                <a:latin typeface="Graphik"/>
              </a:rPr>
              <a:t> </a:t>
            </a:r>
            <a:r>
              <a:rPr kumimoji="0" lang="en-US" sz="1400" b="0" i="0" u="none" strike="noStrike" kern="1200" cap="none" spc="0" normalizeH="0" baseline="0" noProof="0" dirty="0" err="1">
                <a:ln>
                  <a:noFill/>
                </a:ln>
                <a:solidFill>
                  <a:srgbClr val="000000"/>
                </a:solidFill>
                <a:effectLst/>
                <a:uLnTx/>
                <a:uFillTx/>
                <a:latin typeface="Graphik"/>
              </a:rPr>
              <a:t>nulla</a:t>
            </a:r>
            <a:r>
              <a:rPr kumimoji="0" lang="en-US" sz="1400" b="0" i="0" u="none" strike="noStrike" kern="1200" cap="none" spc="0" normalizeH="0" baseline="0" noProof="0" dirty="0">
                <a:ln>
                  <a:noFill/>
                </a:ln>
                <a:solidFill>
                  <a:srgbClr val="000000"/>
                </a:solidFill>
                <a:effectLst/>
                <a:uLnTx/>
                <a:uFillTx/>
                <a:latin typeface="Graphik"/>
              </a:rPr>
              <a:t> sed </a:t>
            </a:r>
            <a:r>
              <a:rPr kumimoji="0" lang="en-US" sz="1400" b="0" i="0" u="none" strike="noStrike" kern="1200" cap="none" spc="0" normalizeH="0" baseline="0" noProof="0" dirty="0" err="1">
                <a:ln>
                  <a:noFill/>
                </a:ln>
                <a:solidFill>
                  <a:srgbClr val="000000"/>
                </a:solidFill>
                <a:effectLst/>
                <a:uLnTx/>
                <a:uFillTx/>
                <a:latin typeface="Graphik"/>
              </a:rPr>
              <a:t>consectetur</a:t>
            </a:r>
            <a:r>
              <a:rPr kumimoji="0" lang="en-US" sz="1400" b="0" i="0" u="none" strike="noStrike" kern="1200" cap="none" spc="0" normalizeH="0" baseline="0" noProof="0" dirty="0">
                <a:ln>
                  <a:noFill/>
                </a:ln>
                <a:solidFill>
                  <a:srgbClr val="000000"/>
                </a:solidFill>
                <a:effectLst/>
                <a:uLnTx/>
                <a:uFillTx/>
                <a:latin typeface="Graphik"/>
              </a:rPr>
              <a:t>.</a:t>
            </a:r>
          </a:p>
        </p:txBody>
      </p:sp>
      <p:grpSp>
        <p:nvGrpSpPr>
          <p:cNvPr id="2" name="Group 1">
            <a:extLst>
              <a:ext uri="{FF2B5EF4-FFF2-40B4-BE49-F238E27FC236}">
                <a16:creationId xmlns:a16="http://schemas.microsoft.com/office/drawing/2014/main" id="{E14F18FA-2406-922F-D2F4-8E4FB7F5C5C4}"/>
              </a:ext>
            </a:extLst>
          </p:cNvPr>
          <p:cNvGrpSpPr/>
          <p:nvPr/>
        </p:nvGrpSpPr>
        <p:grpSpPr>
          <a:xfrm>
            <a:off x="4003040" y="1520379"/>
            <a:ext cx="7893001" cy="4971112"/>
            <a:chOff x="4003040" y="1752608"/>
            <a:chExt cx="7893001" cy="4971112"/>
          </a:xfrm>
        </p:grpSpPr>
        <p:graphicFrame>
          <p:nvGraphicFramePr>
            <p:cNvPr id="18" name="Diagram 17">
              <a:extLst>
                <a:ext uri="{FF2B5EF4-FFF2-40B4-BE49-F238E27FC236}">
                  <a16:creationId xmlns:a16="http://schemas.microsoft.com/office/drawing/2014/main" id="{F1E3F1F2-9EC9-81F0-FE02-5ED5FE41C356}"/>
                </a:ext>
              </a:extLst>
            </p:cNvPr>
            <p:cNvGraphicFramePr/>
            <p:nvPr>
              <p:extLst>
                <p:ext uri="{D42A27DB-BD31-4B8C-83A1-F6EECF244321}">
                  <p14:modId xmlns:p14="http://schemas.microsoft.com/office/powerpoint/2010/main" val="1077965256"/>
                </p:ext>
              </p:extLst>
            </p:nvPr>
          </p:nvGraphicFramePr>
          <p:xfrm>
            <a:off x="4003040" y="1752608"/>
            <a:ext cx="4267224" cy="4971112"/>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9" name="TextBox 18">
              <a:extLst>
                <a:ext uri="{FF2B5EF4-FFF2-40B4-BE49-F238E27FC236}">
                  <a16:creationId xmlns:a16="http://schemas.microsoft.com/office/drawing/2014/main" id="{9150F2D5-DB88-AD03-2122-2CC4C44380A1}"/>
                </a:ext>
              </a:extLst>
            </p:cNvPr>
            <p:cNvSpPr txBox="1"/>
            <p:nvPr/>
          </p:nvSpPr>
          <p:spPr>
            <a:xfrm>
              <a:off x="8216592" y="2206349"/>
              <a:ext cx="3679449" cy="454676"/>
            </a:xfrm>
            <a:prstGeom prst="rect">
              <a:avLst/>
            </a:prstGeom>
            <a:noFill/>
          </p:spPr>
          <p:txBody>
            <a:bodyPr wrap="square" lIns="0" tIns="0" rIns="0" bIns="0" rtlCol="0" anchor="ctr">
              <a:spAutoFit/>
            </a:bodyPr>
            <a:lstStyle/>
            <a:p>
              <a:pPr marL="0" marR="0" lvl="0" indent="0" algn="l" defTabSz="914400" rtl="0" eaLnBrk="1" fontAlgn="base" latinLnBrk="0" hangingPunct="1">
                <a:lnSpc>
                  <a:spcPct val="110000"/>
                </a:lnSpc>
                <a:spcBef>
                  <a:spcPts val="120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raphik"/>
                  <a:ea typeface="Roboto Light" panose="02000000000000000000" pitchFamily="2" charset="0"/>
                  <a:cs typeface="Open Sans Semibold" panose="020B0706030804020204" pitchFamily="34" charset="0"/>
                </a:rPr>
                <a:t>Min font size 14pt, line spacing </a:t>
              </a:r>
              <a:br>
                <a:rPr kumimoji="0" lang="en-US" sz="1400" b="0" i="0" u="none" strike="noStrike" kern="1200" cap="none" spc="0" normalizeH="0" baseline="0" noProof="0" dirty="0">
                  <a:ln>
                    <a:noFill/>
                  </a:ln>
                  <a:solidFill>
                    <a:srgbClr val="000000"/>
                  </a:solidFill>
                  <a:effectLst/>
                  <a:uLnTx/>
                  <a:uFillTx/>
                  <a:latin typeface="Graphik"/>
                  <a:ea typeface="Roboto Light" panose="02000000000000000000" pitchFamily="2" charset="0"/>
                  <a:cs typeface="Open Sans Semibold" panose="020B0706030804020204" pitchFamily="34" charset="0"/>
                </a:rPr>
              </a:br>
              <a:r>
                <a:rPr kumimoji="0" lang="en-US" sz="1400" b="0" i="0" u="none" strike="noStrike" kern="1200" cap="none" spc="0" normalizeH="0" baseline="0" noProof="0" dirty="0">
                  <a:ln>
                    <a:noFill/>
                  </a:ln>
                  <a:solidFill>
                    <a:srgbClr val="000000"/>
                  </a:solidFill>
                  <a:effectLst/>
                  <a:uLnTx/>
                  <a:uFillTx/>
                  <a:latin typeface="Graphik"/>
                  <a:ea typeface="Roboto Light" panose="02000000000000000000" pitchFamily="2" charset="0"/>
                  <a:cs typeface="Open Sans Semibold" panose="020B0706030804020204" pitchFamily="34" charset="0"/>
                </a:rPr>
                <a:t>Multiple 1.1, max amount of lines 4</a:t>
              </a:r>
            </a:p>
          </p:txBody>
        </p:sp>
        <p:sp>
          <p:nvSpPr>
            <p:cNvPr id="20" name="TextBox 19">
              <a:extLst>
                <a:ext uri="{FF2B5EF4-FFF2-40B4-BE49-F238E27FC236}">
                  <a16:creationId xmlns:a16="http://schemas.microsoft.com/office/drawing/2014/main" id="{17FBF692-09B3-7807-1B54-2FFCD5315953}"/>
                </a:ext>
              </a:extLst>
            </p:cNvPr>
            <p:cNvSpPr txBox="1"/>
            <p:nvPr/>
          </p:nvSpPr>
          <p:spPr>
            <a:xfrm>
              <a:off x="8216592" y="3392938"/>
              <a:ext cx="3679449" cy="454676"/>
            </a:xfrm>
            <a:prstGeom prst="rect">
              <a:avLst/>
            </a:prstGeom>
            <a:noFill/>
          </p:spPr>
          <p:txBody>
            <a:bodyPr wrap="square" lIns="0" tIns="0" rIns="0" bIns="0" rtlCol="0" anchor="ctr">
              <a:spAutoFit/>
            </a:bodyPr>
            <a:lstStyle/>
            <a:p>
              <a:pPr marL="0" marR="0" lvl="0" indent="0" algn="l" defTabSz="914400" rtl="0" eaLnBrk="1" fontAlgn="base" latinLnBrk="0" hangingPunct="1">
                <a:lnSpc>
                  <a:spcPct val="110000"/>
                </a:lnSpc>
                <a:spcBef>
                  <a:spcPts val="120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raphik"/>
                  <a:ea typeface="Roboto Light" panose="02000000000000000000" pitchFamily="2" charset="0"/>
                  <a:cs typeface="Open Sans Semibold" panose="020B0706030804020204" pitchFamily="34" charset="0"/>
                </a:rPr>
                <a:t>Min font size 14pt, line spacing </a:t>
              </a:r>
              <a:br>
                <a:rPr kumimoji="0" lang="en-US" sz="1400" b="0" i="0" u="none" strike="noStrike" kern="1200" cap="none" spc="0" normalizeH="0" baseline="0" noProof="0" dirty="0">
                  <a:ln>
                    <a:noFill/>
                  </a:ln>
                  <a:solidFill>
                    <a:srgbClr val="000000"/>
                  </a:solidFill>
                  <a:effectLst/>
                  <a:uLnTx/>
                  <a:uFillTx/>
                  <a:latin typeface="Graphik"/>
                  <a:ea typeface="Roboto Light" panose="02000000000000000000" pitchFamily="2" charset="0"/>
                  <a:cs typeface="Open Sans Semibold" panose="020B0706030804020204" pitchFamily="34" charset="0"/>
                </a:rPr>
              </a:br>
              <a:r>
                <a:rPr kumimoji="0" lang="en-US" sz="1400" b="0" i="0" u="none" strike="noStrike" kern="1200" cap="none" spc="0" normalizeH="0" baseline="0" noProof="0" dirty="0">
                  <a:ln>
                    <a:noFill/>
                  </a:ln>
                  <a:solidFill>
                    <a:srgbClr val="000000"/>
                  </a:solidFill>
                  <a:effectLst/>
                  <a:uLnTx/>
                  <a:uFillTx/>
                  <a:latin typeface="Graphik"/>
                  <a:ea typeface="Roboto Light" panose="02000000000000000000" pitchFamily="2" charset="0"/>
                  <a:cs typeface="Open Sans Semibold" panose="020B0706030804020204" pitchFamily="34" charset="0"/>
                </a:rPr>
                <a:t>Multiple 1.1, max amount of lines 4</a:t>
              </a:r>
            </a:p>
          </p:txBody>
        </p:sp>
        <p:sp>
          <p:nvSpPr>
            <p:cNvPr id="21" name="TextBox 20">
              <a:extLst>
                <a:ext uri="{FF2B5EF4-FFF2-40B4-BE49-F238E27FC236}">
                  <a16:creationId xmlns:a16="http://schemas.microsoft.com/office/drawing/2014/main" id="{56C96DDB-68AA-0B72-8C51-01788EE760A8}"/>
                </a:ext>
              </a:extLst>
            </p:cNvPr>
            <p:cNvSpPr txBox="1"/>
            <p:nvPr/>
          </p:nvSpPr>
          <p:spPr>
            <a:xfrm>
              <a:off x="8216592" y="4647817"/>
              <a:ext cx="3679449" cy="454676"/>
            </a:xfrm>
            <a:prstGeom prst="rect">
              <a:avLst/>
            </a:prstGeom>
            <a:noFill/>
          </p:spPr>
          <p:txBody>
            <a:bodyPr wrap="square" lIns="0" tIns="0" rIns="0" bIns="0" rtlCol="0" anchor="ctr">
              <a:spAutoFit/>
            </a:bodyPr>
            <a:lstStyle/>
            <a:p>
              <a:pPr marL="0" marR="0" lvl="0" indent="0" algn="l" defTabSz="914400" rtl="0" eaLnBrk="1" fontAlgn="base" latinLnBrk="0" hangingPunct="1">
                <a:lnSpc>
                  <a:spcPct val="110000"/>
                </a:lnSpc>
                <a:spcBef>
                  <a:spcPts val="120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Roboto Light" panose="02000000000000000000" pitchFamily="2" charset="0"/>
                  <a:cs typeface="Open Sans Semibold" panose="020B0706030804020204" pitchFamily="34" charset="0"/>
                </a:rPr>
                <a:t>Min font size 14pt, line spacing </a:t>
              </a:r>
              <a:br>
                <a:rPr kumimoji="0" lang="en-US" sz="1400" b="0" i="0" u="none" strike="noStrike" kern="1200" cap="none" spc="0" normalizeH="0" baseline="0" noProof="0">
                  <a:ln>
                    <a:noFill/>
                  </a:ln>
                  <a:solidFill>
                    <a:srgbClr val="000000"/>
                  </a:solidFill>
                  <a:effectLst/>
                  <a:uLnTx/>
                  <a:uFillTx/>
                  <a:latin typeface="Graphik"/>
                  <a:ea typeface="Roboto Light" panose="02000000000000000000" pitchFamily="2" charset="0"/>
                  <a:cs typeface="Open Sans Semibold" panose="020B0706030804020204" pitchFamily="34" charset="0"/>
                </a:rPr>
              </a:br>
              <a:r>
                <a:rPr kumimoji="0" lang="en-US" sz="1400" b="0" i="0" u="none" strike="noStrike" kern="1200" cap="none" spc="0" normalizeH="0" baseline="0" noProof="0">
                  <a:ln>
                    <a:noFill/>
                  </a:ln>
                  <a:solidFill>
                    <a:srgbClr val="000000"/>
                  </a:solidFill>
                  <a:effectLst/>
                  <a:uLnTx/>
                  <a:uFillTx/>
                  <a:latin typeface="Graphik"/>
                  <a:ea typeface="Roboto Light" panose="02000000000000000000" pitchFamily="2" charset="0"/>
                  <a:cs typeface="Open Sans Semibold" panose="020B0706030804020204" pitchFamily="34" charset="0"/>
                </a:rPr>
                <a:t>Multiple 1.1, max amount of lines 4</a:t>
              </a:r>
            </a:p>
          </p:txBody>
        </p:sp>
        <p:sp>
          <p:nvSpPr>
            <p:cNvPr id="22" name="TextBox 21">
              <a:extLst>
                <a:ext uri="{FF2B5EF4-FFF2-40B4-BE49-F238E27FC236}">
                  <a16:creationId xmlns:a16="http://schemas.microsoft.com/office/drawing/2014/main" id="{2988A125-D16E-63F3-BD47-439F0BAA46E8}"/>
                </a:ext>
              </a:extLst>
            </p:cNvPr>
            <p:cNvSpPr txBox="1"/>
            <p:nvPr/>
          </p:nvSpPr>
          <p:spPr>
            <a:xfrm>
              <a:off x="8216592" y="5776458"/>
              <a:ext cx="3679449" cy="454676"/>
            </a:xfrm>
            <a:prstGeom prst="rect">
              <a:avLst/>
            </a:prstGeom>
            <a:noFill/>
          </p:spPr>
          <p:txBody>
            <a:bodyPr wrap="square" lIns="0" tIns="0" rIns="0" bIns="0" rtlCol="0" anchor="ctr">
              <a:spAutoFit/>
            </a:bodyPr>
            <a:lstStyle/>
            <a:p>
              <a:pPr marL="0" marR="0" lvl="0" indent="0" algn="l" defTabSz="914400" rtl="0" eaLnBrk="1" fontAlgn="base" latinLnBrk="0" hangingPunct="1">
                <a:lnSpc>
                  <a:spcPct val="110000"/>
                </a:lnSpc>
                <a:spcBef>
                  <a:spcPts val="120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Roboto Light" panose="02000000000000000000" pitchFamily="2" charset="0"/>
                  <a:cs typeface="Open Sans Semibold" panose="020B0706030804020204" pitchFamily="34" charset="0"/>
                </a:rPr>
                <a:t>Min font size 14pt, line spacing </a:t>
              </a:r>
              <a:br>
                <a:rPr kumimoji="0" lang="en-US" sz="1400" b="0" i="0" u="none" strike="noStrike" kern="1200" cap="none" spc="0" normalizeH="0" baseline="0" noProof="0">
                  <a:ln>
                    <a:noFill/>
                  </a:ln>
                  <a:solidFill>
                    <a:srgbClr val="000000"/>
                  </a:solidFill>
                  <a:effectLst/>
                  <a:uLnTx/>
                  <a:uFillTx/>
                  <a:latin typeface="Graphik"/>
                  <a:ea typeface="Roboto Light" panose="02000000000000000000" pitchFamily="2" charset="0"/>
                  <a:cs typeface="Open Sans Semibold" panose="020B0706030804020204" pitchFamily="34" charset="0"/>
                </a:rPr>
              </a:br>
              <a:r>
                <a:rPr kumimoji="0" lang="en-US" sz="1400" b="0" i="0" u="none" strike="noStrike" kern="1200" cap="none" spc="0" normalizeH="0" baseline="0" noProof="0">
                  <a:ln>
                    <a:noFill/>
                  </a:ln>
                  <a:solidFill>
                    <a:srgbClr val="000000"/>
                  </a:solidFill>
                  <a:effectLst/>
                  <a:uLnTx/>
                  <a:uFillTx/>
                  <a:latin typeface="Graphik"/>
                  <a:ea typeface="Roboto Light" panose="02000000000000000000" pitchFamily="2" charset="0"/>
                  <a:cs typeface="Open Sans Semibold" panose="020B0706030804020204" pitchFamily="34" charset="0"/>
                </a:rPr>
                <a:t>Multiple 1.1, max amount of lines 4</a:t>
              </a:r>
            </a:p>
          </p:txBody>
        </p:sp>
        <p:cxnSp>
          <p:nvCxnSpPr>
            <p:cNvPr id="23" name="Straight Connector 22">
              <a:extLst>
                <a:ext uri="{FF2B5EF4-FFF2-40B4-BE49-F238E27FC236}">
                  <a16:creationId xmlns:a16="http://schemas.microsoft.com/office/drawing/2014/main" id="{D631D656-C0BF-71DC-4ADB-85235DAEE1DA}"/>
                </a:ext>
              </a:extLst>
            </p:cNvPr>
            <p:cNvCxnSpPr>
              <a:cxnSpLocks/>
            </p:cNvCxnSpPr>
            <p:nvPr/>
          </p:nvCxnSpPr>
          <p:spPr>
            <a:xfrm>
              <a:off x="5675086" y="2998008"/>
              <a:ext cx="6201655" cy="0"/>
            </a:xfrm>
            <a:prstGeom prst="line">
              <a:avLst/>
            </a:prstGeom>
            <a:noFill/>
            <a:ln w="28575" cap="flat" cmpd="sng" algn="ctr">
              <a:solidFill>
                <a:srgbClr val="C9C9C9"/>
              </a:solidFill>
              <a:prstDash val="solid"/>
              <a:headEnd type="none" w="med" len="med"/>
              <a:tailEnd type="none" w="med" len="med"/>
            </a:ln>
            <a:effectLst/>
          </p:spPr>
        </p:cxnSp>
        <p:cxnSp>
          <p:nvCxnSpPr>
            <p:cNvPr id="24" name="Straight Connector 23">
              <a:extLst>
                <a:ext uri="{FF2B5EF4-FFF2-40B4-BE49-F238E27FC236}">
                  <a16:creationId xmlns:a16="http://schemas.microsoft.com/office/drawing/2014/main" id="{C25D202D-34B1-FA18-43E0-C9DA16AFE2EA}"/>
                </a:ext>
              </a:extLst>
            </p:cNvPr>
            <p:cNvCxnSpPr>
              <a:cxnSpLocks/>
            </p:cNvCxnSpPr>
            <p:nvPr/>
          </p:nvCxnSpPr>
          <p:spPr>
            <a:xfrm>
              <a:off x="5181600" y="4244275"/>
              <a:ext cx="6695141" cy="0"/>
            </a:xfrm>
            <a:prstGeom prst="line">
              <a:avLst/>
            </a:prstGeom>
            <a:noFill/>
            <a:ln w="28575" cap="flat" cmpd="sng" algn="ctr">
              <a:solidFill>
                <a:srgbClr val="C9C9C9"/>
              </a:solidFill>
              <a:prstDash val="solid"/>
              <a:headEnd type="none" w="med" len="med"/>
              <a:tailEnd type="none" w="med" len="med"/>
            </a:ln>
            <a:effectLst/>
          </p:spPr>
        </p:cxnSp>
        <p:cxnSp>
          <p:nvCxnSpPr>
            <p:cNvPr id="25" name="Straight Connector 24">
              <a:extLst>
                <a:ext uri="{FF2B5EF4-FFF2-40B4-BE49-F238E27FC236}">
                  <a16:creationId xmlns:a16="http://schemas.microsoft.com/office/drawing/2014/main" id="{6BC5031B-E4F1-2275-AAA8-E820A49A5409}"/>
                </a:ext>
              </a:extLst>
            </p:cNvPr>
            <p:cNvCxnSpPr>
              <a:cxnSpLocks/>
            </p:cNvCxnSpPr>
            <p:nvPr/>
          </p:nvCxnSpPr>
          <p:spPr>
            <a:xfrm>
              <a:off x="4712741" y="5500370"/>
              <a:ext cx="7164000" cy="0"/>
            </a:xfrm>
            <a:prstGeom prst="line">
              <a:avLst/>
            </a:prstGeom>
            <a:noFill/>
            <a:ln w="28575" cap="flat" cmpd="sng" algn="ctr">
              <a:solidFill>
                <a:srgbClr val="C9C9C9"/>
              </a:solidFill>
              <a:prstDash val="solid"/>
              <a:headEnd type="none" w="med" len="med"/>
              <a:tailEnd type="none" w="med" len="med"/>
            </a:ln>
            <a:effectLst/>
          </p:spPr>
        </p:cxnSp>
      </p:grpSp>
      <p:sp>
        <p:nvSpPr>
          <p:cNvPr id="30" name="Text Placeholder 6">
            <a:extLst>
              <a:ext uri="{FF2B5EF4-FFF2-40B4-BE49-F238E27FC236}">
                <a16:creationId xmlns:a16="http://schemas.microsoft.com/office/drawing/2014/main" id="{CBF1C4B9-9DDD-5A8E-6024-E1CA0A90787B}"/>
              </a:ext>
            </a:extLst>
          </p:cNvPr>
          <p:cNvSpPr txBox="1">
            <a:spLocks/>
          </p:cNvSpPr>
          <p:nvPr/>
        </p:nvSpPr>
        <p:spPr>
          <a:xfrm>
            <a:off x="340965" y="4143375"/>
            <a:ext cx="2755323" cy="1880892"/>
          </a:xfrm>
          <a:prstGeom prst="rect">
            <a:avLst/>
          </a:prstGeom>
        </p:spPr>
        <p:txBody>
          <a:bodyPr vert="horz" lIns="0" tIns="0" rIns="0" bIns="0" rtlCol="0" anchor="t">
            <a:noAutofit/>
          </a:bodyPr>
          <a:lstStyle>
            <a:lvl1pPr marL="0" indent="0" algn="l" rtl="0" eaLnBrk="1" fontAlgn="base" hangingPunct="1">
              <a:lnSpc>
                <a:spcPct val="110000"/>
              </a:lnSpc>
              <a:spcBef>
                <a:spcPts val="1200"/>
              </a:spcBef>
              <a:spcAft>
                <a:spcPct val="0"/>
              </a:spcAft>
              <a:buFont typeface="Arial" pitchFamily="34" charset="0"/>
              <a:buNone/>
              <a:defRPr sz="1400" b="0" i="0" kern="1200">
                <a:solidFill>
                  <a:schemeClr val="tx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1" i="0" kern="1200">
                <a:solidFill>
                  <a:schemeClr val="accent1"/>
                </a:solidFill>
                <a:latin typeface="Graphik"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1" i="0" kern="1200">
                <a:solidFill>
                  <a:schemeClr val="accent1"/>
                </a:solidFill>
                <a:latin typeface="Graphik"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1" i="0" kern="1200">
                <a:solidFill>
                  <a:schemeClr val="accent1"/>
                </a:solidFill>
                <a:latin typeface="Graphik"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1" i="0" kern="1200">
                <a:solidFill>
                  <a:schemeClr val="accent1"/>
                </a:solidFill>
                <a:latin typeface="Graphik"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endParaRPr kumimoji="0" lang="en-US" sz="1400" b="0" i="0" u="none" strike="noStrike" kern="1200" cap="none" spc="0" normalizeH="0" baseline="0" noProof="0" dirty="0">
              <a:ln>
                <a:noFill/>
              </a:ln>
              <a:solidFill>
                <a:srgbClr val="000000"/>
              </a:solidFill>
              <a:effectLst/>
              <a:uLnTx/>
              <a:uFillTx/>
              <a:latin typeface="Graphik" panose="020B0503030202060203" pitchFamily="34" charset="77"/>
              <a:ea typeface="Roboto" panose="02000000000000000000" pitchFamily="2" charset="0"/>
              <a:cs typeface="Arial" panose="020B0604020202020204" pitchFamily="34" charset="0"/>
            </a:endParaRPr>
          </a:p>
        </p:txBody>
      </p:sp>
      <p:sp>
        <p:nvSpPr>
          <p:cNvPr id="7" name="Title 5">
            <a:extLst>
              <a:ext uri="{FF2B5EF4-FFF2-40B4-BE49-F238E27FC236}">
                <a16:creationId xmlns:a16="http://schemas.microsoft.com/office/drawing/2014/main" id="{5D8BA1B4-07F0-B7E1-4818-2B7502EDB55C}"/>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Governance Structure</a:t>
            </a:r>
          </a:p>
        </p:txBody>
      </p:sp>
      <p:sp>
        <p:nvSpPr>
          <p:cNvPr id="8" name="Text Placeholder 8">
            <a:extLst>
              <a:ext uri="{FF2B5EF4-FFF2-40B4-BE49-F238E27FC236}">
                <a16:creationId xmlns:a16="http://schemas.microsoft.com/office/drawing/2014/main" id="{EBE5BE1A-49C8-3E2C-292A-14603646841E}"/>
              </a:ext>
            </a:extLst>
          </p:cNvPr>
          <p:cNvSpPr txBox="1">
            <a:spLocks/>
          </p:cNvSpPr>
          <p:nvPr/>
        </p:nvSpPr>
        <p:spPr>
          <a:xfrm>
            <a:off x="380209" y="703735"/>
            <a:ext cx="11402538" cy="384048"/>
          </a:xfrm>
          <a:prstGeom prst="rect">
            <a:avLst/>
          </a:prstGeom>
        </p:spPr>
        <p:txBody>
          <a:bodyPr lIns="0" tIns="0" rIns="0" bIns="0" anchor="ctr"/>
          <a:lstStyle>
            <a:defPPr>
              <a:defRPr lang="en-US"/>
            </a:defPPr>
            <a:lvl1pPr indent="0" defTabSz="228594">
              <a:lnSpc>
                <a:spcPct val="100000"/>
              </a:lnSpc>
              <a:spcBef>
                <a:spcPts val="0"/>
              </a:spcBef>
              <a:spcAft>
                <a:spcPts val="1200"/>
              </a:spcAft>
              <a:buFont typeface="Arial" panose="020B0604020202020204" pitchFamily="34" charset="0"/>
              <a:buNone/>
              <a:defRPr sz="1600" b="1"/>
            </a:lvl1pPr>
            <a:lvl2pPr marL="228594" indent="-228594" defTabSz="228594">
              <a:lnSpc>
                <a:spcPct val="100000"/>
              </a:lnSpc>
              <a:spcBef>
                <a:spcPts val="0"/>
              </a:spcBef>
              <a:spcAft>
                <a:spcPts val="1200"/>
              </a:spcAft>
              <a:buClrTx/>
              <a:buFont typeface="Arial" panose="020B0604020202020204" pitchFamily="34" charset="0"/>
              <a:buChar char="•"/>
              <a:defRPr sz="1200"/>
            </a:lvl2pPr>
            <a:lvl3pPr marL="457189" indent="-228594" defTabSz="228594">
              <a:lnSpc>
                <a:spcPct val="100000"/>
              </a:lnSpc>
              <a:spcBef>
                <a:spcPts val="0"/>
              </a:spcBef>
              <a:spcAft>
                <a:spcPts val="1200"/>
              </a:spcAft>
              <a:buFont typeface="System Font"/>
              <a:buChar char="–"/>
              <a:defRPr sz="1200"/>
            </a:lvl3pPr>
            <a:lvl4pPr marL="685783" indent="-228594" defTabSz="228594">
              <a:lnSpc>
                <a:spcPct val="100000"/>
              </a:lnSpc>
              <a:spcBef>
                <a:spcPts val="0"/>
              </a:spcBef>
              <a:spcAft>
                <a:spcPts val="1200"/>
              </a:spcAft>
              <a:buFont typeface="Arial" panose="020B0604020202020204" pitchFamily="34" charset="0"/>
              <a:buChar char="•"/>
              <a:defRPr sz="1100"/>
            </a:lvl4pPr>
            <a:lvl5pPr marL="914377" indent="-228594" defTabSz="228594">
              <a:lnSpc>
                <a:spcPct val="100000"/>
              </a:lnSpc>
              <a:spcBef>
                <a:spcPts val="0"/>
              </a:spcBef>
              <a:spcAft>
                <a:spcPts val="1200"/>
              </a:spcAft>
              <a:buFont typeface="System Font"/>
              <a:buChar char="–"/>
              <a:defRPr sz="1100"/>
            </a:lvl5pPr>
            <a:lvl6pPr marL="11113" indent="0" defTabSz="228594">
              <a:lnSpc>
                <a:spcPct val="90000"/>
              </a:lnSpc>
              <a:spcBef>
                <a:spcPts val="0"/>
              </a:spcBef>
              <a:spcAft>
                <a:spcPts val="1200"/>
              </a:spcAft>
              <a:buFont typeface="Graphik" panose="020B0503030202060203" pitchFamily="34" charset="0"/>
              <a:buNone/>
              <a:tabLst/>
              <a:defRPr sz="1200"/>
            </a:lvl6pPr>
            <a:lvl7pPr marL="0" indent="0" defTabSz="228594">
              <a:lnSpc>
                <a:spcPct val="90000"/>
              </a:lnSpc>
              <a:spcBef>
                <a:spcPts val="0"/>
              </a:spcBef>
              <a:spcAft>
                <a:spcPts val="1200"/>
              </a:spcAft>
              <a:buFont typeface="Arial" panose="020B0604020202020204" pitchFamily="34" charset="0"/>
              <a:buNone/>
              <a:defRPr sz="1100"/>
            </a:lvl7pPr>
            <a:lvl8pPr marL="0" indent="0" defTabSz="228594">
              <a:lnSpc>
                <a:spcPct val="90000"/>
              </a:lnSpc>
              <a:spcBef>
                <a:spcPts val="0"/>
              </a:spcBef>
              <a:spcAft>
                <a:spcPts val="1200"/>
              </a:spcAft>
              <a:buFont typeface="Arial" panose="020B0604020202020204" pitchFamily="34" charset="0"/>
              <a:buNone/>
              <a:defRPr sz="900" b="1"/>
            </a:lvl8pPr>
            <a:lvl9pPr marL="0" indent="0" defTabSz="228594">
              <a:lnSpc>
                <a:spcPct val="90000"/>
              </a:lnSpc>
              <a:spcBef>
                <a:spcPts val="0"/>
              </a:spcBef>
              <a:spcAft>
                <a:spcPts val="1200"/>
              </a:spcAft>
              <a:buFont typeface="Arial" panose="020B0604020202020204" pitchFamily="34" charset="0"/>
              <a:buNone/>
              <a:defRPr sz="700">
                <a:solidFill>
                  <a:schemeClr val="tx2"/>
                </a:solidFill>
              </a:defRPr>
            </a:lvl9pPr>
          </a:lstStyle>
          <a:p>
            <a:r>
              <a:rPr lang="en-US" dirty="0"/>
              <a:t>Impetus </a:t>
            </a:r>
            <a:r>
              <a:rPr lang="en-US" dirty="0" err="1"/>
              <a:t>suscipit</a:t>
            </a:r>
            <a:r>
              <a:rPr lang="en-US" dirty="0"/>
              <a:t> in per? </a:t>
            </a:r>
            <a:r>
              <a:rPr lang="en-US" dirty="0" err="1"/>
              <a:t>Primis</a:t>
            </a:r>
            <a:r>
              <a:rPr lang="en-US" dirty="0"/>
              <a:t> </a:t>
            </a:r>
            <a:r>
              <a:rPr lang="en-US" dirty="0" err="1"/>
              <a:t>eruditi</a:t>
            </a:r>
            <a:r>
              <a:rPr lang="en-US" dirty="0"/>
              <a:t> </a:t>
            </a:r>
            <a:r>
              <a:rPr lang="en-US" dirty="0" err="1"/>
              <a:t>accommodare</a:t>
            </a:r>
            <a:r>
              <a:rPr lang="en-US" dirty="0"/>
              <a:t> ius at, </a:t>
            </a:r>
            <a:r>
              <a:rPr lang="en-US" dirty="0" err="1"/>
              <a:t>eu</a:t>
            </a:r>
            <a:r>
              <a:rPr lang="en-US" dirty="0"/>
              <a:t> his posse commune. An sit dicit </a:t>
            </a:r>
            <a:r>
              <a:rPr lang="en-US" dirty="0" err="1"/>
              <a:t>nemore</a:t>
            </a:r>
            <a:r>
              <a:rPr lang="en-US" dirty="0"/>
              <a:t>, autem </a:t>
            </a:r>
            <a:r>
              <a:rPr lang="en-US" dirty="0" err="1"/>
              <a:t>etiam</a:t>
            </a:r>
            <a:r>
              <a:rPr lang="en-US" dirty="0"/>
              <a:t> dolor </a:t>
            </a:r>
            <a:r>
              <a:rPr lang="en-US" dirty="0" err="1"/>
              <a:t>ut</a:t>
            </a:r>
            <a:r>
              <a:rPr lang="en-US" dirty="0"/>
              <a:t> quo, </a:t>
            </a:r>
            <a:r>
              <a:rPr lang="en-US" dirty="0" err="1"/>
              <a:t>decore</a:t>
            </a:r>
            <a:endParaRPr lang="en-US" dirty="0"/>
          </a:p>
        </p:txBody>
      </p:sp>
    </p:spTree>
    <p:extLst>
      <p:ext uri="{BB962C8B-B14F-4D97-AF65-F5344CB8AC3E}">
        <p14:creationId xmlns:p14="http://schemas.microsoft.com/office/powerpoint/2010/main" val="2508043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F00A1-2480-247C-A414-CAAE59D9B57D}"/>
            </a:ext>
          </a:extLst>
        </p:cNvPr>
        <p:cNvGrpSpPr/>
        <p:nvPr/>
      </p:nvGrpSpPr>
      <p:grpSpPr>
        <a:xfrm>
          <a:off x="0" y="0"/>
          <a:ext cx="0" cy="0"/>
          <a:chOff x="0" y="0"/>
          <a:chExt cx="0" cy="0"/>
        </a:xfrm>
      </p:grpSpPr>
      <p:sp>
        <p:nvSpPr>
          <p:cNvPr id="29" name="Line 45">
            <a:extLst>
              <a:ext uri="{FF2B5EF4-FFF2-40B4-BE49-F238E27FC236}">
                <a16:creationId xmlns:a16="http://schemas.microsoft.com/office/drawing/2014/main" id="{723D2A38-D313-B4A6-BF2D-CF5A93B0B3EB}"/>
              </a:ext>
            </a:extLst>
          </p:cNvPr>
          <p:cNvSpPr>
            <a:spLocks noChangeShapeType="1"/>
          </p:cNvSpPr>
          <p:nvPr/>
        </p:nvSpPr>
        <p:spPr bwMode="auto">
          <a:xfrm>
            <a:off x="381000" y="2060304"/>
            <a:ext cx="11430000" cy="0"/>
          </a:xfrm>
          <a:prstGeom prst="line">
            <a:avLst/>
          </a:prstGeom>
          <a:noFill/>
          <a:ln w="12700" cap="flat" cmpd="sng" algn="ctr">
            <a:solidFill>
              <a:schemeClr val="accent4"/>
            </a:solidFill>
            <a:prstDash val="solid"/>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3" name="Line 4">
            <a:extLst>
              <a:ext uri="{FF2B5EF4-FFF2-40B4-BE49-F238E27FC236}">
                <a16:creationId xmlns:a16="http://schemas.microsoft.com/office/drawing/2014/main" id="{1F64833A-DFA1-7CE5-3CDB-0D2C64B563CF}"/>
              </a:ext>
            </a:extLst>
          </p:cNvPr>
          <p:cNvSpPr>
            <a:spLocks noChangeShapeType="1"/>
          </p:cNvSpPr>
          <p:nvPr/>
        </p:nvSpPr>
        <p:spPr bwMode="auto">
          <a:xfrm>
            <a:off x="3367658"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4" name="Line 5">
            <a:extLst>
              <a:ext uri="{FF2B5EF4-FFF2-40B4-BE49-F238E27FC236}">
                <a16:creationId xmlns:a16="http://schemas.microsoft.com/office/drawing/2014/main" id="{9BF9ACF0-75BE-1F5D-37A8-75848BECC181}"/>
              </a:ext>
            </a:extLst>
          </p:cNvPr>
          <p:cNvSpPr>
            <a:spLocks noChangeShapeType="1"/>
          </p:cNvSpPr>
          <p:nvPr/>
        </p:nvSpPr>
        <p:spPr bwMode="auto">
          <a:xfrm>
            <a:off x="4134072"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5" name="Line 6">
            <a:extLst>
              <a:ext uri="{FF2B5EF4-FFF2-40B4-BE49-F238E27FC236}">
                <a16:creationId xmlns:a16="http://schemas.microsoft.com/office/drawing/2014/main" id="{D91DC158-1DD5-E935-E4E9-355828C32D40}"/>
              </a:ext>
            </a:extLst>
          </p:cNvPr>
          <p:cNvSpPr>
            <a:spLocks noChangeShapeType="1"/>
          </p:cNvSpPr>
          <p:nvPr/>
        </p:nvSpPr>
        <p:spPr bwMode="auto">
          <a:xfrm>
            <a:off x="4902618"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6" name="Line 7">
            <a:extLst>
              <a:ext uri="{FF2B5EF4-FFF2-40B4-BE49-F238E27FC236}">
                <a16:creationId xmlns:a16="http://schemas.microsoft.com/office/drawing/2014/main" id="{9467BDB9-C781-66DA-E4C8-DB83C149BA64}"/>
              </a:ext>
            </a:extLst>
          </p:cNvPr>
          <p:cNvSpPr>
            <a:spLocks noChangeShapeType="1"/>
          </p:cNvSpPr>
          <p:nvPr/>
        </p:nvSpPr>
        <p:spPr bwMode="auto">
          <a:xfrm>
            <a:off x="5669030"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7" name="Line 8">
            <a:extLst>
              <a:ext uri="{FF2B5EF4-FFF2-40B4-BE49-F238E27FC236}">
                <a16:creationId xmlns:a16="http://schemas.microsoft.com/office/drawing/2014/main" id="{DBE839E9-11AD-E553-FB1A-D39FA3B3016A}"/>
              </a:ext>
            </a:extLst>
          </p:cNvPr>
          <p:cNvSpPr>
            <a:spLocks noChangeShapeType="1"/>
          </p:cNvSpPr>
          <p:nvPr/>
        </p:nvSpPr>
        <p:spPr bwMode="auto">
          <a:xfrm>
            <a:off x="6437576"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8" name="Line 9">
            <a:extLst>
              <a:ext uri="{FF2B5EF4-FFF2-40B4-BE49-F238E27FC236}">
                <a16:creationId xmlns:a16="http://schemas.microsoft.com/office/drawing/2014/main" id="{AC433887-7A3C-4D30-8D9A-F8604CA746C4}"/>
              </a:ext>
            </a:extLst>
          </p:cNvPr>
          <p:cNvSpPr>
            <a:spLocks noChangeShapeType="1"/>
          </p:cNvSpPr>
          <p:nvPr/>
        </p:nvSpPr>
        <p:spPr bwMode="auto">
          <a:xfrm>
            <a:off x="7203987"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9" name="Line 10">
            <a:extLst>
              <a:ext uri="{FF2B5EF4-FFF2-40B4-BE49-F238E27FC236}">
                <a16:creationId xmlns:a16="http://schemas.microsoft.com/office/drawing/2014/main" id="{06B43B60-0A12-A595-CB64-69878E54AB5A}"/>
              </a:ext>
            </a:extLst>
          </p:cNvPr>
          <p:cNvSpPr>
            <a:spLocks noChangeShapeType="1"/>
          </p:cNvSpPr>
          <p:nvPr/>
        </p:nvSpPr>
        <p:spPr bwMode="auto">
          <a:xfrm>
            <a:off x="7972535"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10" name="Line 11">
            <a:extLst>
              <a:ext uri="{FF2B5EF4-FFF2-40B4-BE49-F238E27FC236}">
                <a16:creationId xmlns:a16="http://schemas.microsoft.com/office/drawing/2014/main" id="{037E6110-75AF-F0F0-2FF1-9D00D8BB987F}"/>
              </a:ext>
            </a:extLst>
          </p:cNvPr>
          <p:cNvSpPr>
            <a:spLocks noChangeShapeType="1"/>
          </p:cNvSpPr>
          <p:nvPr/>
        </p:nvSpPr>
        <p:spPr bwMode="auto">
          <a:xfrm>
            <a:off x="8738947"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11" name="Line 12">
            <a:extLst>
              <a:ext uri="{FF2B5EF4-FFF2-40B4-BE49-F238E27FC236}">
                <a16:creationId xmlns:a16="http://schemas.microsoft.com/office/drawing/2014/main" id="{2BEE111D-0200-B9F8-0D38-914B035D0B86}"/>
              </a:ext>
            </a:extLst>
          </p:cNvPr>
          <p:cNvSpPr>
            <a:spLocks noChangeShapeType="1"/>
          </p:cNvSpPr>
          <p:nvPr/>
        </p:nvSpPr>
        <p:spPr bwMode="auto">
          <a:xfrm>
            <a:off x="9507495"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12" name="Line 13">
            <a:extLst>
              <a:ext uri="{FF2B5EF4-FFF2-40B4-BE49-F238E27FC236}">
                <a16:creationId xmlns:a16="http://schemas.microsoft.com/office/drawing/2014/main" id="{67CAE452-55BA-5135-45F9-77C1C8329FD0}"/>
              </a:ext>
            </a:extLst>
          </p:cNvPr>
          <p:cNvSpPr>
            <a:spLocks noChangeShapeType="1"/>
          </p:cNvSpPr>
          <p:nvPr/>
        </p:nvSpPr>
        <p:spPr bwMode="auto">
          <a:xfrm>
            <a:off x="10273906"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13" name="Line 14">
            <a:extLst>
              <a:ext uri="{FF2B5EF4-FFF2-40B4-BE49-F238E27FC236}">
                <a16:creationId xmlns:a16="http://schemas.microsoft.com/office/drawing/2014/main" id="{46C5B3BF-3EA2-0185-103B-A6D710D24EAE}"/>
              </a:ext>
            </a:extLst>
          </p:cNvPr>
          <p:cNvSpPr>
            <a:spLocks noChangeShapeType="1"/>
          </p:cNvSpPr>
          <p:nvPr/>
        </p:nvSpPr>
        <p:spPr bwMode="auto">
          <a:xfrm>
            <a:off x="11042453"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14" name="Rectangle 13">
            <a:extLst>
              <a:ext uri="{FF2B5EF4-FFF2-40B4-BE49-F238E27FC236}">
                <a16:creationId xmlns:a16="http://schemas.microsoft.com/office/drawing/2014/main" id="{ACFF4911-8CEB-07D5-A6A8-6E9A3BA23B86}"/>
              </a:ext>
            </a:extLst>
          </p:cNvPr>
          <p:cNvSpPr>
            <a:spLocks noChangeArrowheads="1"/>
          </p:cNvSpPr>
          <p:nvPr/>
        </p:nvSpPr>
        <p:spPr bwMode="auto">
          <a:xfrm>
            <a:off x="11042453" y="1767942"/>
            <a:ext cx="768546"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Dec</a:t>
            </a:r>
          </a:p>
        </p:txBody>
      </p:sp>
      <p:sp>
        <p:nvSpPr>
          <p:cNvPr id="15" name="Rectangle 14">
            <a:extLst>
              <a:ext uri="{FF2B5EF4-FFF2-40B4-BE49-F238E27FC236}">
                <a16:creationId xmlns:a16="http://schemas.microsoft.com/office/drawing/2014/main" id="{55F4D7E9-14BE-0667-445F-186A7B792D2E}"/>
              </a:ext>
            </a:extLst>
          </p:cNvPr>
          <p:cNvSpPr>
            <a:spLocks noChangeArrowheads="1"/>
          </p:cNvSpPr>
          <p:nvPr/>
        </p:nvSpPr>
        <p:spPr bwMode="auto">
          <a:xfrm>
            <a:off x="10273906" y="1767942"/>
            <a:ext cx="768546"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Nov</a:t>
            </a:r>
          </a:p>
        </p:txBody>
      </p:sp>
      <p:sp>
        <p:nvSpPr>
          <p:cNvPr id="16" name="Rectangle 15">
            <a:extLst>
              <a:ext uri="{FF2B5EF4-FFF2-40B4-BE49-F238E27FC236}">
                <a16:creationId xmlns:a16="http://schemas.microsoft.com/office/drawing/2014/main" id="{8A390301-F832-BF75-5232-D1ECEE244541}"/>
              </a:ext>
            </a:extLst>
          </p:cNvPr>
          <p:cNvSpPr>
            <a:spLocks noChangeArrowheads="1"/>
          </p:cNvSpPr>
          <p:nvPr/>
        </p:nvSpPr>
        <p:spPr bwMode="auto">
          <a:xfrm>
            <a:off x="9505359" y="1767942"/>
            <a:ext cx="768546"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Oct</a:t>
            </a:r>
          </a:p>
        </p:txBody>
      </p:sp>
      <p:sp>
        <p:nvSpPr>
          <p:cNvPr id="17" name="Rectangle 16">
            <a:extLst>
              <a:ext uri="{FF2B5EF4-FFF2-40B4-BE49-F238E27FC236}">
                <a16:creationId xmlns:a16="http://schemas.microsoft.com/office/drawing/2014/main" id="{644671C4-3528-3564-A7E5-BBABC2902E99}"/>
              </a:ext>
            </a:extLst>
          </p:cNvPr>
          <p:cNvSpPr>
            <a:spLocks noChangeArrowheads="1"/>
          </p:cNvSpPr>
          <p:nvPr/>
        </p:nvSpPr>
        <p:spPr bwMode="auto">
          <a:xfrm>
            <a:off x="8738947" y="1767942"/>
            <a:ext cx="766411"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Sep</a:t>
            </a:r>
          </a:p>
        </p:txBody>
      </p:sp>
      <p:sp>
        <p:nvSpPr>
          <p:cNvPr id="18" name="Rectangle 17">
            <a:extLst>
              <a:ext uri="{FF2B5EF4-FFF2-40B4-BE49-F238E27FC236}">
                <a16:creationId xmlns:a16="http://schemas.microsoft.com/office/drawing/2014/main" id="{B12CA94A-85D4-90AB-71A4-62D3CD228F31}"/>
              </a:ext>
            </a:extLst>
          </p:cNvPr>
          <p:cNvSpPr>
            <a:spLocks noChangeArrowheads="1"/>
          </p:cNvSpPr>
          <p:nvPr/>
        </p:nvSpPr>
        <p:spPr bwMode="auto">
          <a:xfrm>
            <a:off x="7972535" y="1767942"/>
            <a:ext cx="766411"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Aug</a:t>
            </a:r>
          </a:p>
        </p:txBody>
      </p:sp>
      <p:sp>
        <p:nvSpPr>
          <p:cNvPr id="19" name="Rectangle 18">
            <a:extLst>
              <a:ext uri="{FF2B5EF4-FFF2-40B4-BE49-F238E27FC236}">
                <a16:creationId xmlns:a16="http://schemas.microsoft.com/office/drawing/2014/main" id="{5F12A61B-7CED-0E1B-E62D-D64248DAE348}"/>
              </a:ext>
            </a:extLst>
          </p:cNvPr>
          <p:cNvSpPr>
            <a:spLocks noChangeArrowheads="1"/>
          </p:cNvSpPr>
          <p:nvPr/>
        </p:nvSpPr>
        <p:spPr bwMode="auto">
          <a:xfrm>
            <a:off x="7201855" y="1767942"/>
            <a:ext cx="770683"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Jul</a:t>
            </a:r>
          </a:p>
        </p:txBody>
      </p:sp>
      <p:sp>
        <p:nvSpPr>
          <p:cNvPr id="20" name="Rectangle 19">
            <a:extLst>
              <a:ext uri="{FF2B5EF4-FFF2-40B4-BE49-F238E27FC236}">
                <a16:creationId xmlns:a16="http://schemas.microsoft.com/office/drawing/2014/main" id="{A052FC07-3DF0-C4BF-7CF9-F4936426BC57}"/>
              </a:ext>
            </a:extLst>
          </p:cNvPr>
          <p:cNvSpPr>
            <a:spLocks noChangeArrowheads="1"/>
          </p:cNvSpPr>
          <p:nvPr/>
        </p:nvSpPr>
        <p:spPr bwMode="auto">
          <a:xfrm>
            <a:off x="6435441" y="1767942"/>
            <a:ext cx="766411"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Jun</a:t>
            </a:r>
          </a:p>
        </p:txBody>
      </p:sp>
      <p:sp>
        <p:nvSpPr>
          <p:cNvPr id="21" name="Rectangle 20">
            <a:extLst>
              <a:ext uri="{FF2B5EF4-FFF2-40B4-BE49-F238E27FC236}">
                <a16:creationId xmlns:a16="http://schemas.microsoft.com/office/drawing/2014/main" id="{754C045A-0E6B-1DF7-A92D-451CC927B460}"/>
              </a:ext>
            </a:extLst>
          </p:cNvPr>
          <p:cNvSpPr>
            <a:spLocks noChangeArrowheads="1"/>
          </p:cNvSpPr>
          <p:nvPr/>
        </p:nvSpPr>
        <p:spPr bwMode="auto">
          <a:xfrm>
            <a:off x="5666894" y="1767942"/>
            <a:ext cx="768546"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May</a:t>
            </a:r>
          </a:p>
        </p:txBody>
      </p:sp>
      <p:sp>
        <p:nvSpPr>
          <p:cNvPr id="22" name="Rectangle 21">
            <a:extLst>
              <a:ext uri="{FF2B5EF4-FFF2-40B4-BE49-F238E27FC236}">
                <a16:creationId xmlns:a16="http://schemas.microsoft.com/office/drawing/2014/main" id="{2A8B8E26-A885-5692-60C8-0B7E3415B9B1}"/>
              </a:ext>
            </a:extLst>
          </p:cNvPr>
          <p:cNvSpPr>
            <a:spLocks noChangeArrowheads="1"/>
          </p:cNvSpPr>
          <p:nvPr/>
        </p:nvSpPr>
        <p:spPr bwMode="auto">
          <a:xfrm>
            <a:off x="4900483" y="1767942"/>
            <a:ext cx="766411"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Apr</a:t>
            </a:r>
          </a:p>
        </p:txBody>
      </p:sp>
      <p:sp>
        <p:nvSpPr>
          <p:cNvPr id="23" name="Rectangle 22">
            <a:extLst>
              <a:ext uri="{FF2B5EF4-FFF2-40B4-BE49-F238E27FC236}">
                <a16:creationId xmlns:a16="http://schemas.microsoft.com/office/drawing/2014/main" id="{FE159705-61C6-4512-F43E-D74C2A8BC203}"/>
              </a:ext>
            </a:extLst>
          </p:cNvPr>
          <p:cNvSpPr>
            <a:spLocks noChangeArrowheads="1"/>
          </p:cNvSpPr>
          <p:nvPr/>
        </p:nvSpPr>
        <p:spPr bwMode="auto">
          <a:xfrm>
            <a:off x="4129801" y="1767942"/>
            <a:ext cx="770683"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Mar</a:t>
            </a:r>
          </a:p>
        </p:txBody>
      </p:sp>
      <p:sp>
        <p:nvSpPr>
          <p:cNvPr id="24" name="Rectangle 23">
            <a:extLst>
              <a:ext uri="{FF2B5EF4-FFF2-40B4-BE49-F238E27FC236}">
                <a16:creationId xmlns:a16="http://schemas.microsoft.com/office/drawing/2014/main" id="{0944B28E-E52A-096B-181D-4F2632C0FBAF}"/>
              </a:ext>
            </a:extLst>
          </p:cNvPr>
          <p:cNvSpPr>
            <a:spLocks noChangeArrowheads="1"/>
          </p:cNvSpPr>
          <p:nvPr/>
        </p:nvSpPr>
        <p:spPr bwMode="auto">
          <a:xfrm>
            <a:off x="3363390" y="1767942"/>
            <a:ext cx="766411"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Feb</a:t>
            </a:r>
          </a:p>
        </p:txBody>
      </p:sp>
      <p:sp>
        <p:nvSpPr>
          <p:cNvPr id="25" name="Rectangle 24">
            <a:extLst>
              <a:ext uri="{FF2B5EF4-FFF2-40B4-BE49-F238E27FC236}">
                <a16:creationId xmlns:a16="http://schemas.microsoft.com/office/drawing/2014/main" id="{620FF54E-30A5-41D5-7F8F-5B6744D804ED}"/>
              </a:ext>
            </a:extLst>
          </p:cNvPr>
          <p:cNvSpPr>
            <a:spLocks noChangeArrowheads="1"/>
          </p:cNvSpPr>
          <p:nvPr/>
        </p:nvSpPr>
        <p:spPr bwMode="auto">
          <a:xfrm>
            <a:off x="2596979" y="1767942"/>
            <a:ext cx="766411" cy="292362"/>
          </a:xfrm>
          <a:prstGeom prst="rect">
            <a:avLst/>
          </a:prstGeom>
          <a:noFill/>
          <a:ln w="6350">
            <a:noFill/>
            <a:miter lim="800000"/>
            <a:headEnd/>
            <a:tailEnd/>
          </a:ln>
          <a:effectLst/>
        </p:spPr>
        <p:txBody>
          <a:bodyPr lIns="45720" rIns="45720" anchor="b"/>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Jan</a:t>
            </a:r>
          </a:p>
        </p:txBody>
      </p:sp>
      <p:sp>
        <p:nvSpPr>
          <p:cNvPr id="26" name="Rectangle 25">
            <a:extLst>
              <a:ext uri="{FF2B5EF4-FFF2-40B4-BE49-F238E27FC236}">
                <a16:creationId xmlns:a16="http://schemas.microsoft.com/office/drawing/2014/main" id="{5A1F5B70-8587-7B8C-B2EB-EA029F930FA5}"/>
              </a:ext>
            </a:extLst>
          </p:cNvPr>
          <p:cNvSpPr>
            <a:spLocks noChangeArrowheads="1"/>
          </p:cNvSpPr>
          <p:nvPr/>
        </p:nvSpPr>
        <p:spPr bwMode="auto">
          <a:xfrm>
            <a:off x="381000" y="2203232"/>
            <a:ext cx="2032406" cy="215444"/>
          </a:xfrm>
          <a:prstGeom prst="rect">
            <a:avLst/>
          </a:prstGeom>
          <a:noFill/>
          <a:ln w="6350">
            <a:noFill/>
            <a:miter lim="800000"/>
            <a:headEnd/>
            <a:tailEnd/>
          </a:ln>
          <a:effectLst/>
        </p:spPr>
        <p:txBody>
          <a:bodyPr wrap="square" lIns="0" tIns="0" rIns="0" bIns="0" anchor="ctr" anchorCtr="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sz="1400" b="1" dirty="0">
                <a:solidFill>
                  <a:srgbClr val="000000"/>
                </a:solidFill>
                <a:latin typeface="Graphik"/>
                <a:cs typeface="Arial" charset="0"/>
              </a:rPr>
              <a:t>Work Package A</a:t>
            </a:r>
            <a:endParaRPr kumimoji="0" lang="en-US" sz="1400" b="1" i="0" u="none" strike="noStrike" kern="1200" cap="none" spc="0" normalizeH="0" baseline="0" noProof="0" dirty="0">
              <a:ln>
                <a:noFill/>
              </a:ln>
              <a:solidFill>
                <a:srgbClr val="000000"/>
              </a:solidFill>
              <a:effectLst/>
              <a:uLnTx/>
              <a:uFillTx/>
              <a:latin typeface="Graphik"/>
              <a:ea typeface="+mn-ea"/>
              <a:cs typeface="Arial" charset="0"/>
            </a:endParaRPr>
          </a:p>
        </p:txBody>
      </p:sp>
      <p:sp>
        <p:nvSpPr>
          <p:cNvPr id="27" name="Rectangle 26">
            <a:extLst>
              <a:ext uri="{FF2B5EF4-FFF2-40B4-BE49-F238E27FC236}">
                <a16:creationId xmlns:a16="http://schemas.microsoft.com/office/drawing/2014/main" id="{CDCBF349-DB80-21EC-A7D3-5B97FB60EC26}"/>
              </a:ext>
            </a:extLst>
          </p:cNvPr>
          <p:cNvSpPr>
            <a:spLocks noChangeArrowheads="1"/>
          </p:cNvSpPr>
          <p:nvPr/>
        </p:nvSpPr>
        <p:spPr bwMode="auto">
          <a:xfrm>
            <a:off x="381000" y="3668347"/>
            <a:ext cx="2032406" cy="215444"/>
          </a:xfrm>
          <a:prstGeom prst="rect">
            <a:avLst/>
          </a:prstGeom>
          <a:noFill/>
          <a:ln w="6350">
            <a:noFill/>
            <a:miter lim="800000"/>
            <a:headEnd/>
            <a:tailEnd/>
          </a:ln>
          <a:effectLst/>
        </p:spPr>
        <p:txBody>
          <a:bodyPr wrap="square" lIns="0" tIns="0" rIns="0" bIns="0" anchor="ctr" anchorCtr="0">
            <a:spAutoFit/>
          </a:bodyPr>
          <a:lstStyle/>
          <a:p>
            <a:pPr lvl="0" eaLnBrk="0" fontAlgn="base" hangingPunct="0">
              <a:spcBef>
                <a:spcPct val="0"/>
              </a:spcBef>
              <a:spcAft>
                <a:spcPct val="0"/>
              </a:spcAft>
            </a:pPr>
            <a:r>
              <a:rPr lang="en-US" sz="1400" b="1" dirty="0">
                <a:solidFill>
                  <a:srgbClr val="000000"/>
                </a:solidFill>
                <a:cs typeface="Arial" charset="0"/>
              </a:rPr>
              <a:t>Work Package</a:t>
            </a:r>
            <a:r>
              <a:rPr kumimoji="0" lang="en-US" sz="1400" b="1" i="0" u="none" strike="noStrike" kern="1200" cap="none" spc="0" normalizeH="0" baseline="0" noProof="0" dirty="0">
                <a:ln>
                  <a:noFill/>
                </a:ln>
                <a:solidFill>
                  <a:srgbClr val="000000"/>
                </a:solidFill>
                <a:effectLst/>
                <a:uLnTx/>
                <a:uFillTx/>
                <a:latin typeface="Graphik"/>
                <a:ea typeface="+mn-ea"/>
                <a:cs typeface="Arial" charset="0"/>
              </a:rPr>
              <a:t> B</a:t>
            </a:r>
          </a:p>
        </p:txBody>
      </p:sp>
      <p:sp>
        <p:nvSpPr>
          <p:cNvPr id="28" name="Rectangle 27">
            <a:extLst>
              <a:ext uri="{FF2B5EF4-FFF2-40B4-BE49-F238E27FC236}">
                <a16:creationId xmlns:a16="http://schemas.microsoft.com/office/drawing/2014/main" id="{B35AA7F5-B753-3EBE-8C54-A9985BFD37CA}"/>
              </a:ext>
            </a:extLst>
          </p:cNvPr>
          <p:cNvSpPr>
            <a:spLocks noChangeArrowheads="1"/>
          </p:cNvSpPr>
          <p:nvPr/>
        </p:nvSpPr>
        <p:spPr bwMode="auto">
          <a:xfrm>
            <a:off x="381000" y="4853998"/>
            <a:ext cx="2032406" cy="215444"/>
          </a:xfrm>
          <a:prstGeom prst="rect">
            <a:avLst/>
          </a:prstGeom>
          <a:noFill/>
          <a:ln w="6350">
            <a:noFill/>
            <a:miter lim="800000"/>
            <a:headEnd/>
            <a:tailEnd/>
          </a:ln>
          <a:effectLst/>
        </p:spPr>
        <p:txBody>
          <a:bodyPr wrap="square" lIns="0" tIns="0" rIns="0" bIns="0" anchor="ctr" anchorCtr="0">
            <a:spAutoFit/>
          </a:bodyPr>
          <a:lstStyle/>
          <a:p>
            <a:pPr lvl="0" eaLnBrk="0" fontAlgn="base" hangingPunct="0">
              <a:spcBef>
                <a:spcPct val="0"/>
              </a:spcBef>
              <a:spcAft>
                <a:spcPct val="0"/>
              </a:spcAft>
            </a:pPr>
            <a:r>
              <a:rPr lang="en-US" sz="1400" b="1" dirty="0">
                <a:solidFill>
                  <a:srgbClr val="000000"/>
                </a:solidFill>
                <a:cs typeface="Arial" charset="0"/>
              </a:rPr>
              <a:t>Work Package C</a:t>
            </a:r>
            <a:endParaRPr kumimoji="0" lang="en-US" sz="1400" b="1" i="0" u="none" strike="noStrike" kern="1200" cap="none" spc="0" normalizeH="0" baseline="0" noProof="0" dirty="0">
              <a:ln>
                <a:noFill/>
              </a:ln>
              <a:solidFill>
                <a:srgbClr val="000000"/>
              </a:solidFill>
              <a:effectLst/>
              <a:uLnTx/>
              <a:uFillTx/>
              <a:latin typeface="Graphik"/>
              <a:ea typeface="+mn-ea"/>
              <a:cs typeface="Arial" charset="0"/>
            </a:endParaRPr>
          </a:p>
        </p:txBody>
      </p:sp>
      <p:sp>
        <p:nvSpPr>
          <p:cNvPr id="30" name="Line 46">
            <a:extLst>
              <a:ext uri="{FF2B5EF4-FFF2-40B4-BE49-F238E27FC236}">
                <a16:creationId xmlns:a16="http://schemas.microsoft.com/office/drawing/2014/main" id="{59E2FF8A-1E1F-ED79-89D7-9C0A6BB233A7}"/>
              </a:ext>
            </a:extLst>
          </p:cNvPr>
          <p:cNvSpPr>
            <a:spLocks noChangeShapeType="1"/>
          </p:cNvSpPr>
          <p:nvPr/>
        </p:nvSpPr>
        <p:spPr bwMode="auto">
          <a:xfrm>
            <a:off x="2596979" y="2060304"/>
            <a:ext cx="0" cy="3940252"/>
          </a:xfrm>
          <a:prstGeom prst="line">
            <a:avLst/>
          </a:prstGeom>
          <a:noFill/>
          <a:ln w="12700" cap="flat" cmpd="sng" algn="ctr">
            <a:solidFill>
              <a:srgbClr val="C9C9C9"/>
            </a:solidFill>
            <a:prstDash val="sysDot"/>
            <a:headEnd/>
            <a:tailEnd/>
          </a:ln>
          <a:effectLst/>
        </p:spPr>
        <p:txBody>
          <a:bodyPr wrap="none" lIns="36000" tIns="36000" rIns="36000" bIns="36000"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Graphik"/>
              <a:ea typeface="+mn-ea"/>
              <a:cs typeface="+mn-cs"/>
            </a:endParaRPr>
          </a:p>
        </p:txBody>
      </p:sp>
      <p:sp>
        <p:nvSpPr>
          <p:cNvPr id="31" name="Rectangle 30">
            <a:extLst>
              <a:ext uri="{FF2B5EF4-FFF2-40B4-BE49-F238E27FC236}">
                <a16:creationId xmlns:a16="http://schemas.microsoft.com/office/drawing/2014/main" id="{AD5EB041-18D3-8ED6-933E-FE4F41700014}"/>
              </a:ext>
            </a:extLst>
          </p:cNvPr>
          <p:cNvSpPr>
            <a:spLocks noChangeArrowheads="1"/>
          </p:cNvSpPr>
          <p:nvPr/>
        </p:nvSpPr>
        <p:spPr bwMode="auto">
          <a:xfrm>
            <a:off x="381000" y="2556909"/>
            <a:ext cx="2032406" cy="215444"/>
          </a:xfrm>
          <a:prstGeom prst="rect">
            <a:avLst/>
          </a:prstGeom>
          <a:noFill/>
          <a:ln w="6350">
            <a:noFill/>
            <a:miter lim="800000"/>
            <a:headEnd/>
            <a:tailEnd/>
          </a:ln>
          <a:effectLst/>
        </p:spPr>
        <p:txBody>
          <a:bodyPr wrap="square" lIns="0" tIns="0" rIns="0" bIns="0" anchor="ctr" anchorCtr="0">
            <a:spAutoFit/>
          </a:bodyPr>
          <a:lstStyle/>
          <a:p>
            <a:pPr marL="9144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Project Alpha A</a:t>
            </a:r>
          </a:p>
        </p:txBody>
      </p:sp>
      <p:sp>
        <p:nvSpPr>
          <p:cNvPr id="32" name="Rectangle 31">
            <a:extLst>
              <a:ext uri="{FF2B5EF4-FFF2-40B4-BE49-F238E27FC236}">
                <a16:creationId xmlns:a16="http://schemas.microsoft.com/office/drawing/2014/main" id="{8AAD60A3-D779-590C-B4B6-12F29B15C180}"/>
              </a:ext>
            </a:extLst>
          </p:cNvPr>
          <p:cNvSpPr>
            <a:spLocks noChangeArrowheads="1"/>
          </p:cNvSpPr>
          <p:nvPr/>
        </p:nvSpPr>
        <p:spPr bwMode="auto">
          <a:xfrm>
            <a:off x="381000" y="2833812"/>
            <a:ext cx="2032406" cy="215444"/>
          </a:xfrm>
          <a:prstGeom prst="rect">
            <a:avLst/>
          </a:prstGeom>
          <a:noFill/>
          <a:ln w="6350">
            <a:noFill/>
            <a:miter lim="800000"/>
            <a:headEnd/>
            <a:tailEnd/>
          </a:ln>
          <a:effectLst/>
        </p:spPr>
        <p:txBody>
          <a:bodyPr wrap="square" lIns="0" tIns="0" rIns="0" bIns="0" anchor="ctr" anchorCtr="0">
            <a:spAutoFit/>
          </a:bodyPr>
          <a:lstStyle/>
          <a:p>
            <a:pPr marL="9144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Project Alpha B</a:t>
            </a:r>
          </a:p>
        </p:txBody>
      </p:sp>
      <p:sp>
        <p:nvSpPr>
          <p:cNvPr id="33" name="Rectangle 32">
            <a:extLst>
              <a:ext uri="{FF2B5EF4-FFF2-40B4-BE49-F238E27FC236}">
                <a16:creationId xmlns:a16="http://schemas.microsoft.com/office/drawing/2014/main" id="{4C3EBD5A-B3F8-0C8A-37AC-2BC166C207A3}"/>
              </a:ext>
            </a:extLst>
          </p:cNvPr>
          <p:cNvSpPr>
            <a:spLocks noChangeArrowheads="1"/>
          </p:cNvSpPr>
          <p:nvPr/>
        </p:nvSpPr>
        <p:spPr bwMode="auto">
          <a:xfrm>
            <a:off x="2596979" y="2154166"/>
            <a:ext cx="9214020" cy="320040"/>
          </a:xfrm>
          <a:prstGeom prst="rect">
            <a:avLst/>
          </a:prstGeom>
          <a:solidFill>
            <a:schemeClr val="accent1"/>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Graphik"/>
              <a:ea typeface="+mn-ea"/>
              <a:cs typeface="Arial" charset="0"/>
            </a:endParaRPr>
          </a:p>
        </p:txBody>
      </p:sp>
      <p:sp>
        <p:nvSpPr>
          <p:cNvPr id="34" name="Rectangle 33">
            <a:extLst>
              <a:ext uri="{FF2B5EF4-FFF2-40B4-BE49-F238E27FC236}">
                <a16:creationId xmlns:a16="http://schemas.microsoft.com/office/drawing/2014/main" id="{323405C7-A937-3CCE-E7CB-DF4798957F87}"/>
              </a:ext>
            </a:extLst>
          </p:cNvPr>
          <p:cNvSpPr>
            <a:spLocks noChangeArrowheads="1"/>
          </p:cNvSpPr>
          <p:nvPr/>
        </p:nvSpPr>
        <p:spPr bwMode="auto">
          <a:xfrm>
            <a:off x="2596979" y="2573191"/>
            <a:ext cx="5375558" cy="182880"/>
          </a:xfrm>
          <a:prstGeom prst="rect">
            <a:avLst/>
          </a:prstGeom>
          <a:solidFill>
            <a:schemeClr val="accent4">
              <a:lumMod val="20000"/>
              <a:lumOff val="80000"/>
            </a:schemeClr>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Graphik"/>
              <a:ea typeface="+mn-ea"/>
              <a:cs typeface="Arial" charset="0"/>
            </a:endParaRPr>
          </a:p>
        </p:txBody>
      </p:sp>
      <p:sp>
        <p:nvSpPr>
          <p:cNvPr id="35" name="Rectangle 34">
            <a:extLst>
              <a:ext uri="{FF2B5EF4-FFF2-40B4-BE49-F238E27FC236}">
                <a16:creationId xmlns:a16="http://schemas.microsoft.com/office/drawing/2014/main" id="{CB2B3960-FB0F-5200-707E-64EE6A41C888}"/>
              </a:ext>
            </a:extLst>
          </p:cNvPr>
          <p:cNvSpPr>
            <a:spLocks noChangeArrowheads="1"/>
          </p:cNvSpPr>
          <p:nvPr/>
        </p:nvSpPr>
        <p:spPr bwMode="auto">
          <a:xfrm>
            <a:off x="6437576" y="2850094"/>
            <a:ext cx="5373422" cy="182880"/>
          </a:xfrm>
          <a:prstGeom prst="rect">
            <a:avLst/>
          </a:prstGeom>
          <a:solidFill>
            <a:schemeClr val="accent4">
              <a:lumMod val="20000"/>
              <a:lumOff val="80000"/>
            </a:schemeClr>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Graphik"/>
              <a:ea typeface="+mn-ea"/>
              <a:cs typeface="Arial" charset="0"/>
            </a:endParaRPr>
          </a:p>
        </p:txBody>
      </p:sp>
      <p:sp>
        <p:nvSpPr>
          <p:cNvPr id="36" name="Rectangle 35">
            <a:extLst>
              <a:ext uri="{FF2B5EF4-FFF2-40B4-BE49-F238E27FC236}">
                <a16:creationId xmlns:a16="http://schemas.microsoft.com/office/drawing/2014/main" id="{477E4B52-FE15-3351-55C5-D0A58813A8D5}"/>
              </a:ext>
            </a:extLst>
          </p:cNvPr>
          <p:cNvSpPr>
            <a:spLocks noChangeArrowheads="1"/>
          </p:cNvSpPr>
          <p:nvPr/>
        </p:nvSpPr>
        <p:spPr bwMode="auto">
          <a:xfrm>
            <a:off x="4129801" y="3615721"/>
            <a:ext cx="7681198" cy="320040"/>
          </a:xfrm>
          <a:prstGeom prst="rect">
            <a:avLst/>
          </a:prstGeom>
          <a:solidFill>
            <a:schemeClr val="accent2"/>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Graphik"/>
              <a:ea typeface="+mn-ea"/>
              <a:cs typeface="Arial" charset="0"/>
            </a:endParaRPr>
          </a:p>
        </p:txBody>
      </p:sp>
      <p:sp>
        <p:nvSpPr>
          <p:cNvPr id="37" name="Rectangle 36">
            <a:extLst>
              <a:ext uri="{FF2B5EF4-FFF2-40B4-BE49-F238E27FC236}">
                <a16:creationId xmlns:a16="http://schemas.microsoft.com/office/drawing/2014/main" id="{53344F25-B79A-9067-BCAE-B8F0E2483FC8}"/>
              </a:ext>
            </a:extLst>
          </p:cNvPr>
          <p:cNvSpPr>
            <a:spLocks noChangeArrowheads="1"/>
          </p:cNvSpPr>
          <p:nvPr/>
        </p:nvSpPr>
        <p:spPr bwMode="auto">
          <a:xfrm>
            <a:off x="6435441" y="4801372"/>
            <a:ext cx="5375558" cy="320040"/>
          </a:xfrm>
          <a:prstGeom prst="rect">
            <a:avLst/>
          </a:prstGeom>
          <a:solidFill>
            <a:schemeClr val="accent3"/>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Graphik"/>
              <a:ea typeface="+mn-ea"/>
              <a:cs typeface="Arial" charset="0"/>
            </a:endParaRPr>
          </a:p>
        </p:txBody>
      </p:sp>
      <p:sp>
        <p:nvSpPr>
          <p:cNvPr id="38" name="Rectangle 37">
            <a:extLst>
              <a:ext uri="{FF2B5EF4-FFF2-40B4-BE49-F238E27FC236}">
                <a16:creationId xmlns:a16="http://schemas.microsoft.com/office/drawing/2014/main" id="{40241D2E-8A4F-2C3F-9A97-5051ABE8C0D9}"/>
              </a:ext>
            </a:extLst>
          </p:cNvPr>
          <p:cNvSpPr>
            <a:spLocks noChangeArrowheads="1"/>
          </p:cNvSpPr>
          <p:nvPr/>
        </p:nvSpPr>
        <p:spPr bwMode="auto">
          <a:xfrm>
            <a:off x="381000" y="4023632"/>
            <a:ext cx="2032406" cy="215444"/>
          </a:xfrm>
          <a:prstGeom prst="rect">
            <a:avLst/>
          </a:prstGeom>
          <a:noFill/>
          <a:ln w="6350">
            <a:noFill/>
            <a:miter lim="800000"/>
            <a:headEnd/>
            <a:tailEnd/>
          </a:ln>
          <a:effectLst/>
        </p:spPr>
        <p:txBody>
          <a:bodyPr wrap="square" lIns="0" tIns="0" rIns="0" bIns="0" anchor="ctr" anchorCtr="0">
            <a:spAutoFit/>
          </a:bodyPr>
          <a:lstStyle/>
          <a:p>
            <a:pPr marL="9144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Project Beta A</a:t>
            </a:r>
          </a:p>
        </p:txBody>
      </p:sp>
      <p:sp>
        <p:nvSpPr>
          <p:cNvPr id="39" name="Rectangle 38">
            <a:extLst>
              <a:ext uri="{FF2B5EF4-FFF2-40B4-BE49-F238E27FC236}">
                <a16:creationId xmlns:a16="http://schemas.microsoft.com/office/drawing/2014/main" id="{EF640765-EDD6-C8B2-626E-9CC00CEA8D72}"/>
              </a:ext>
            </a:extLst>
          </p:cNvPr>
          <p:cNvSpPr>
            <a:spLocks noChangeArrowheads="1"/>
          </p:cNvSpPr>
          <p:nvPr/>
        </p:nvSpPr>
        <p:spPr bwMode="auto">
          <a:xfrm>
            <a:off x="381000" y="4300535"/>
            <a:ext cx="2032406" cy="215444"/>
          </a:xfrm>
          <a:prstGeom prst="rect">
            <a:avLst/>
          </a:prstGeom>
          <a:noFill/>
          <a:ln w="6350">
            <a:noFill/>
            <a:miter lim="800000"/>
            <a:headEnd/>
            <a:tailEnd/>
          </a:ln>
          <a:effectLst/>
        </p:spPr>
        <p:txBody>
          <a:bodyPr wrap="square" lIns="0" tIns="0" rIns="0" bIns="0" anchor="ctr" anchorCtr="0">
            <a:spAutoFit/>
          </a:bodyPr>
          <a:lstStyle/>
          <a:p>
            <a:pPr marL="9144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Project Beta B</a:t>
            </a:r>
          </a:p>
        </p:txBody>
      </p:sp>
      <p:sp>
        <p:nvSpPr>
          <p:cNvPr id="40" name="Rectangle 39">
            <a:extLst>
              <a:ext uri="{FF2B5EF4-FFF2-40B4-BE49-F238E27FC236}">
                <a16:creationId xmlns:a16="http://schemas.microsoft.com/office/drawing/2014/main" id="{3166586E-6416-4453-58E7-175B7CED5677}"/>
              </a:ext>
            </a:extLst>
          </p:cNvPr>
          <p:cNvSpPr>
            <a:spLocks noChangeArrowheads="1"/>
          </p:cNvSpPr>
          <p:nvPr/>
        </p:nvSpPr>
        <p:spPr bwMode="auto">
          <a:xfrm>
            <a:off x="4138338" y="4039914"/>
            <a:ext cx="3834199" cy="182880"/>
          </a:xfrm>
          <a:prstGeom prst="rect">
            <a:avLst/>
          </a:prstGeom>
          <a:solidFill>
            <a:schemeClr val="accent4">
              <a:lumMod val="20000"/>
              <a:lumOff val="80000"/>
            </a:schemeClr>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Graphik"/>
              <a:ea typeface="+mn-ea"/>
              <a:cs typeface="Arial" charset="0"/>
            </a:endParaRPr>
          </a:p>
        </p:txBody>
      </p:sp>
      <p:sp>
        <p:nvSpPr>
          <p:cNvPr id="41" name="Rectangle 40">
            <a:extLst>
              <a:ext uri="{FF2B5EF4-FFF2-40B4-BE49-F238E27FC236}">
                <a16:creationId xmlns:a16="http://schemas.microsoft.com/office/drawing/2014/main" id="{503265DF-8386-9F25-DB9C-7C6A44FECAE7}"/>
              </a:ext>
            </a:extLst>
          </p:cNvPr>
          <p:cNvSpPr>
            <a:spLocks noChangeArrowheads="1"/>
          </p:cNvSpPr>
          <p:nvPr/>
        </p:nvSpPr>
        <p:spPr bwMode="auto">
          <a:xfrm>
            <a:off x="5666895" y="4316817"/>
            <a:ext cx="6144105" cy="182880"/>
          </a:xfrm>
          <a:prstGeom prst="rect">
            <a:avLst/>
          </a:prstGeom>
          <a:solidFill>
            <a:schemeClr val="accent4">
              <a:lumMod val="20000"/>
              <a:lumOff val="80000"/>
            </a:schemeClr>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Graphik"/>
              <a:ea typeface="+mn-ea"/>
              <a:cs typeface="Arial" charset="0"/>
            </a:endParaRPr>
          </a:p>
        </p:txBody>
      </p:sp>
      <p:sp>
        <p:nvSpPr>
          <p:cNvPr id="42" name="Rectangle 41">
            <a:extLst>
              <a:ext uri="{FF2B5EF4-FFF2-40B4-BE49-F238E27FC236}">
                <a16:creationId xmlns:a16="http://schemas.microsoft.com/office/drawing/2014/main" id="{2C58FA97-6EF7-3744-70EA-6A0EFC90A3D1}"/>
              </a:ext>
            </a:extLst>
          </p:cNvPr>
          <p:cNvSpPr>
            <a:spLocks noChangeArrowheads="1"/>
          </p:cNvSpPr>
          <p:nvPr/>
        </p:nvSpPr>
        <p:spPr bwMode="auto">
          <a:xfrm>
            <a:off x="381000" y="5214451"/>
            <a:ext cx="2032406" cy="215444"/>
          </a:xfrm>
          <a:prstGeom prst="rect">
            <a:avLst/>
          </a:prstGeom>
          <a:noFill/>
          <a:ln w="6350">
            <a:noFill/>
            <a:miter lim="800000"/>
            <a:headEnd/>
            <a:tailEnd/>
          </a:ln>
          <a:effectLst/>
        </p:spPr>
        <p:txBody>
          <a:bodyPr wrap="square" lIns="0" tIns="0" rIns="0" bIns="0" anchor="ctr" anchorCtr="0">
            <a:spAutoFit/>
          </a:bodyPr>
          <a:lstStyle/>
          <a:p>
            <a:pPr marL="9144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Project Omega A</a:t>
            </a:r>
          </a:p>
        </p:txBody>
      </p:sp>
      <p:sp>
        <p:nvSpPr>
          <p:cNvPr id="43" name="Rectangle 42">
            <a:extLst>
              <a:ext uri="{FF2B5EF4-FFF2-40B4-BE49-F238E27FC236}">
                <a16:creationId xmlns:a16="http://schemas.microsoft.com/office/drawing/2014/main" id="{0C93CD0D-41D6-A241-F652-0723CBC2BCEA}"/>
              </a:ext>
            </a:extLst>
          </p:cNvPr>
          <p:cNvSpPr>
            <a:spLocks noChangeArrowheads="1"/>
          </p:cNvSpPr>
          <p:nvPr/>
        </p:nvSpPr>
        <p:spPr bwMode="auto">
          <a:xfrm>
            <a:off x="381000" y="5491354"/>
            <a:ext cx="2032406" cy="215444"/>
          </a:xfrm>
          <a:prstGeom prst="rect">
            <a:avLst/>
          </a:prstGeom>
          <a:noFill/>
          <a:ln w="6350">
            <a:noFill/>
            <a:miter lim="800000"/>
            <a:headEnd/>
            <a:tailEnd/>
          </a:ln>
          <a:effectLst/>
        </p:spPr>
        <p:txBody>
          <a:bodyPr wrap="square" lIns="0" tIns="0" rIns="0" bIns="0" anchor="ctr" anchorCtr="0">
            <a:spAutoFit/>
          </a:bodyPr>
          <a:lstStyle/>
          <a:p>
            <a:pPr marL="9144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Project Omega B</a:t>
            </a:r>
          </a:p>
        </p:txBody>
      </p:sp>
      <p:sp>
        <p:nvSpPr>
          <p:cNvPr id="44" name="Rectangle 43">
            <a:extLst>
              <a:ext uri="{FF2B5EF4-FFF2-40B4-BE49-F238E27FC236}">
                <a16:creationId xmlns:a16="http://schemas.microsoft.com/office/drawing/2014/main" id="{215788A3-3BA7-52A3-3058-49D80004F160}"/>
              </a:ext>
            </a:extLst>
          </p:cNvPr>
          <p:cNvSpPr>
            <a:spLocks noChangeArrowheads="1"/>
          </p:cNvSpPr>
          <p:nvPr/>
        </p:nvSpPr>
        <p:spPr bwMode="auto">
          <a:xfrm>
            <a:off x="4138338" y="5230733"/>
            <a:ext cx="3834199" cy="182880"/>
          </a:xfrm>
          <a:prstGeom prst="rect">
            <a:avLst/>
          </a:prstGeom>
          <a:solidFill>
            <a:schemeClr val="accent4">
              <a:lumMod val="20000"/>
              <a:lumOff val="80000"/>
            </a:schemeClr>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Graphik"/>
              <a:ea typeface="+mn-ea"/>
              <a:cs typeface="Arial" charset="0"/>
            </a:endParaRPr>
          </a:p>
        </p:txBody>
      </p:sp>
      <p:sp>
        <p:nvSpPr>
          <p:cNvPr id="45" name="Rectangle 44">
            <a:extLst>
              <a:ext uri="{FF2B5EF4-FFF2-40B4-BE49-F238E27FC236}">
                <a16:creationId xmlns:a16="http://schemas.microsoft.com/office/drawing/2014/main" id="{2F122852-1A02-A068-F93C-5B9239A12D94}"/>
              </a:ext>
            </a:extLst>
          </p:cNvPr>
          <p:cNvSpPr>
            <a:spLocks noChangeArrowheads="1"/>
          </p:cNvSpPr>
          <p:nvPr/>
        </p:nvSpPr>
        <p:spPr bwMode="auto">
          <a:xfrm>
            <a:off x="5666895" y="5507636"/>
            <a:ext cx="6144105" cy="182880"/>
          </a:xfrm>
          <a:prstGeom prst="rect">
            <a:avLst/>
          </a:prstGeom>
          <a:solidFill>
            <a:schemeClr val="accent4">
              <a:lumMod val="20000"/>
              <a:lumOff val="80000"/>
            </a:schemeClr>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Graphik"/>
              <a:ea typeface="+mn-ea"/>
              <a:cs typeface="Arial" charset="0"/>
            </a:endParaRPr>
          </a:p>
        </p:txBody>
      </p:sp>
      <p:sp>
        <p:nvSpPr>
          <p:cNvPr id="46" name="Rectangle 45">
            <a:extLst>
              <a:ext uri="{FF2B5EF4-FFF2-40B4-BE49-F238E27FC236}">
                <a16:creationId xmlns:a16="http://schemas.microsoft.com/office/drawing/2014/main" id="{7AC2E522-C54C-295F-6FA4-3333E3D95CBA}"/>
              </a:ext>
            </a:extLst>
          </p:cNvPr>
          <p:cNvSpPr>
            <a:spLocks noChangeArrowheads="1"/>
          </p:cNvSpPr>
          <p:nvPr/>
        </p:nvSpPr>
        <p:spPr bwMode="auto">
          <a:xfrm>
            <a:off x="381000" y="3120845"/>
            <a:ext cx="2032406" cy="215444"/>
          </a:xfrm>
          <a:prstGeom prst="rect">
            <a:avLst/>
          </a:prstGeom>
          <a:noFill/>
          <a:ln w="6350">
            <a:noFill/>
            <a:miter lim="800000"/>
            <a:headEnd/>
            <a:tailEnd/>
          </a:ln>
          <a:effectLst/>
        </p:spPr>
        <p:txBody>
          <a:bodyPr wrap="square" lIns="0" tIns="0" rIns="0" bIns="0" anchor="ctr" anchorCtr="0">
            <a:spAutoFit/>
          </a:bodyPr>
          <a:lstStyle/>
          <a:p>
            <a:pPr marL="9144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raphik"/>
                <a:ea typeface="+mn-ea"/>
                <a:cs typeface="Arial" charset="0"/>
              </a:rPr>
              <a:t>Project Alpha C</a:t>
            </a:r>
          </a:p>
        </p:txBody>
      </p:sp>
      <p:sp>
        <p:nvSpPr>
          <p:cNvPr id="47" name="Rectangle 46">
            <a:extLst>
              <a:ext uri="{FF2B5EF4-FFF2-40B4-BE49-F238E27FC236}">
                <a16:creationId xmlns:a16="http://schemas.microsoft.com/office/drawing/2014/main" id="{63877050-5775-42E7-A27E-5C9CE9DE9319}"/>
              </a:ext>
            </a:extLst>
          </p:cNvPr>
          <p:cNvSpPr>
            <a:spLocks noChangeArrowheads="1"/>
          </p:cNvSpPr>
          <p:nvPr/>
        </p:nvSpPr>
        <p:spPr bwMode="auto">
          <a:xfrm>
            <a:off x="6437576" y="3137127"/>
            <a:ext cx="5373422" cy="182880"/>
          </a:xfrm>
          <a:prstGeom prst="rect">
            <a:avLst/>
          </a:prstGeom>
          <a:solidFill>
            <a:schemeClr val="accent4">
              <a:lumMod val="20000"/>
              <a:lumOff val="80000"/>
            </a:schemeClr>
          </a:solidFill>
          <a:ln w="6350">
            <a:noFill/>
            <a:miter lim="800000"/>
            <a:headEnd/>
            <a:tailEnd/>
          </a:ln>
          <a:effectLst/>
        </p:spPr>
        <p:txBody>
          <a:bodyPr lIns="45720" rIns="45720"/>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Graphik"/>
              <a:ea typeface="+mn-ea"/>
              <a:cs typeface="Arial" charset="0"/>
            </a:endParaRPr>
          </a:p>
        </p:txBody>
      </p:sp>
      <p:sp>
        <p:nvSpPr>
          <p:cNvPr id="2" name="Foliennummernplatzhalter 1">
            <a:extLst>
              <a:ext uri="{FF2B5EF4-FFF2-40B4-BE49-F238E27FC236}">
                <a16:creationId xmlns:a16="http://schemas.microsoft.com/office/drawing/2014/main" id="{F5043872-D269-213F-0D10-D8D8E74888BA}"/>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51" name="Title 5">
            <a:extLst>
              <a:ext uri="{FF2B5EF4-FFF2-40B4-BE49-F238E27FC236}">
                <a16:creationId xmlns:a16="http://schemas.microsoft.com/office/drawing/2014/main" id="{7EF3357A-471A-3211-3855-579E92819E20}"/>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Our Workplan</a:t>
            </a:r>
          </a:p>
        </p:txBody>
      </p:sp>
      <p:sp>
        <p:nvSpPr>
          <p:cNvPr id="52" name="Text Placeholder 8">
            <a:extLst>
              <a:ext uri="{FF2B5EF4-FFF2-40B4-BE49-F238E27FC236}">
                <a16:creationId xmlns:a16="http://schemas.microsoft.com/office/drawing/2014/main" id="{DB8EE658-89D9-E33F-FE2D-1CDB38640DD8}"/>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Tree>
    <p:extLst>
      <p:ext uri="{BB962C8B-B14F-4D97-AF65-F5344CB8AC3E}">
        <p14:creationId xmlns:p14="http://schemas.microsoft.com/office/powerpoint/2010/main" val="3465511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8462C-29AE-E582-884B-5031EBDD59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1AA771-926C-3126-4AA2-AC123CE02489}"/>
              </a:ext>
            </a:extLst>
          </p:cNvPr>
          <p:cNvSpPr>
            <a:spLocks noGrp="1"/>
          </p:cNvSpPr>
          <p:nvPr>
            <p:ph type="title"/>
          </p:nvPr>
        </p:nvSpPr>
        <p:spPr>
          <a:xfrm>
            <a:off x="381000" y="980728"/>
            <a:ext cx="11430000" cy="689420"/>
          </a:xfrm>
        </p:spPr>
        <p:txBody>
          <a:bodyPr/>
          <a:lstStyle/>
          <a:p>
            <a:r>
              <a:rPr lang="en-AU" sz="3200" dirty="0"/>
              <a:t>4. Credentials</a:t>
            </a:r>
            <a:br>
              <a:rPr lang="en-AU" sz="3200" dirty="0"/>
            </a:br>
            <a:endParaRPr lang="en-AU" sz="3200" dirty="0"/>
          </a:p>
        </p:txBody>
      </p:sp>
    </p:spTree>
    <p:extLst>
      <p:ext uri="{BB962C8B-B14F-4D97-AF65-F5344CB8AC3E}">
        <p14:creationId xmlns:p14="http://schemas.microsoft.com/office/powerpoint/2010/main" val="42518679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E4EDD-A547-2F2A-ECF3-DA206227B614}"/>
            </a:ext>
          </a:extLst>
        </p:cNvPr>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4C2E50A7-921E-FBDD-25DB-5957D7B4836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1" imgW="473" imgH="473" progId="TCLayout.ActiveDocument.1">
                  <p:embed/>
                </p:oleObj>
              </mc:Choice>
              <mc:Fallback>
                <p:oleObj name="think-cell Slide" r:id="rId21" imgW="473" imgH="473" progId="TCLayout.ActiveDocument.1">
                  <p:embed/>
                  <p:pic>
                    <p:nvPicPr>
                      <p:cNvPr id="6" name="Objekt 5" hidden="1">
                        <a:extLst>
                          <a:ext uri="{FF2B5EF4-FFF2-40B4-BE49-F238E27FC236}">
                            <a16:creationId xmlns:a16="http://schemas.microsoft.com/office/drawing/2014/main" id="{4C2E50A7-921E-FBDD-25DB-5957D7B4836B}"/>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5" name="Rechteck 4" hidden="1">
            <a:extLst>
              <a:ext uri="{FF2B5EF4-FFF2-40B4-BE49-F238E27FC236}">
                <a16:creationId xmlns:a16="http://schemas.microsoft.com/office/drawing/2014/main" id="{7C4632D3-2E5B-4F53-EA37-E56D6807341B}"/>
              </a:ext>
            </a:extLst>
          </p:cNvPr>
          <p:cNvSpPr/>
          <p:nvPr>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70000"/>
              </a:lnSpc>
              <a:spcBef>
                <a:spcPct val="0"/>
              </a:spcBef>
              <a:spcAft>
                <a:spcPct val="0"/>
              </a:spcAft>
              <a:buClrTx/>
              <a:buSzTx/>
              <a:buFontTx/>
              <a:buNone/>
              <a:tabLst/>
              <a:defRPr/>
            </a:pPr>
            <a:endParaRPr kumimoji="0" lang="en-US" sz="4000" b="1" i="0" u="none" strike="noStrike" kern="1200" cap="none" spc="0" normalizeH="0" baseline="0" noProof="0">
              <a:ln>
                <a:noFill/>
              </a:ln>
              <a:solidFill>
                <a:srgbClr val="FFFFFF"/>
              </a:solidFill>
              <a:effectLst/>
              <a:uLnTx/>
              <a:uFillTx/>
              <a:latin typeface="Graphik" panose="020B0503030202060203" pitchFamily="34" charset="0"/>
              <a:ea typeface="+mn-ea"/>
              <a:cs typeface="+mn-cs"/>
              <a:sym typeface="Graphik" panose="020B0503030202060203" pitchFamily="34" charset="0"/>
            </a:endParaRPr>
          </a:p>
        </p:txBody>
      </p:sp>
      <p:sp>
        <p:nvSpPr>
          <p:cNvPr id="187" name="Rectangle 119">
            <a:extLst>
              <a:ext uri="{FF2B5EF4-FFF2-40B4-BE49-F238E27FC236}">
                <a16:creationId xmlns:a16="http://schemas.microsoft.com/office/drawing/2014/main" id="{79627752-94A1-753F-F9E7-7E68B8062FEA}"/>
              </a:ext>
            </a:extLst>
          </p:cNvPr>
          <p:cNvSpPr/>
          <p:nvPr>
            <p:custDataLst>
              <p:tags r:id="rId3"/>
            </p:custDataLst>
          </p:nvPr>
        </p:nvSpPr>
        <p:spPr bwMode="gray">
          <a:xfrm>
            <a:off x="2214438" y="3958816"/>
            <a:ext cx="1766562" cy="972948"/>
          </a:xfrm>
          <a:prstGeom prst="rect">
            <a:avLst/>
          </a:prstGeom>
          <a:solidFill>
            <a:schemeClr val="accent2"/>
          </a:solidFill>
          <a:ln>
            <a:solidFill>
              <a:schemeClr val="accent2"/>
            </a:solidFill>
          </a:ln>
        </p:spPr>
        <p:txBody>
          <a:bodyPr wrap="square" lIns="71972" tIns="71972" rIns="71972" bIns="71972" anchor="b"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endParaRPr kumimoji="0" lang="en-US" sz="1200" b="0" i="0" u="none" strike="noStrike" kern="0" cap="none" spc="0" normalizeH="0" baseline="0" noProof="0">
              <a:ln>
                <a:noFill/>
              </a:ln>
              <a:solidFill>
                <a:srgbClr val="595959"/>
              </a:solidFill>
              <a:effectLst/>
              <a:uLnTx/>
              <a:uFillTx/>
              <a:latin typeface="Graphik"/>
              <a:ea typeface="+mn-ea"/>
              <a:cs typeface="Arial"/>
            </a:endParaRPr>
          </a:p>
        </p:txBody>
      </p:sp>
      <p:sp>
        <p:nvSpPr>
          <p:cNvPr id="189" name="Rectangle 121">
            <a:extLst>
              <a:ext uri="{FF2B5EF4-FFF2-40B4-BE49-F238E27FC236}">
                <a16:creationId xmlns:a16="http://schemas.microsoft.com/office/drawing/2014/main" id="{1E8036EC-926C-DB0B-D263-2CD59D7776C8}"/>
              </a:ext>
            </a:extLst>
          </p:cNvPr>
          <p:cNvSpPr/>
          <p:nvPr>
            <p:custDataLst>
              <p:tags r:id="rId4"/>
            </p:custDataLst>
          </p:nvPr>
        </p:nvSpPr>
        <p:spPr bwMode="gray">
          <a:xfrm>
            <a:off x="381000" y="3958816"/>
            <a:ext cx="883281" cy="972948"/>
          </a:xfrm>
          <a:prstGeom prst="rect">
            <a:avLst/>
          </a:prstGeom>
          <a:noFill/>
          <a:ln>
            <a:solidFill>
              <a:schemeClr val="accent6"/>
            </a:solidFill>
          </a:ln>
        </p:spPr>
        <p:txBody>
          <a:bodyPr wrap="square" lIns="36000" tIns="71972" rIns="36000" bIns="71972" anchor="b"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r>
              <a:rPr kumimoji="0" lang="en-US" sz="1200" b="0" i="0" u="none" strike="noStrike" kern="0" cap="none" spc="0" normalizeH="0" baseline="0" noProof="0">
                <a:ln>
                  <a:noFill/>
                </a:ln>
                <a:solidFill>
                  <a:prstClr val="black"/>
                </a:solidFill>
                <a:effectLst/>
                <a:uLnTx/>
                <a:uFillTx/>
                <a:latin typeface="Graphik"/>
                <a:ea typeface="+mn-ea"/>
                <a:cs typeface="Arial"/>
              </a:rPr>
              <a:t>of the Fortune </a:t>
            </a:r>
            <a:br>
              <a:rPr kumimoji="0" lang="en-US" sz="1200" b="0" i="0" u="none" strike="noStrike" kern="0" cap="none" spc="0" normalizeH="0" baseline="0" noProof="0">
                <a:ln>
                  <a:noFill/>
                </a:ln>
                <a:solidFill>
                  <a:prstClr val="black"/>
                </a:solidFill>
                <a:effectLst/>
                <a:uLnTx/>
                <a:uFillTx/>
                <a:latin typeface="Graphik"/>
                <a:ea typeface="+mn-ea"/>
                <a:cs typeface="Arial"/>
              </a:rPr>
            </a:br>
            <a:r>
              <a:rPr kumimoji="0" lang="en-US" sz="1200" b="0" i="0" u="none" strike="noStrike" kern="0" cap="none" spc="0" normalizeH="0" baseline="0" noProof="0">
                <a:ln>
                  <a:noFill/>
                </a:ln>
                <a:solidFill>
                  <a:prstClr val="black"/>
                </a:solidFill>
                <a:effectLst/>
                <a:uLnTx/>
                <a:uFillTx/>
                <a:latin typeface="Graphik"/>
                <a:ea typeface="+mn-ea"/>
                <a:cs typeface="Arial"/>
              </a:rPr>
              <a:t>Global 100</a:t>
            </a:r>
          </a:p>
        </p:txBody>
      </p:sp>
      <p:sp>
        <p:nvSpPr>
          <p:cNvPr id="191" name="Rectangle 119">
            <a:extLst>
              <a:ext uri="{FF2B5EF4-FFF2-40B4-BE49-F238E27FC236}">
                <a16:creationId xmlns:a16="http://schemas.microsoft.com/office/drawing/2014/main" id="{380721BD-9568-F57C-868C-F8DA69A7E827}"/>
              </a:ext>
            </a:extLst>
          </p:cNvPr>
          <p:cNvSpPr/>
          <p:nvPr>
            <p:custDataLst>
              <p:tags r:id="rId5"/>
            </p:custDataLst>
          </p:nvPr>
        </p:nvSpPr>
        <p:spPr bwMode="gray">
          <a:xfrm>
            <a:off x="1297719" y="3958816"/>
            <a:ext cx="883281" cy="972948"/>
          </a:xfrm>
          <a:prstGeom prst="rect">
            <a:avLst/>
          </a:prstGeom>
          <a:noFill/>
          <a:ln>
            <a:solidFill>
              <a:schemeClr val="accent6"/>
            </a:solidFill>
          </a:ln>
        </p:spPr>
        <p:txBody>
          <a:bodyPr wrap="square" lIns="36000" tIns="71972" rIns="36000" bIns="71972" anchor="b"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r>
              <a:rPr kumimoji="0" lang="en-US" sz="1200" b="0" i="0" u="none" strike="noStrike" kern="0" cap="none" spc="0" normalizeH="0" baseline="0" noProof="0">
                <a:ln>
                  <a:noFill/>
                </a:ln>
                <a:solidFill>
                  <a:prstClr val="black"/>
                </a:solidFill>
                <a:effectLst/>
                <a:uLnTx/>
                <a:uFillTx/>
                <a:latin typeface="Graphik"/>
                <a:ea typeface="+mn-ea"/>
                <a:cs typeface="Arial"/>
              </a:rPr>
              <a:t>of the </a:t>
            </a:r>
            <a:br>
              <a:rPr kumimoji="0" lang="en-US" sz="1200" b="0" i="0" u="none" strike="noStrike" kern="0" cap="none" spc="0" normalizeH="0" baseline="0" noProof="0">
                <a:ln>
                  <a:noFill/>
                </a:ln>
                <a:solidFill>
                  <a:prstClr val="black"/>
                </a:solidFill>
                <a:effectLst/>
                <a:uLnTx/>
                <a:uFillTx/>
                <a:latin typeface="Graphik"/>
                <a:ea typeface="+mn-ea"/>
                <a:cs typeface="Arial"/>
              </a:rPr>
            </a:br>
            <a:r>
              <a:rPr kumimoji="0" lang="en-US" sz="1200" b="0" i="0" u="none" strike="noStrike" kern="0" cap="none" spc="0" normalizeH="0" baseline="0" noProof="0">
                <a:ln>
                  <a:noFill/>
                </a:ln>
                <a:solidFill>
                  <a:prstClr val="black"/>
                </a:solidFill>
                <a:effectLst/>
                <a:uLnTx/>
                <a:uFillTx/>
                <a:latin typeface="Graphik"/>
                <a:ea typeface="+mn-ea"/>
                <a:cs typeface="Arial"/>
              </a:rPr>
              <a:t>DAX 30</a:t>
            </a:r>
          </a:p>
        </p:txBody>
      </p:sp>
      <p:sp>
        <p:nvSpPr>
          <p:cNvPr id="147" name="Textplatzhalter 3">
            <a:extLst>
              <a:ext uri="{FF2B5EF4-FFF2-40B4-BE49-F238E27FC236}">
                <a16:creationId xmlns:a16="http://schemas.microsoft.com/office/drawing/2014/main" id="{D41E50ED-1E8E-6AF1-4CFE-A36606A05F8A}"/>
              </a:ext>
            </a:extLst>
          </p:cNvPr>
          <p:cNvSpPr txBox="1">
            <a:spLocks/>
          </p:cNvSpPr>
          <p:nvPr>
            <p:custDataLst>
              <p:tags r:id="rId6"/>
            </p:custDataLst>
          </p:nvPr>
        </p:nvSpPr>
        <p:spPr bwMode="gray">
          <a:xfrm>
            <a:off x="381000" y="1817264"/>
            <a:ext cx="3600000" cy="269680"/>
          </a:xfrm>
          <a:prstGeom prst="rect">
            <a:avLst/>
          </a:prstGeom>
          <a:noFill/>
          <a:ln>
            <a:noFill/>
          </a:ln>
          <a:extLst>
            <a:ext uri="{909E8E84-426E-40DD-AFC4-6F175D3DCCD1}">
              <a14:hiddenFill xmlns:a14="http://schemas.microsoft.com/office/drawing/2010/main">
                <a:solidFill>
                  <a:sysClr val="window" lastClr="FFFFFF"/>
                </a:solidFill>
              </a14:hiddenFill>
            </a:ext>
            <a:ext uri="{91240B29-F687-4F45-9708-019B960494DF}">
              <a14:hiddenLine xmlns:a14="http://schemas.microsoft.com/office/drawing/2010/main">
                <a:solidFill>
                  <a:sysClr val="window" lastClr="FFFFFF"/>
                </a:solidFill>
              </a14:hiddenLine>
            </a:ext>
          </a:extLst>
        </p:spPr>
        <p:txBody>
          <a:bodyPr wrap="square" lIns="0" tIns="0" rIns="0" bIns="72000" anchor="t" anchorCtr="0">
            <a:sp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2400" b="0" kern="1200" cap="all" baseline="0">
                <a:solidFill>
                  <a:srgbClr val="000088"/>
                </a:solidFill>
                <a:latin typeface="+mj-lt"/>
                <a:ea typeface="+mn-ea"/>
                <a:cs typeface="+mn-cs"/>
              </a:defRPr>
            </a:lvl1pPr>
            <a:lvl2pPr marL="182563" indent="-182563"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358775" indent="-176213" algn="l" defTabSz="914377" rtl="0" eaLnBrk="1" latinLnBrk="0" hangingPunct="1">
              <a:lnSpc>
                <a:spcPct val="100000"/>
              </a:lnSpc>
              <a:spcBef>
                <a:spcPts val="0"/>
              </a:spcBef>
              <a:spcAft>
                <a:spcPts val="600"/>
              </a:spcAft>
              <a:buFont typeface="Symbol" panose="05050102010706020507" pitchFamily="18" charset="2"/>
              <a:buChar char="-"/>
              <a:defRPr sz="1600" kern="1200">
                <a:solidFill>
                  <a:schemeClr val="tx1"/>
                </a:solidFill>
                <a:latin typeface="+mn-lt"/>
                <a:ea typeface="+mn-ea"/>
                <a:cs typeface="+mn-cs"/>
              </a:defRPr>
            </a:lvl3pPr>
            <a:lvl4pPr marL="538163" indent="-168275"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720725" indent="-176213" algn="l" defTabSz="914377" rtl="0" eaLnBrk="1" latinLnBrk="0" hangingPunct="1">
              <a:lnSpc>
                <a:spcPct val="100000"/>
              </a:lnSpc>
              <a:spcBef>
                <a:spcPts val="0"/>
              </a:spcBef>
              <a:spcAft>
                <a:spcPts val="600"/>
              </a:spcAft>
              <a:buFont typeface="Graphik" panose="020B0503030202060203" pitchFamily="34" charset="0"/>
              <a:buChar char="–"/>
              <a:defRPr sz="16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0" marR="0" lvl="0" indent="0" algn="l" defTabSz="914377" rtl="0" eaLnBrk="1" fontAlgn="auto" latinLnBrk="0" hangingPunct="1">
              <a:lnSpc>
                <a:spcPct val="80000"/>
              </a:lnSpc>
              <a:spcBef>
                <a:spcPts val="600"/>
              </a:spcBef>
              <a:spcAft>
                <a:spcPts val="0"/>
              </a:spcAft>
              <a:buClrTx/>
              <a:buSzTx/>
              <a:buFont typeface="Arial" panose="020B0604020202020204" pitchFamily="34" charset="0"/>
              <a:buNone/>
              <a:tabLst/>
              <a:defRPr/>
            </a:pPr>
            <a:r>
              <a:rPr kumimoji="0" lang="en-US" sz="1600" b="0" i="0" u="none" strike="noStrike" kern="1200" cap="all" spc="0" normalizeH="0" baseline="0" noProof="0">
                <a:ln>
                  <a:noFill/>
                </a:ln>
                <a:solidFill>
                  <a:srgbClr val="7500C0"/>
                </a:solidFill>
                <a:effectLst/>
                <a:uLnTx/>
                <a:uFillTx/>
                <a:latin typeface="Graphik Black" panose="020B0A03030202060203" pitchFamily="34" charset="0"/>
                <a:ea typeface="+mn-ea"/>
                <a:cs typeface="+mn-cs"/>
              </a:rPr>
              <a:t>Facts &amp; Figures – Company</a:t>
            </a:r>
          </a:p>
        </p:txBody>
      </p:sp>
      <p:sp>
        <p:nvSpPr>
          <p:cNvPr id="148" name="Textplatzhalter 3">
            <a:extLst>
              <a:ext uri="{FF2B5EF4-FFF2-40B4-BE49-F238E27FC236}">
                <a16:creationId xmlns:a16="http://schemas.microsoft.com/office/drawing/2014/main" id="{E549B102-68BA-3D4E-B3AA-0E93BC395B69}"/>
              </a:ext>
            </a:extLst>
          </p:cNvPr>
          <p:cNvSpPr txBox="1">
            <a:spLocks/>
          </p:cNvSpPr>
          <p:nvPr>
            <p:custDataLst>
              <p:tags r:id="rId7"/>
            </p:custDataLst>
          </p:nvPr>
        </p:nvSpPr>
        <p:spPr bwMode="gray">
          <a:xfrm>
            <a:off x="381000" y="3429000"/>
            <a:ext cx="3600000" cy="269680"/>
          </a:xfrm>
          <a:prstGeom prst="rect">
            <a:avLst/>
          </a:prstGeom>
          <a:noFill/>
          <a:extLst>
            <a:ext uri="{909E8E84-426E-40DD-AFC4-6F175D3DCCD1}">
              <a14:hiddenFill xmlns:a14="http://schemas.microsoft.com/office/drawing/2010/main">
                <a:solidFill>
                  <a:sysClr val="window" lastClr="FFFFFF"/>
                </a:solidFill>
              </a14:hiddenFill>
            </a:ext>
          </a:extLst>
        </p:spPr>
        <p:txBody>
          <a:bodyPr wrap="square" lIns="0" tIns="0" rIns="0" bIns="72000" anchor="t" anchorCtr="0">
            <a:sp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2400" b="0" kern="1200" cap="all" baseline="0">
                <a:solidFill>
                  <a:srgbClr val="000088"/>
                </a:solidFill>
                <a:latin typeface="+mj-lt"/>
                <a:ea typeface="+mn-ea"/>
                <a:cs typeface="+mn-cs"/>
              </a:defRPr>
            </a:lvl1pPr>
            <a:lvl2pPr marL="182563" indent="-182563"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358775" indent="-176213" algn="l" defTabSz="914377" rtl="0" eaLnBrk="1" latinLnBrk="0" hangingPunct="1">
              <a:lnSpc>
                <a:spcPct val="100000"/>
              </a:lnSpc>
              <a:spcBef>
                <a:spcPts val="0"/>
              </a:spcBef>
              <a:spcAft>
                <a:spcPts val="600"/>
              </a:spcAft>
              <a:buFont typeface="Symbol" panose="05050102010706020507" pitchFamily="18" charset="2"/>
              <a:buChar char="-"/>
              <a:defRPr sz="1600" kern="1200">
                <a:solidFill>
                  <a:schemeClr val="tx1"/>
                </a:solidFill>
                <a:latin typeface="+mn-lt"/>
                <a:ea typeface="+mn-ea"/>
                <a:cs typeface="+mn-cs"/>
              </a:defRPr>
            </a:lvl3pPr>
            <a:lvl4pPr marL="538163" indent="-168275"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720725" indent="-176213" algn="l" defTabSz="914377" rtl="0" eaLnBrk="1" latinLnBrk="0" hangingPunct="1">
              <a:lnSpc>
                <a:spcPct val="100000"/>
              </a:lnSpc>
              <a:spcBef>
                <a:spcPts val="0"/>
              </a:spcBef>
              <a:spcAft>
                <a:spcPts val="600"/>
              </a:spcAft>
              <a:buFont typeface="Graphik" panose="020B0503030202060203" pitchFamily="34" charset="0"/>
              <a:buChar char="–"/>
              <a:defRPr sz="16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0" marR="0" lvl="0" indent="0" algn="l" defTabSz="914377" rtl="0" eaLnBrk="1" fontAlgn="auto" latinLnBrk="0" hangingPunct="1">
              <a:lnSpc>
                <a:spcPct val="80000"/>
              </a:lnSpc>
              <a:spcBef>
                <a:spcPts val="600"/>
              </a:spcBef>
              <a:spcAft>
                <a:spcPts val="0"/>
              </a:spcAft>
              <a:buClrTx/>
              <a:buSzTx/>
              <a:buFont typeface="Arial" panose="020B0604020202020204" pitchFamily="34" charset="0"/>
              <a:buNone/>
              <a:tabLst/>
              <a:defRPr/>
            </a:pPr>
            <a:r>
              <a:rPr kumimoji="0" lang="en-US" sz="1600" b="0" i="0" u="none" strike="noStrike" kern="1200" cap="all" spc="0" normalizeH="0" baseline="0" noProof="0">
                <a:ln>
                  <a:noFill/>
                </a:ln>
                <a:solidFill>
                  <a:srgbClr val="7500C0"/>
                </a:solidFill>
                <a:effectLst/>
                <a:uLnTx/>
                <a:uFillTx/>
                <a:latin typeface="Graphik Black" panose="020B0A03030202060203" pitchFamily="34" charset="0"/>
                <a:ea typeface="+mn-ea"/>
                <a:cs typeface="+mn-cs"/>
              </a:rPr>
              <a:t>Clients</a:t>
            </a:r>
          </a:p>
        </p:txBody>
      </p:sp>
      <p:sp>
        <p:nvSpPr>
          <p:cNvPr id="149" name="Textplatzhalter 3">
            <a:extLst>
              <a:ext uri="{FF2B5EF4-FFF2-40B4-BE49-F238E27FC236}">
                <a16:creationId xmlns:a16="http://schemas.microsoft.com/office/drawing/2014/main" id="{49A50860-435E-3F47-FEF5-513A1F807649}"/>
              </a:ext>
            </a:extLst>
          </p:cNvPr>
          <p:cNvSpPr txBox="1">
            <a:spLocks/>
          </p:cNvSpPr>
          <p:nvPr>
            <p:custDataLst>
              <p:tags r:id="rId8"/>
            </p:custDataLst>
          </p:nvPr>
        </p:nvSpPr>
        <p:spPr bwMode="gray">
          <a:xfrm>
            <a:off x="381000" y="5273040"/>
            <a:ext cx="3600000" cy="269680"/>
          </a:xfrm>
          <a:prstGeom prst="rect">
            <a:avLst/>
          </a:prstGeom>
          <a:noFill/>
          <a:extLst>
            <a:ext uri="{909E8E84-426E-40DD-AFC4-6F175D3DCCD1}">
              <a14:hiddenFill xmlns:a14="http://schemas.microsoft.com/office/drawing/2010/main">
                <a:solidFill>
                  <a:sysClr val="window" lastClr="FFFFFF"/>
                </a:solidFill>
              </a14:hiddenFill>
            </a:ext>
          </a:extLst>
        </p:spPr>
        <p:txBody>
          <a:bodyPr wrap="square" lIns="0" tIns="0" rIns="0" bIns="72000" anchor="t" anchorCtr="0">
            <a:sp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2400" b="0" kern="1200" cap="all" baseline="0">
                <a:solidFill>
                  <a:srgbClr val="000088"/>
                </a:solidFill>
                <a:latin typeface="+mj-lt"/>
                <a:ea typeface="+mn-ea"/>
                <a:cs typeface="+mn-cs"/>
              </a:defRPr>
            </a:lvl1pPr>
            <a:lvl2pPr marL="182563" indent="-182563"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358775" indent="-176213" algn="l" defTabSz="914377" rtl="0" eaLnBrk="1" latinLnBrk="0" hangingPunct="1">
              <a:lnSpc>
                <a:spcPct val="100000"/>
              </a:lnSpc>
              <a:spcBef>
                <a:spcPts val="0"/>
              </a:spcBef>
              <a:spcAft>
                <a:spcPts val="600"/>
              </a:spcAft>
              <a:buFont typeface="Symbol" panose="05050102010706020507" pitchFamily="18" charset="2"/>
              <a:buChar char="-"/>
              <a:defRPr sz="1600" kern="1200">
                <a:solidFill>
                  <a:schemeClr val="tx1"/>
                </a:solidFill>
                <a:latin typeface="+mn-lt"/>
                <a:ea typeface="+mn-ea"/>
                <a:cs typeface="+mn-cs"/>
              </a:defRPr>
            </a:lvl3pPr>
            <a:lvl4pPr marL="538163" indent="-168275"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720725" indent="-176213" algn="l" defTabSz="914377" rtl="0" eaLnBrk="1" latinLnBrk="0" hangingPunct="1">
              <a:lnSpc>
                <a:spcPct val="100000"/>
              </a:lnSpc>
              <a:spcBef>
                <a:spcPts val="0"/>
              </a:spcBef>
              <a:spcAft>
                <a:spcPts val="600"/>
              </a:spcAft>
              <a:buFont typeface="Graphik" panose="020B0503030202060203" pitchFamily="34" charset="0"/>
              <a:buChar char="–"/>
              <a:defRPr sz="16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0" marR="0" lvl="0" indent="0" algn="l" defTabSz="914377" rtl="0" eaLnBrk="1" fontAlgn="auto" latinLnBrk="0" hangingPunct="1">
              <a:lnSpc>
                <a:spcPct val="80000"/>
              </a:lnSpc>
              <a:spcBef>
                <a:spcPts val="600"/>
              </a:spcBef>
              <a:spcAft>
                <a:spcPts val="0"/>
              </a:spcAft>
              <a:buClrTx/>
              <a:buSzTx/>
              <a:buFont typeface="Arial" panose="020B0604020202020204" pitchFamily="34" charset="0"/>
              <a:buNone/>
              <a:tabLst/>
              <a:defRPr/>
            </a:pPr>
            <a:r>
              <a:rPr kumimoji="0" lang="en-US" sz="1600" b="0" i="0" u="none" strike="noStrike" kern="1200" cap="all" spc="0" normalizeH="0" baseline="0" noProof="0">
                <a:ln>
                  <a:noFill/>
                </a:ln>
                <a:solidFill>
                  <a:srgbClr val="7500C0"/>
                </a:solidFill>
                <a:effectLst/>
                <a:uLnTx/>
                <a:uFillTx/>
                <a:latin typeface="Graphik Black" panose="020B0A03030202060203" pitchFamily="34" charset="0"/>
                <a:ea typeface="+mn-ea"/>
                <a:cs typeface="+mn-cs"/>
              </a:rPr>
              <a:t>Employees</a:t>
            </a:r>
          </a:p>
        </p:txBody>
      </p:sp>
      <p:sp>
        <p:nvSpPr>
          <p:cNvPr id="150" name="Textplatzhalter 3">
            <a:extLst>
              <a:ext uri="{FF2B5EF4-FFF2-40B4-BE49-F238E27FC236}">
                <a16:creationId xmlns:a16="http://schemas.microsoft.com/office/drawing/2014/main" id="{8F804DC5-4041-B581-1813-B91568688341}"/>
              </a:ext>
            </a:extLst>
          </p:cNvPr>
          <p:cNvSpPr txBox="1">
            <a:spLocks/>
          </p:cNvSpPr>
          <p:nvPr>
            <p:custDataLst>
              <p:tags r:id="rId9"/>
            </p:custDataLst>
          </p:nvPr>
        </p:nvSpPr>
        <p:spPr bwMode="gray">
          <a:xfrm>
            <a:off x="4296000" y="1817264"/>
            <a:ext cx="7515000" cy="269680"/>
          </a:xfrm>
          <a:prstGeom prst="rect">
            <a:avLst/>
          </a:prstGeom>
          <a:noFill/>
          <a:ln>
            <a:noFill/>
          </a:ln>
          <a:extLst>
            <a:ext uri="{909E8E84-426E-40DD-AFC4-6F175D3DCCD1}">
              <a14:hiddenFill xmlns:a14="http://schemas.microsoft.com/office/drawing/2010/main">
                <a:solidFill>
                  <a:sysClr val="window" lastClr="FFFFFF"/>
                </a:solidFill>
              </a14:hiddenFill>
            </a:ext>
            <a:ext uri="{91240B29-F687-4F45-9708-019B960494DF}">
              <a14:hiddenLine xmlns:a14="http://schemas.microsoft.com/office/drawing/2010/main">
                <a:solidFill>
                  <a:sysClr val="window" lastClr="FFFFFF"/>
                </a:solidFill>
              </a14:hiddenLine>
            </a:ext>
          </a:extLst>
        </p:spPr>
        <p:txBody>
          <a:bodyPr wrap="square" lIns="0" tIns="0" rIns="0" bIns="72000" anchor="t" anchorCtr="0">
            <a:sp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2400" b="0" kern="1200" cap="all" baseline="0">
                <a:solidFill>
                  <a:srgbClr val="000088"/>
                </a:solidFill>
                <a:latin typeface="+mj-lt"/>
                <a:ea typeface="+mn-ea"/>
                <a:cs typeface="+mn-cs"/>
              </a:defRPr>
            </a:lvl1pPr>
            <a:lvl2pPr marL="182563" indent="-182563"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358775" indent="-176213" algn="l" defTabSz="914377" rtl="0" eaLnBrk="1" latinLnBrk="0" hangingPunct="1">
              <a:lnSpc>
                <a:spcPct val="100000"/>
              </a:lnSpc>
              <a:spcBef>
                <a:spcPts val="0"/>
              </a:spcBef>
              <a:spcAft>
                <a:spcPts val="600"/>
              </a:spcAft>
              <a:buFont typeface="Symbol" panose="05050102010706020507" pitchFamily="18" charset="2"/>
              <a:buChar char="-"/>
              <a:defRPr sz="1600" kern="1200">
                <a:solidFill>
                  <a:schemeClr val="tx1"/>
                </a:solidFill>
                <a:latin typeface="+mn-lt"/>
                <a:ea typeface="+mn-ea"/>
                <a:cs typeface="+mn-cs"/>
              </a:defRPr>
            </a:lvl3pPr>
            <a:lvl4pPr marL="538163" indent="-168275"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720725" indent="-176213" algn="l" defTabSz="914377" rtl="0" eaLnBrk="1" latinLnBrk="0" hangingPunct="1">
              <a:lnSpc>
                <a:spcPct val="100000"/>
              </a:lnSpc>
              <a:spcBef>
                <a:spcPts val="0"/>
              </a:spcBef>
              <a:spcAft>
                <a:spcPts val="600"/>
              </a:spcAft>
              <a:buFont typeface="Graphik" panose="020B0503030202060203" pitchFamily="34" charset="0"/>
              <a:buChar char="–"/>
              <a:defRPr sz="16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marL="0" marR="0" lvl="0" indent="0" algn="l" defTabSz="914377" rtl="0" eaLnBrk="1" fontAlgn="auto" latinLnBrk="0" hangingPunct="1">
              <a:lnSpc>
                <a:spcPct val="80000"/>
              </a:lnSpc>
              <a:spcBef>
                <a:spcPts val="600"/>
              </a:spcBef>
              <a:spcAft>
                <a:spcPts val="0"/>
              </a:spcAft>
              <a:buClrTx/>
              <a:buSzTx/>
              <a:buFont typeface="Arial" panose="020B0604020202020204" pitchFamily="34" charset="0"/>
              <a:buNone/>
              <a:tabLst/>
              <a:defRPr/>
            </a:pPr>
            <a:r>
              <a:rPr kumimoji="0" lang="en-US" sz="1600" b="0" i="0" u="none" strike="noStrike" kern="1200" cap="all" spc="0" normalizeH="0" baseline="0" noProof="0">
                <a:ln>
                  <a:noFill/>
                </a:ln>
                <a:solidFill>
                  <a:srgbClr val="7500C0"/>
                </a:solidFill>
                <a:effectLst/>
                <a:uLnTx/>
                <a:uFillTx/>
                <a:latin typeface="Graphik Black" panose="020B0A03030202060203" pitchFamily="34" charset="0"/>
                <a:ea typeface="+mn-ea"/>
                <a:cs typeface="+mn-cs"/>
              </a:rPr>
              <a:t>Development of Annual Revenue (per fiscal year)</a:t>
            </a:r>
          </a:p>
        </p:txBody>
      </p:sp>
      <p:sp>
        <p:nvSpPr>
          <p:cNvPr id="152" name="Rechteck 45">
            <a:extLst>
              <a:ext uri="{FF2B5EF4-FFF2-40B4-BE49-F238E27FC236}">
                <a16:creationId xmlns:a16="http://schemas.microsoft.com/office/drawing/2014/main" id="{D05B7914-5BBF-EF2D-9AA7-9264C276EC1E}"/>
              </a:ext>
            </a:extLst>
          </p:cNvPr>
          <p:cNvSpPr/>
          <p:nvPr>
            <p:custDataLst>
              <p:tags r:id="rId10"/>
            </p:custDataLst>
          </p:nvPr>
        </p:nvSpPr>
        <p:spPr bwMode="gray">
          <a:xfrm>
            <a:off x="381000" y="2086944"/>
            <a:ext cx="3600000" cy="1179747"/>
          </a:xfrm>
          <a:prstGeom prst="rect">
            <a:avLst/>
          </a:prstGeom>
          <a:noFill/>
          <a:ln w="9525" cap="flat" cmpd="sng" algn="ctr">
            <a:noFill/>
            <a:prstDash val="solid"/>
          </a:ln>
          <a:effectLst/>
        </p:spPr>
        <p:txBody>
          <a:bodyPr wrap="square" lIns="0" tIns="0" rIns="0" bIns="0" rtlCol="0" anchor="t" anchorCtr="0">
            <a:spAutoFit/>
          </a:bodyPr>
          <a:lstStyle/>
          <a:p>
            <a:pPr marL="180000" marR="0" lvl="0" indent="-180000" algn="l" defTabSz="914034" rtl="0" eaLnBrk="1" fontAlgn="auto" latinLnBrk="0" hangingPunct="1">
              <a:lnSpc>
                <a:spcPct val="110000"/>
              </a:lnSpc>
              <a:spcBef>
                <a:spcPts val="0"/>
              </a:spcBef>
              <a:spcAft>
                <a:spcPts val="300"/>
              </a:spcAft>
              <a:buClrTx/>
              <a:buSzPct val="100000"/>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ea typeface="+mn-ea"/>
                <a:cs typeface="+mn-cs"/>
              </a:rPr>
              <a:t>Leading global Strategy, Digital, Technology, and Operations consulting company</a:t>
            </a:r>
          </a:p>
          <a:p>
            <a:pPr marL="180000" marR="0" lvl="0" indent="-180000" algn="l" defTabSz="914034" rtl="0" eaLnBrk="1" fontAlgn="auto" latinLnBrk="0" hangingPunct="1">
              <a:lnSpc>
                <a:spcPct val="110000"/>
              </a:lnSpc>
              <a:spcBef>
                <a:spcPts val="0"/>
              </a:spcBef>
              <a:spcAft>
                <a:spcPts val="300"/>
              </a:spcAft>
              <a:buClrTx/>
              <a:buSzPct val="100000"/>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ea typeface="+mn-ea"/>
                <a:cs typeface="+mn-cs"/>
              </a:rPr>
              <a:t>Focus on 19 industry groups in 5 core industries</a:t>
            </a:r>
          </a:p>
          <a:p>
            <a:pPr marL="180000" marR="0" lvl="0" indent="-180000" algn="l" defTabSz="914034" rtl="0" eaLnBrk="1" fontAlgn="auto" latinLnBrk="0" hangingPunct="1">
              <a:lnSpc>
                <a:spcPct val="110000"/>
              </a:lnSpc>
              <a:spcBef>
                <a:spcPts val="0"/>
              </a:spcBef>
              <a:spcAft>
                <a:spcPts val="300"/>
              </a:spcAft>
              <a:buClrTx/>
              <a:buSzPct val="100000"/>
              <a:buFont typeface="Arial" panose="020B0604020202020204" pitchFamily="34" charset="0"/>
              <a:buChar char="•"/>
              <a:tabLst/>
              <a:defRPr/>
            </a:pPr>
            <a:r>
              <a:rPr kumimoji="0" lang="en-US" sz="1100" b="0" i="0" u="none" strike="noStrike" kern="0" cap="none" spc="0" normalizeH="0" baseline="0" noProof="0">
                <a:ln>
                  <a:noFill/>
                </a:ln>
                <a:solidFill>
                  <a:srgbClr val="000000"/>
                </a:solidFill>
                <a:effectLst/>
                <a:uLnTx/>
                <a:uFillTx/>
                <a:latin typeface="Graphik"/>
                <a:ea typeface="+mn-ea"/>
                <a:cs typeface="+mn-cs"/>
              </a:rPr>
              <a:t>Ranked on Interbrand’s 100 Best Global Brands (2018) with &gt;US$ 14.21 billion brand value – 146% growth in 15 years</a:t>
            </a:r>
          </a:p>
        </p:txBody>
      </p:sp>
      <p:sp>
        <p:nvSpPr>
          <p:cNvPr id="153" name="Rectangle 122">
            <a:extLst>
              <a:ext uri="{FF2B5EF4-FFF2-40B4-BE49-F238E27FC236}">
                <a16:creationId xmlns:a16="http://schemas.microsoft.com/office/drawing/2014/main" id="{1F2364FE-03C8-E7B3-9437-1C43F2422CF6}"/>
              </a:ext>
            </a:extLst>
          </p:cNvPr>
          <p:cNvSpPr/>
          <p:nvPr>
            <p:custDataLst>
              <p:tags r:id="rId11"/>
            </p:custDataLst>
          </p:nvPr>
        </p:nvSpPr>
        <p:spPr bwMode="gray">
          <a:xfrm>
            <a:off x="381000" y="5542720"/>
            <a:ext cx="1767339" cy="324000"/>
          </a:xfrm>
          <a:prstGeom prst="rect">
            <a:avLst/>
          </a:prstGeom>
          <a:solidFill>
            <a:schemeClr val="accent2"/>
          </a:solidFill>
          <a:ln>
            <a:noFill/>
          </a:ln>
        </p:spPr>
        <p:txBody>
          <a:bodyPr wrap="square" lIns="71972" tIns="71972" rIns="71972" bIns="71972" anchor="ctr"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r>
              <a:rPr kumimoji="0" lang="en-US" sz="2000" b="1" i="0" u="none" strike="noStrike" kern="0" cap="none" spc="0" normalizeH="0" baseline="0" noProof="0">
                <a:ln>
                  <a:noFill/>
                </a:ln>
                <a:solidFill>
                  <a:prstClr val="white"/>
                </a:solidFill>
                <a:effectLst/>
                <a:uLnTx/>
                <a:uFillTx/>
                <a:latin typeface="Graphik"/>
                <a:ea typeface="+mn-ea"/>
                <a:cs typeface="Arial"/>
              </a:rPr>
              <a:t>&gt;477,000 </a:t>
            </a:r>
            <a:endParaRPr kumimoji="0" lang="en-US" sz="2000" b="0" i="0" u="none" strike="noStrike" kern="0" cap="none" spc="0" normalizeH="0" baseline="0" noProof="0">
              <a:ln>
                <a:noFill/>
              </a:ln>
              <a:solidFill>
                <a:prstClr val="white"/>
              </a:solidFill>
              <a:effectLst/>
              <a:uLnTx/>
              <a:uFillTx/>
              <a:latin typeface="Graphik"/>
              <a:ea typeface="+mn-ea"/>
              <a:cs typeface="Arial"/>
            </a:endParaRPr>
          </a:p>
        </p:txBody>
      </p:sp>
      <p:sp>
        <p:nvSpPr>
          <p:cNvPr id="154" name="Rectangle 120">
            <a:extLst>
              <a:ext uri="{FF2B5EF4-FFF2-40B4-BE49-F238E27FC236}">
                <a16:creationId xmlns:a16="http://schemas.microsoft.com/office/drawing/2014/main" id="{E464D5C8-BAD8-D509-9A7E-ECD9009AF4B6}"/>
              </a:ext>
            </a:extLst>
          </p:cNvPr>
          <p:cNvSpPr/>
          <p:nvPr>
            <p:custDataLst>
              <p:tags r:id="rId12"/>
            </p:custDataLst>
          </p:nvPr>
        </p:nvSpPr>
        <p:spPr bwMode="gray">
          <a:xfrm>
            <a:off x="2213661" y="5542720"/>
            <a:ext cx="1767339" cy="324000"/>
          </a:xfrm>
          <a:prstGeom prst="rect">
            <a:avLst/>
          </a:prstGeom>
          <a:solidFill>
            <a:schemeClr val="accent2"/>
          </a:solidFill>
          <a:ln>
            <a:noFill/>
          </a:ln>
        </p:spPr>
        <p:txBody>
          <a:bodyPr wrap="square" lIns="71972" tIns="71972" rIns="71972" bIns="71972" anchor="ctr"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r>
              <a:rPr kumimoji="0" lang="en-US" sz="2000" b="1" i="0" u="none" strike="noStrike" kern="0" cap="none" spc="0" normalizeH="0" baseline="0" noProof="0">
                <a:ln>
                  <a:noFill/>
                </a:ln>
                <a:solidFill>
                  <a:prstClr val="white"/>
                </a:solidFill>
                <a:effectLst/>
                <a:uLnTx/>
                <a:uFillTx/>
                <a:latin typeface="Graphik"/>
                <a:ea typeface="+mn-ea"/>
                <a:cs typeface="Arial"/>
              </a:rPr>
              <a:t>&gt;5,500</a:t>
            </a:r>
            <a:endParaRPr kumimoji="0" lang="en-US" sz="2000" b="0" i="0" u="none" strike="noStrike" kern="0" cap="none" spc="0" normalizeH="0" baseline="0" noProof="0">
              <a:ln>
                <a:noFill/>
              </a:ln>
              <a:solidFill>
                <a:prstClr val="white"/>
              </a:solidFill>
              <a:effectLst/>
              <a:uLnTx/>
              <a:uFillTx/>
              <a:latin typeface="Graphik"/>
              <a:ea typeface="+mn-ea"/>
              <a:cs typeface="Arial"/>
            </a:endParaRPr>
          </a:p>
        </p:txBody>
      </p:sp>
      <p:sp>
        <p:nvSpPr>
          <p:cNvPr id="155" name="Rectangle 121">
            <a:extLst>
              <a:ext uri="{FF2B5EF4-FFF2-40B4-BE49-F238E27FC236}">
                <a16:creationId xmlns:a16="http://schemas.microsoft.com/office/drawing/2014/main" id="{357A3594-0271-3565-F9E0-075B52FE2B80}"/>
              </a:ext>
            </a:extLst>
          </p:cNvPr>
          <p:cNvSpPr/>
          <p:nvPr>
            <p:custDataLst>
              <p:tags r:id="rId13"/>
            </p:custDataLst>
          </p:nvPr>
        </p:nvSpPr>
        <p:spPr bwMode="gray">
          <a:xfrm>
            <a:off x="381000" y="5866720"/>
            <a:ext cx="1767339" cy="630600"/>
          </a:xfrm>
          <a:prstGeom prst="rect">
            <a:avLst/>
          </a:prstGeom>
          <a:solidFill>
            <a:schemeClr val="accent4">
              <a:lumMod val="20000"/>
              <a:lumOff val="80000"/>
            </a:schemeClr>
          </a:solidFill>
          <a:ln>
            <a:noFill/>
          </a:ln>
        </p:spPr>
        <p:txBody>
          <a:bodyPr wrap="square" lIns="36000" tIns="0" rIns="36000" bIns="0" anchor="ctr"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r>
              <a:rPr kumimoji="0" lang="en-US" sz="1200" b="0" i="0" u="none" strike="noStrike" kern="0" cap="none" spc="0" normalizeH="0" baseline="0" noProof="0">
                <a:ln>
                  <a:noFill/>
                </a:ln>
                <a:solidFill>
                  <a:prstClr val="black"/>
                </a:solidFill>
                <a:effectLst/>
                <a:uLnTx/>
                <a:uFillTx/>
                <a:latin typeface="Graphik"/>
                <a:ea typeface="+mn-ea"/>
                <a:cs typeface="Arial"/>
              </a:rPr>
              <a:t>employees </a:t>
            </a:r>
            <a:br>
              <a:rPr kumimoji="0" lang="en-US" sz="1200" b="0" i="0" u="none" strike="noStrike" kern="0" cap="none" spc="0" normalizeH="0" baseline="0" noProof="0">
                <a:ln>
                  <a:noFill/>
                </a:ln>
                <a:solidFill>
                  <a:prstClr val="black"/>
                </a:solidFill>
                <a:effectLst/>
                <a:uLnTx/>
                <a:uFillTx/>
                <a:latin typeface="Graphik"/>
                <a:ea typeface="+mn-ea"/>
                <a:cs typeface="Arial"/>
              </a:rPr>
            </a:br>
            <a:r>
              <a:rPr kumimoji="0" lang="en-US" sz="1200" b="0" i="0" u="none" strike="noStrike" kern="0" cap="none" spc="0" normalizeH="0" baseline="0" noProof="0">
                <a:ln>
                  <a:noFill/>
                </a:ln>
                <a:solidFill>
                  <a:prstClr val="black"/>
                </a:solidFill>
                <a:effectLst/>
                <a:uLnTx/>
                <a:uFillTx/>
                <a:latin typeface="Graphik"/>
                <a:ea typeface="+mn-ea"/>
                <a:cs typeface="Arial"/>
              </a:rPr>
              <a:t>globally</a:t>
            </a:r>
          </a:p>
        </p:txBody>
      </p:sp>
      <p:sp>
        <p:nvSpPr>
          <p:cNvPr id="156" name="Rectangle 119">
            <a:extLst>
              <a:ext uri="{FF2B5EF4-FFF2-40B4-BE49-F238E27FC236}">
                <a16:creationId xmlns:a16="http://schemas.microsoft.com/office/drawing/2014/main" id="{73EEA569-589C-97D6-1B8D-0715AD14347D}"/>
              </a:ext>
            </a:extLst>
          </p:cNvPr>
          <p:cNvSpPr/>
          <p:nvPr>
            <p:custDataLst>
              <p:tags r:id="rId14"/>
            </p:custDataLst>
          </p:nvPr>
        </p:nvSpPr>
        <p:spPr bwMode="gray">
          <a:xfrm>
            <a:off x="2213661" y="5866720"/>
            <a:ext cx="1767339" cy="630600"/>
          </a:xfrm>
          <a:prstGeom prst="rect">
            <a:avLst/>
          </a:prstGeom>
          <a:solidFill>
            <a:schemeClr val="accent4">
              <a:lumMod val="20000"/>
              <a:lumOff val="80000"/>
            </a:schemeClr>
          </a:solidFill>
          <a:ln>
            <a:noFill/>
          </a:ln>
        </p:spPr>
        <p:txBody>
          <a:bodyPr wrap="square" lIns="36000" tIns="0" rIns="36000" bIns="0" anchor="ctr"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r>
              <a:rPr kumimoji="0" lang="en-US" sz="1200" b="0" i="0" u="none" strike="noStrike" kern="0" cap="none" spc="0" normalizeH="0" baseline="0" noProof="0">
                <a:ln>
                  <a:noFill/>
                </a:ln>
                <a:solidFill>
                  <a:prstClr val="black"/>
                </a:solidFill>
                <a:effectLst/>
                <a:uLnTx/>
                <a:uFillTx/>
                <a:latin typeface="Graphik"/>
                <a:ea typeface="+mn-ea"/>
                <a:cs typeface="Arial"/>
              </a:rPr>
              <a:t>employees in Germany, Austria, Switzerland</a:t>
            </a:r>
          </a:p>
        </p:txBody>
      </p:sp>
      <p:sp>
        <p:nvSpPr>
          <p:cNvPr id="158" name="TextBox 49">
            <a:extLst>
              <a:ext uri="{FF2B5EF4-FFF2-40B4-BE49-F238E27FC236}">
                <a16:creationId xmlns:a16="http://schemas.microsoft.com/office/drawing/2014/main" id="{51CD1CDA-34E4-F3EB-CD77-DC35E91DC22A}"/>
              </a:ext>
            </a:extLst>
          </p:cNvPr>
          <p:cNvSpPr txBox="1"/>
          <p:nvPr/>
        </p:nvSpPr>
        <p:spPr bwMode="gray">
          <a:xfrm>
            <a:off x="4296000" y="2086944"/>
            <a:ext cx="447237" cy="123111"/>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Graphik"/>
                <a:ea typeface="+mn-ea"/>
                <a:cs typeface="+mn-cs"/>
              </a:rPr>
              <a:t>[bn. USD]</a:t>
            </a:r>
          </a:p>
        </p:txBody>
      </p:sp>
      <p:sp>
        <p:nvSpPr>
          <p:cNvPr id="190" name="Rectangle 122">
            <a:extLst>
              <a:ext uri="{FF2B5EF4-FFF2-40B4-BE49-F238E27FC236}">
                <a16:creationId xmlns:a16="http://schemas.microsoft.com/office/drawing/2014/main" id="{E04CEA4F-6294-C4B6-6E7C-53C677329F30}"/>
              </a:ext>
            </a:extLst>
          </p:cNvPr>
          <p:cNvSpPr/>
          <p:nvPr>
            <p:custDataLst>
              <p:tags r:id="rId15"/>
            </p:custDataLst>
          </p:nvPr>
        </p:nvSpPr>
        <p:spPr bwMode="gray">
          <a:xfrm>
            <a:off x="516640" y="3700584"/>
            <a:ext cx="612000" cy="612000"/>
          </a:xfrm>
          <a:prstGeom prst="ellipse">
            <a:avLst/>
          </a:prstGeom>
          <a:solidFill>
            <a:schemeClr val="accent1"/>
          </a:solidFill>
          <a:ln w="28575">
            <a:solidFill>
              <a:sysClr val="window" lastClr="FFFFFF"/>
            </a:solidFill>
          </a:ln>
        </p:spPr>
        <p:txBody>
          <a:bodyPr wrap="square" lIns="0" tIns="0" rIns="0" bIns="0" anchor="ctr"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r>
              <a:rPr kumimoji="0" lang="en-US" sz="2000" b="1" i="0" u="none" strike="noStrike" kern="0" cap="none" spc="0" normalizeH="0" baseline="0" noProof="0">
                <a:ln>
                  <a:noFill/>
                </a:ln>
                <a:solidFill>
                  <a:prstClr val="white"/>
                </a:solidFill>
                <a:effectLst/>
                <a:uLnTx/>
                <a:uFillTx/>
                <a:latin typeface="Graphik"/>
                <a:ea typeface="+mn-ea"/>
                <a:cs typeface="Arial"/>
              </a:rPr>
              <a:t>95</a:t>
            </a:r>
            <a:endParaRPr kumimoji="0" lang="en-US" sz="2000" b="0" i="0" u="none" strike="noStrike" kern="0" cap="none" spc="0" normalizeH="0" baseline="0" noProof="0">
              <a:ln>
                <a:noFill/>
              </a:ln>
              <a:solidFill>
                <a:prstClr val="white"/>
              </a:solidFill>
              <a:effectLst/>
              <a:uLnTx/>
              <a:uFillTx/>
              <a:latin typeface="Graphik"/>
              <a:ea typeface="+mn-ea"/>
              <a:cs typeface="Arial"/>
            </a:endParaRPr>
          </a:p>
        </p:txBody>
      </p:sp>
      <p:sp>
        <p:nvSpPr>
          <p:cNvPr id="192" name="Rectangle 120">
            <a:extLst>
              <a:ext uri="{FF2B5EF4-FFF2-40B4-BE49-F238E27FC236}">
                <a16:creationId xmlns:a16="http://schemas.microsoft.com/office/drawing/2014/main" id="{1643C702-70AC-A361-4ACA-41DF7384D53B}"/>
              </a:ext>
            </a:extLst>
          </p:cNvPr>
          <p:cNvSpPr/>
          <p:nvPr>
            <p:custDataLst>
              <p:tags r:id="rId16"/>
            </p:custDataLst>
          </p:nvPr>
        </p:nvSpPr>
        <p:spPr bwMode="gray">
          <a:xfrm>
            <a:off x="1433359" y="3700625"/>
            <a:ext cx="612000" cy="612000"/>
          </a:xfrm>
          <a:prstGeom prst="ellipse">
            <a:avLst/>
          </a:prstGeom>
          <a:solidFill>
            <a:schemeClr val="accent1"/>
          </a:solidFill>
          <a:ln w="28575">
            <a:solidFill>
              <a:sysClr val="window" lastClr="FFFFFF"/>
            </a:solidFill>
          </a:ln>
        </p:spPr>
        <p:txBody>
          <a:bodyPr wrap="square" lIns="0" tIns="0" rIns="0" bIns="0" anchor="ctr" anchorCtr="0">
            <a:noAutofit/>
          </a:bodyPr>
          <a:lstStyle/>
          <a:p>
            <a:pPr marL="0" marR="0" lvl="0" indent="0" algn="ctr" defTabSz="914034" rtl="0" eaLnBrk="1" fontAlgn="auto" latinLnBrk="0" hangingPunct="1">
              <a:lnSpc>
                <a:spcPct val="100000"/>
              </a:lnSpc>
              <a:spcBef>
                <a:spcPts val="0"/>
              </a:spcBef>
              <a:spcAft>
                <a:spcPts val="300"/>
              </a:spcAft>
              <a:buClrTx/>
              <a:buSzPct val="100000"/>
              <a:buFontTx/>
              <a:buNone/>
              <a:tabLst/>
              <a:defRPr/>
            </a:pPr>
            <a:r>
              <a:rPr kumimoji="0" lang="en-US" sz="2000" b="1" i="0" u="none" strike="noStrike" kern="0" cap="none" spc="0" normalizeH="0" baseline="0" noProof="0">
                <a:ln>
                  <a:noFill/>
                </a:ln>
                <a:solidFill>
                  <a:prstClr val="white"/>
                </a:solidFill>
                <a:effectLst/>
                <a:uLnTx/>
                <a:uFillTx/>
                <a:latin typeface="Graphik"/>
                <a:ea typeface="+mn-ea"/>
                <a:cs typeface="Arial"/>
              </a:rPr>
              <a:t>29</a:t>
            </a:r>
            <a:endParaRPr kumimoji="0" lang="en-US" sz="2000" b="0" i="0" u="none" strike="noStrike" kern="0" cap="none" spc="0" normalizeH="0" baseline="0" noProof="0">
              <a:ln>
                <a:noFill/>
              </a:ln>
              <a:solidFill>
                <a:prstClr val="white"/>
              </a:solidFill>
              <a:effectLst/>
              <a:uLnTx/>
              <a:uFillTx/>
              <a:latin typeface="Graphik"/>
              <a:ea typeface="+mn-ea"/>
              <a:cs typeface="Arial"/>
            </a:endParaRPr>
          </a:p>
        </p:txBody>
      </p:sp>
      <p:sp>
        <p:nvSpPr>
          <p:cNvPr id="193" name="Rectangle 115">
            <a:extLst>
              <a:ext uri="{FF2B5EF4-FFF2-40B4-BE49-F238E27FC236}">
                <a16:creationId xmlns:a16="http://schemas.microsoft.com/office/drawing/2014/main" id="{C6AF8BF3-CE34-8F9A-1096-2E2F2779D48B}"/>
              </a:ext>
            </a:extLst>
          </p:cNvPr>
          <p:cNvSpPr/>
          <p:nvPr>
            <p:custDataLst>
              <p:tags r:id="rId17"/>
            </p:custDataLst>
          </p:nvPr>
        </p:nvSpPr>
        <p:spPr bwMode="gray">
          <a:xfrm>
            <a:off x="2214438" y="4157290"/>
            <a:ext cx="1476000" cy="288000"/>
          </a:xfrm>
          <a:prstGeom prst="rect">
            <a:avLst/>
          </a:prstGeom>
          <a:noFill/>
        </p:spPr>
        <p:txBody>
          <a:bodyPr wrap="square" lIns="72000" tIns="0" rIns="0" bIns="0" anchor="ctr" anchorCtr="0">
            <a:noAutofit/>
          </a:bodyPr>
          <a:lstStyle/>
          <a:p>
            <a:pPr marL="0" marR="0" lvl="0" indent="0" algn="l" defTabSz="914034" rtl="0" eaLnBrk="1" fontAlgn="auto" latinLnBrk="0" hangingPunct="1">
              <a:lnSpc>
                <a:spcPct val="100000"/>
              </a:lnSpc>
              <a:spcBef>
                <a:spcPts val="0"/>
              </a:spcBef>
              <a:spcAft>
                <a:spcPts val="300"/>
              </a:spcAft>
              <a:buClrTx/>
              <a:buSzPct val="100000"/>
              <a:buFontTx/>
              <a:buNone/>
              <a:tabLst/>
              <a:defRPr/>
            </a:pPr>
            <a:r>
              <a:rPr kumimoji="0" lang="en-US" sz="1999" b="1" i="0" u="none" strike="noStrike" kern="0" cap="none" spc="0" normalizeH="0" baseline="0" noProof="0" dirty="0">
                <a:ln>
                  <a:noFill/>
                </a:ln>
                <a:solidFill>
                  <a:prstClr val="white"/>
                </a:solidFill>
                <a:effectLst/>
                <a:uLnTx/>
                <a:uFillTx/>
                <a:latin typeface="Graphik"/>
                <a:ea typeface="+mn-ea"/>
                <a:cs typeface="Arial"/>
              </a:rPr>
              <a:t>&gt;6,000 </a:t>
            </a:r>
            <a:r>
              <a:rPr kumimoji="0" lang="en-US" sz="1200" b="0" i="0" u="none" strike="noStrike" kern="0" cap="none" spc="0" normalizeH="0" baseline="0" noProof="0" dirty="0">
                <a:ln>
                  <a:noFill/>
                </a:ln>
                <a:solidFill>
                  <a:prstClr val="white"/>
                </a:solidFill>
                <a:effectLst/>
                <a:uLnTx/>
                <a:uFillTx/>
                <a:latin typeface="Graphik"/>
                <a:ea typeface="+mn-ea"/>
                <a:cs typeface="Arial"/>
              </a:rPr>
              <a:t>clients in</a:t>
            </a:r>
            <a:r>
              <a:rPr kumimoji="0" lang="en-US" sz="1200" b="1" i="0" u="none" strike="noStrike" kern="0" cap="none" spc="0" normalizeH="0" baseline="0" noProof="0" dirty="0">
                <a:ln>
                  <a:noFill/>
                </a:ln>
                <a:solidFill>
                  <a:prstClr val="white"/>
                </a:solidFill>
                <a:effectLst/>
                <a:uLnTx/>
                <a:uFillTx/>
                <a:latin typeface="Graphik"/>
                <a:ea typeface="+mn-ea"/>
                <a:cs typeface="Arial"/>
              </a:rPr>
              <a:t> </a:t>
            </a:r>
            <a:endParaRPr kumimoji="0" lang="en-US" sz="1399" b="1" i="0" u="none" strike="noStrike" kern="0" cap="none" spc="0" normalizeH="0" baseline="0" noProof="0" dirty="0">
              <a:ln>
                <a:noFill/>
              </a:ln>
              <a:solidFill>
                <a:prstClr val="white"/>
              </a:solidFill>
              <a:effectLst/>
              <a:uLnTx/>
              <a:uFillTx/>
              <a:latin typeface="Graphik"/>
              <a:ea typeface="+mn-ea"/>
              <a:cs typeface="Arial"/>
            </a:endParaRPr>
          </a:p>
        </p:txBody>
      </p:sp>
      <p:sp>
        <p:nvSpPr>
          <p:cNvPr id="194" name="Rectangle 116">
            <a:extLst>
              <a:ext uri="{FF2B5EF4-FFF2-40B4-BE49-F238E27FC236}">
                <a16:creationId xmlns:a16="http://schemas.microsoft.com/office/drawing/2014/main" id="{004D1A41-906C-36D1-2576-7713DE78730B}"/>
              </a:ext>
            </a:extLst>
          </p:cNvPr>
          <p:cNvSpPr/>
          <p:nvPr>
            <p:custDataLst>
              <p:tags r:id="rId18"/>
            </p:custDataLst>
          </p:nvPr>
        </p:nvSpPr>
        <p:spPr bwMode="gray">
          <a:xfrm>
            <a:off x="2214438" y="4544527"/>
            <a:ext cx="1476000" cy="288000"/>
          </a:xfrm>
          <a:prstGeom prst="rect">
            <a:avLst/>
          </a:prstGeom>
          <a:noFill/>
        </p:spPr>
        <p:txBody>
          <a:bodyPr wrap="square" lIns="72000" tIns="0" rIns="0" bIns="0" anchor="ctr" anchorCtr="0">
            <a:noAutofit/>
          </a:bodyPr>
          <a:lstStyle/>
          <a:p>
            <a:pPr marL="0" marR="0" lvl="0" indent="0" algn="l" defTabSz="914034" rtl="0" eaLnBrk="1" fontAlgn="auto" latinLnBrk="0" hangingPunct="1">
              <a:lnSpc>
                <a:spcPct val="100000"/>
              </a:lnSpc>
              <a:spcBef>
                <a:spcPts val="0"/>
              </a:spcBef>
              <a:spcAft>
                <a:spcPts val="300"/>
              </a:spcAft>
              <a:buClrTx/>
              <a:buSzPct val="100000"/>
              <a:buFontTx/>
              <a:buNone/>
              <a:tabLst/>
              <a:defRPr/>
            </a:pPr>
            <a:r>
              <a:rPr kumimoji="0" lang="en-US" sz="1200" b="1" i="0" u="none" strike="noStrike" kern="0" cap="none" spc="0" normalizeH="0" baseline="0" noProof="0" dirty="0">
                <a:ln>
                  <a:noFill/>
                </a:ln>
                <a:solidFill>
                  <a:prstClr val="white"/>
                </a:solidFill>
                <a:effectLst/>
                <a:uLnTx/>
                <a:uFillTx/>
                <a:latin typeface="Graphik"/>
                <a:ea typeface="+mn-ea"/>
                <a:cs typeface="Arial"/>
              </a:rPr>
              <a:t>&gt;120 </a:t>
            </a:r>
            <a:r>
              <a:rPr kumimoji="0" lang="en-US" sz="1200" b="0" i="0" u="none" strike="noStrike" kern="0" cap="none" spc="0" normalizeH="0" baseline="0" noProof="0" dirty="0">
                <a:ln>
                  <a:noFill/>
                </a:ln>
                <a:solidFill>
                  <a:prstClr val="white"/>
                </a:solidFill>
                <a:effectLst/>
                <a:uLnTx/>
                <a:uFillTx/>
                <a:latin typeface="Graphik"/>
                <a:ea typeface="+mn-ea"/>
                <a:cs typeface="Arial"/>
              </a:rPr>
              <a:t>countries</a:t>
            </a:r>
            <a:endParaRPr kumimoji="0" lang="en-US" sz="1399" b="1" i="0" u="none" strike="noStrike" kern="0" cap="none" spc="0" normalizeH="0" baseline="0" noProof="0" dirty="0">
              <a:ln>
                <a:noFill/>
              </a:ln>
              <a:solidFill>
                <a:prstClr val="white"/>
              </a:solidFill>
              <a:effectLst/>
              <a:uLnTx/>
              <a:uFillTx/>
              <a:latin typeface="Graphik"/>
              <a:ea typeface="+mn-ea"/>
              <a:cs typeface="Arial"/>
            </a:endParaRPr>
          </a:p>
        </p:txBody>
      </p:sp>
      <p:pic>
        <p:nvPicPr>
          <p:cNvPr id="9" name="Picture 8">
            <a:extLst>
              <a:ext uri="{FF2B5EF4-FFF2-40B4-BE49-F238E27FC236}">
                <a16:creationId xmlns:a16="http://schemas.microsoft.com/office/drawing/2014/main" id="{8B3168F3-67C4-FDF0-618E-EBDF91D83A74}"/>
              </a:ext>
            </a:extLst>
          </p:cNvPr>
          <p:cNvPicPr>
            <a:picLocks noChangeAspect="1"/>
          </p:cNvPicPr>
          <p:nvPr/>
        </p:nvPicPr>
        <p:blipFill>
          <a:blip r:embed="rId23"/>
          <a:stretch>
            <a:fillRect/>
          </a:stretch>
        </p:blipFill>
        <p:spPr>
          <a:xfrm>
            <a:off x="4295999" y="2086944"/>
            <a:ext cx="7515000" cy="1192268"/>
          </a:xfrm>
          <a:prstGeom prst="rect">
            <a:avLst/>
          </a:prstGeom>
        </p:spPr>
      </p:pic>
      <p:sp>
        <p:nvSpPr>
          <p:cNvPr id="7" name="Title 5">
            <a:extLst>
              <a:ext uri="{FF2B5EF4-FFF2-40B4-BE49-F238E27FC236}">
                <a16:creationId xmlns:a16="http://schemas.microsoft.com/office/drawing/2014/main" id="{AAED98DA-CDC6-C77E-CCB9-53B1EA282D85}"/>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err="1">
                <a:solidFill>
                  <a:srgbClr val="A000FF"/>
                </a:solidFill>
                <a:latin typeface="Graphik"/>
              </a:rPr>
              <a:t>Organisation</a:t>
            </a:r>
            <a:r>
              <a:rPr lang="en-US" sz="2400" dirty="0">
                <a:solidFill>
                  <a:srgbClr val="A000FF"/>
                </a:solidFill>
                <a:latin typeface="Graphik"/>
              </a:rPr>
              <a:t> Introduction</a:t>
            </a:r>
          </a:p>
        </p:txBody>
      </p:sp>
      <p:sp>
        <p:nvSpPr>
          <p:cNvPr id="10" name="Text Placeholder 8">
            <a:extLst>
              <a:ext uri="{FF2B5EF4-FFF2-40B4-BE49-F238E27FC236}">
                <a16:creationId xmlns:a16="http://schemas.microsoft.com/office/drawing/2014/main" id="{1A0DCDB6-4444-C805-4425-1318E6B4A837}"/>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pic>
        <p:nvPicPr>
          <p:cNvPr id="18" name="Picture 17">
            <a:extLst>
              <a:ext uri="{FF2B5EF4-FFF2-40B4-BE49-F238E27FC236}">
                <a16:creationId xmlns:a16="http://schemas.microsoft.com/office/drawing/2014/main" id="{D4D3E343-94EB-C7DD-5B4A-A2C7B4CD0D1A}"/>
              </a:ext>
            </a:extLst>
          </p:cNvPr>
          <p:cNvPicPr>
            <a:picLocks noChangeAspect="1"/>
          </p:cNvPicPr>
          <p:nvPr/>
        </p:nvPicPr>
        <p:blipFill>
          <a:blip r:embed="rId24"/>
          <a:stretch>
            <a:fillRect/>
          </a:stretch>
        </p:blipFill>
        <p:spPr>
          <a:xfrm>
            <a:off x="4509704" y="3293323"/>
            <a:ext cx="7087589" cy="3143689"/>
          </a:xfrm>
          <a:prstGeom prst="rect">
            <a:avLst/>
          </a:prstGeom>
        </p:spPr>
      </p:pic>
      <p:sp>
        <p:nvSpPr>
          <p:cNvPr id="19" name="Rectangle 18">
            <a:extLst>
              <a:ext uri="{FF2B5EF4-FFF2-40B4-BE49-F238E27FC236}">
                <a16:creationId xmlns:a16="http://schemas.microsoft.com/office/drawing/2014/main" id="{24CC7CD1-44A5-63FA-6496-86A9DF9E6AA8}"/>
              </a:ext>
            </a:extLst>
          </p:cNvPr>
          <p:cNvSpPr/>
          <p:nvPr/>
        </p:nvSpPr>
        <p:spPr>
          <a:xfrm>
            <a:off x="6933973" y="85810"/>
            <a:ext cx="4891314" cy="381000"/>
          </a:xfrm>
          <a:prstGeom prst="rect">
            <a:avLst/>
          </a:prstGeom>
          <a:solidFill>
            <a:srgbClr val="FFCCFF"/>
          </a:solidFill>
          <a:ln>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AU" i="1" dirty="0">
                <a:solidFill>
                  <a:srgbClr val="C00000"/>
                </a:solidFill>
              </a:rPr>
              <a:t>THIS SLIDE WOULD BE FIXED TEMPLATE</a:t>
            </a:r>
          </a:p>
        </p:txBody>
      </p:sp>
    </p:spTree>
    <p:extLst>
      <p:ext uri="{BB962C8B-B14F-4D97-AF65-F5344CB8AC3E}">
        <p14:creationId xmlns:p14="http://schemas.microsoft.com/office/powerpoint/2010/main" val="14190362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E4F62-74E7-2642-83EC-BA097C8221B1}"/>
            </a:ext>
          </a:extLst>
        </p:cNvPr>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516B1A48-6329-B87D-3E25-CBD4A8323FA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itle 5">
            <a:extLst>
              <a:ext uri="{FF2B5EF4-FFF2-40B4-BE49-F238E27FC236}">
                <a16:creationId xmlns:a16="http://schemas.microsoft.com/office/drawing/2014/main" id="{4913367E-F863-1303-91D3-14BFDD1F7919}"/>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a:solidFill>
                  <a:srgbClr val="A000FF"/>
                </a:solidFill>
                <a:latin typeface="Graphik"/>
              </a:rPr>
              <a:t>Reference Case Study (Client X – xxx)</a:t>
            </a:r>
          </a:p>
        </p:txBody>
      </p:sp>
      <p:sp>
        <p:nvSpPr>
          <p:cNvPr id="12" name="Text Placeholder 8">
            <a:extLst>
              <a:ext uri="{FF2B5EF4-FFF2-40B4-BE49-F238E27FC236}">
                <a16:creationId xmlns:a16="http://schemas.microsoft.com/office/drawing/2014/main" id="{04CCFD3C-A52F-8163-7081-9EF90A3E5017}"/>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
        <p:nvSpPr>
          <p:cNvPr id="4" name="Text Placeholder 3">
            <a:extLst>
              <a:ext uri="{FF2B5EF4-FFF2-40B4-BE49-F238E27FC236}">
                <a16:creationId xmlns:a16="http://schemas.microsoft.com/office/drawing/2014/main" id="{ECC43F56-3DF5-3A86-EA77-262B8B5DC894}"/>
              </a:ext>
            </a:extLst>
          </p:cNvPr>
          <p:cNvSpPr txBox="1">
            <a:spLocks/>
          </p:cNvSpPr>
          <p:nvPr/>
        </p:nvSpPr>
        <p:spPr>
          <a:xfrm>
            <a:off x="381001" y="1368705"/>
            <a:ext cx="3500597" cy="2718693"/>
          </a:xfrm>
          <a:prstGeom prst="rect">
            <a:avLst/>
          </a:prstGeom>
        </p:spPr>
        <p:txBody>
          <a:bodyPr lIns="0" tIns="0">
            <a:spAutoFit/>
          </a:bodyPr>
          <a:lstStyle>
            <a:lvl1pPr marL="0" marR="0" indent="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1pPr>
            <a:lvl2pPr marL="0" marR="0" indent="228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2pPr>
            <a:lvl3pPr marL="0" marR="0" indent="457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3pPr>
            <a:lvl4pPr marL="0" marR="0" indent="685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4pPr>
            <a:lvl5pPr marL="0" marR="0" indent="9144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5pPr>
            <a:lvl6pPr marL="0" marR="0" indent="11430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6pPr>
            <a:lvl7pPr marL="0" marR="0" indent="1371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7pPr>
            <a:lvl8pPr marL="0" marR="0" indent="1600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8pPr>
            <a:lvl9pPr marL="0" marR="0" indent="1828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9pPr>
          </a:lstStyle>
          <a:p>
            <a:pPr lvl="0" defTabSz="914400">
              <a:lnSpc>
                <a:spcPct val="100000"/>
              </a:lnSpc>
              <a:spcBef>
                <a:spcPts val="200"/>
              </a:spcBef>
              <a:spcAft>
                <a:spcPts val="200"/>
              </a:spcAft>
              <a:defRPr/>
            </a:pPr>
            <a:r>
              <a:rPr lang="en-US" sz="1400" b="1" dirty="0">
                <a:solidFill>
                  <a:schemeClr val="accent1"/>
                </a:solidFill>
                <a:latin typeface="Graphik"/>
                <a:ea typeface="+mn-ea"/>
                <a:cs typeface="+mn-cs"/>
              </a:rPr>
              <a:t>About Client</a:t>
            </a:r>
          </a:p>
          <a:p>
            <a:pPr lvl="0" defTabSz="914400">
              <a:lnSpc>
                <a:spcPct val="100000"/>
              </a:lnSpc>
              <a:spcBef>
                <a:spcPts val="200"/>
              </a:spcBef>
              <a:spcAft>
                <a:spcPts val="200"/>
              </a:spcAft>
            </a:pPr>
            <a:r>
              <a:rPr lang="en-US" sz="1100" b="1" dirty="0">
                <a:solidFill>
                  <a:srgbClr val="000000"/>
                </a:solidFill>
                <a:latin typeface="Graphik"/>
                <a:ea typeface="+mn-ea"/>
                <a:cs typeface="+mn-cs"/>
              </a:rPr>
              <a:t>Lorem ipsum dolor sit </a:t>
            </a:r>
            <a:r>
              <a:rPr lang="en-US" sz="1100" b="1" dirty="0" err="1">
                <a:solidFill>
                  <a:srgbClr val="000000"/>
                </a:solidFill>
                <a:latin typeface="Graphik"/>
                <a:ea typeface="+mn-ea"/>
                <a:cs typeface="+mn-cs"/>
              </a:rPr>
              <a:t>amet</a:t>
            </a:r>
            <a:r>
              <a:rPr lang="en-US" sz="1100" b="1" dirty="0">
                <a:solidFill>
                  <a:srgbClr val="000000"/>
                </a:solidFill>
                <a:latin typeface="Graphik"/>
                <a:ea typeface="+mn-ea"/>
                <a:cs typeface="+mn-cs"/>
              </a:rPr>
              <a:t>?</a:t>
            </a:r>
          </a:p>
          <a:p>
            <a:pPr lvl="0" defTabSz="914400">
              <a:lnSpc>
                <a:spcPct val="100000"/>
              </a:lnSpc>
              <a:spcBef>
                <a:spcPts val="200"/>
              </a:spcBef>
              <a:spcAft>
                <a:spcPts val="200"/>
              </a:spcAft>
            </a:pPr>
            <a:r>
              <a:rPr lang="en-US" sz="1100" dirty="0">
                <a:solidFill>
                  <a:srgbClr val="000000"/>
                </a:solidFill>
                <a:latin typeface="Graphik"/>
                <a:ea typeface="+mn-ea"/>
                <a:cs typeface="+mn-cs"/>
              </a:rPr>
              <a:t>Lorem ipsum dolor sit </a:t>
            </a:r>
            <a:r>
              <a:rPr lang="en-US" sz="1100" dirty="0" err="1">
                <a:solidFill>
                  <a:srgbClr val="000000"/>
                </a:solidFill>
                <a:latin typeface="Graphik"/>
                <a:ea typeface="+mn-ea"/>
                <a:cs typeface="+mn-cs"/>
              </a:rPr>
              <a:t>amet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consetetur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sadipscing</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elitr</a:t>
            </a:r>
            <a:r>
              <a:rPr lang="en-US" sz="1100" dirty="0">
                <a:solidFill>
                  <a:srgbClr val="000000"/>
                </a:solidFill>
                <a:latin typeface="Graphik"/>
                <a:ea typeface="+mn-ea"/>
                <a:cs typeface="+mn-cs"/>
              </a:rPr>
              <a:t>, sed diam </a:t>
            </a:r>
            <a:r>
              <a:rPr lang="en-US" sz="1100" dirty="0" err="1">
                <a:solidFill>
                  <a:srgbClr val="000000"/>
                </a:solidFill>
                <a:latin typeface="Graphik"/>
                <a:ea typeface="+mn-ea"/>
                <a:cs typeface="+mn-cs"/>
              </a:rPr>
              <a:t>nonumy</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eirmod</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tempor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invidunt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ut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labore</a:t>
            </a:r>
            <a:r>
              <a:rPr lang="en-US" sz="1100" dirty="0">
                <a:solidFill>
                  <a:srgbClr val="000000"/>
                </a:solidFill>
                <a:latin typeface="Graphik"/>
                <a:ea typeface="+mn-ea"/>
                <a:cs typeface="+mn-cs"/>
              </a:rPr>
              <a:t> et dolore magna </a:t>
            </a:r>
            <a:r>
              <a:rPr lang="en-US" sz="1100" dirty="0" err="1">
                <a:solidFill>
                  <a:srgbClr val="000000"/>
                </a:solidFill>
                <a:latin typeface="Graphik"/>
                <a:ea typeface="+mn-ea"/>
                <a:cs typeface="+mn-cs"/>
              </a:rPr>
              <a:t>aliquyam</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erat</a:t>
            </a:r>
            <a:r>
              <a:rPr lang="en-US" sz="1100" dirty="0">
                <a:solidFill>
                  <a:srgbClr val="000000"/>
                </a:solidFill>
                <a:latin typeface="Graphik"/>
                <a:ea typeface="+mn-ea"/>
                <a:cs typeface="+mn-cs"/>
              </a:rPr>
              <a:t>, sed diam </a:t>
            </a:r>
          </a:p>
          <a:p>
            <a:pPr lvl="0" defTabSz="914400">
              <a:lnSpc>
                <a:spcPct val="100000"/>
              </a:lnSpc>
              <a:spcBef>
                <a:spcPts val="200"/>
              </a:spcBef>
              <a:spcAft>
                <a:spcPts val="200"/>
              </a:spcAft>
            </a:pPr>
            <a:r>
              <a:rPr lang="en-US" sz="1100" dirty="0">
                <a:solidFill>
                  <a:srgbClr val="000000"/>
                </a:solidFill>
                <a:latin typeface="Graphik"/>
                <a:ea typeface="+mn-ea"/>
                <a:cs typeface="+mn-cs"/>
              </a:rPr>
              <a:t>Lorem ipsum dolor sit </a:t>
            </a:r>
            <a:r>
              <a:rPr lang="en-US" sz="1100" dirty="0" err="1">
                <a:solidFill>
                  <a:srgbClr val="000000"/>
                </a:solidFill>
                <a:latin typeface="Graphik"/>
                <a:ea typeface="+mn-ea"/>
                <a:cs typeface="+mn-cs"/>
              </a:rPr>
              <a:t>amet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consetetur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sadipscing</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elitr</a:t>
            </a:r>
            <a:r>
              <a:rPr lang="en-US" sz="1100" dirty="0">
                <a:solidFill>
                  <a:srgbClr val="000000"/>
                </a:solidFill>
                <a:latin typeface="Graphik"/>
                <a:ea typeface="+mn-ea"/>
                <a:cs typeface="+mn-cs"/>
              </a:rPr>
              <a:t>, sed diam </a:t>
            </a:r>
            <a:r>
              <a:rPr lang="en-US" sz="1100" dirty="0" err="1">
                <a:solidFill>
                  <a:srgbClr val="000000"/>
                </a:solidFill>
                <a:latin typeface="Graphik"/>
                <a:ea typeface="+mn-ea"/>
                <a:cs typeface="+mn-cs"/>
              </a:rPr>
              <a:t>nonumy</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eirmod</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tempor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invidunt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ut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labore</a:t>
            </a:r>
            <a:r>
              <a:rPr lang="en-US" sz="1100" dirty="0">
                <a:solidFill>
                  <a:srgbClr val="000000"/>
                </a:solidFill>
                <a:latin typeface="Graphik"/>
                <a:ea typeface="+mn-ea"/>
                <a:cs typeface="+mn-cs"/>
              </a:rPr>
              <a:t> et dolore magna </a:t>
            </a:r>
            <a:r>
              <a:rPr lang="en-US" sz="1100" dirty="0" err="1">
                <a:solidFill>
                  <a:srgbClr val="000000"/>
                </a:solidFill>
                <a:latin typeface="Graphik"/>
                <a:ea typeface="+mn-ea"/>
                <a:cs typeface="+mn-cs"/>
              </a:rPr>
              <a:t>aliquyam</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erat</a:t>
            </a:r>
            <a:r>
              <a:rPr lang="en-US" sz="1100" dirty="0">
                <a:solidFill>
                  <a:srgbClr val="000000"/>
                </a:solidFill>
                <a:latin typeface="Graphik"/>
                <a:ea typeface="+mn-ea"/>
                <a:cs typeface="+mn-cs"/>
              </a:rPr>
              <a:t>, sed diam</a:t>
            </a:r>
          </a:p>
          <a:p>
            <a:pPr lvl="0" defTabSz="914400">
              <a:lnSpc>
                <a:spcPct val="100000"/>
              </a:lnSpc>
              <a:spcBef>
                <a:spcPts val="200"/>
              </a:spcBef>
              <a:spcAft>
                <a:spcPts val="200"/>
              </a:spcAft>
            </a:pPr>
            <a:r>
              <a:rPr lang="en-US" sz="1100" dirty="0">
                <a:solidFill>
                  <a:srgbClr val="000000"/>
                </a:solidFill>
                <a:latin typeface="Graphik"/>
                <a:ea typeface="+mn-ea"/>
                <a:cs typeface="+mn-cs"/>
              </a:rPr>
              <a:t>Lorem ipsum dolor sit </a:t>
            </a:r>
            <a:r>
              <a:rPr lang="en-US" sz="1100" dirty="0" err="1">
                <a:solidFill>
                  <a:srgbClr val="000000"/>
                </a:solidFill>
                <a:latin typeface="Graphik"/>
                <a:ea typeface="+mn-ea"/>
                <a:cs typeface="+mn-cs"/>
              </a:rPr>
              <a:t>amet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consetetur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sadipscing</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elitr</a:t>
            </a:r>
            <a:r>
              <a:rPr lang="en-US" sz="1100" dirty="0">
                <a:solidFill>
                  <a:srgbClr val="000000"/>
                </a:solidFill>
                <a:latin typeface="Graphik"/>
                <a:ea typeface="+mn-ea"/>
                <a:cs typeface="+mn-cs"/>
              </a:rPr>
              <a:t>, sed diam </a:t>
            </a:r>
            <a:r>
              <a:rPr lang="en-US" sz="1100" dirty="0" err="1">
                <a:solidFill>
                  <a:srgbClr val="000000"/>
                </a:solidFill>
                <a:latin typeface="Graphik"/>
                <a:ea typeface="+mn-ea"/>
                <a:cs typeface="+mn-cs"/>
              </a:rPr>
              <a:t>nonumy</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eirmod</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tempor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invidunt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ut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labore</a:t>
            </a:r>
            <a:r>
              <a:rPr lang="en-US" sz="1100" dirty="0">
                <a:solidFill>
                  <a:srgbClr val="000000"/>
                </a:solidFill>
                <a:latin typeface="Graphik"/>
                <a:ea typeface="+mn-ea"/>
                <a:cs typeface="+mn-cs"/>
              </a:rPr>
              <a:t> et dolore magna </a:t>
            </a:r>
            <a:r>
              <a:rPr lang="en-US" sz="1100" dirty="0" err="1">
                <a:solidFill>
                  <a:srgbClr val="000000"/>
                </a:solidFill>
                <a:latin typeface="Graphik"/>
                <a:ea typeface="+mn-ea"/>
                <a:cs typeface="+mn-cs"/>
              </a:rPr>
              <a:t>aliquyam</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erat</a:t>
            </a:r>
            <a:r>
              <a:rPr lang="en-US" sz="1100" dirty="0">
                <a:solidFill>
                  <a:srgbClr val="000000"/>
                </a:solidFill>
                <a:latin typeface="Graphik"/>
                <a:ea typeface="+mn-ea"/>
                <a:cs typeface="+mn-cs"/>
              </a:rPr>
              <a:t>, sed diam.</a:t>
            </a:r>
          </a:p>
          <a:p>
            <a:pPr lvl="0" defTabSz="914400">
              <a:lnSpc>
                <a:spcPct val="100000"/>
              </a:lnSpc>
              <a:spcBef>
                <a:spcPts val="200"/>
              </a:spcBef>
              <a:spcAft>
                <a:spcPts val="200"/>
              </a:spcAft>
            </a:pPr>
            <a:r>
              <a:rPr lang="en-US" sz="1100" dirty="0">
                <a:solidFill>
                  <a:srgbClr val="000000"/>
                </a:solidFill>
                <a:latin typeface="Graphik"/>
                <a:ea typeface="+mn-ea"/>
                <a:cs typeface="+mn-cs"/>
              </a:rPr>
              <a:t>Lorem ipsum dolor sit </a:t>
            </a:r>
            <a:r>
              <a:rPr lang="en-US" sz="1100" dirty="0" err="1">
                <a:solidFill>
                  <a:srgbClr val="000000"/>
                </a:solidFill>
                <a:latin typeface="Graphik"/>
                <a:ea typeface="+mn-ea"/>
                <a:cs typeface="+mn-cs"/>
              </a:rPr>
              <a:t>amet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consetetur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sadipscing</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elitr</a:t>
            </a:r>
            <a:r>
              <a:rPr lang="en-US" sz="1100" dirty="0">
                <a:solidFill>
                  <a:srgbClr val="000000"/>
                </a:solidFill>
                <a:latin typeface="Graphik"/>
                <a:ea typeface="+mn-ea"/>
                <a:cs typeface="+mn-cs"/>
              </a:rPr>
              <a:t>, sed diam </a:t>
            </a:r>
            <a:r>
              <a:rPr lang="en-US" sz="1100" dirty="0" err="1">
                <a:solidFill>
                  <a:srgbClr val="000000"/>
                </a:solidFill>
                <a:latin typeface="Graphik"/>
                <a:ea typeface="+mn-ea"/>
                <a:cs typeface="+mn-cs"/>
              </a:rPr>
              <a:t>nonumy</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eirmod</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tempor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invidunt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ut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labore</a:t>
            </a:r>
            <a:r>
              <a:rPr lang="en-US" sz="1100" dirty="0">
                <a:solidFill>
                  <a:srgbClr val="000000"/>
                </a:solidFill>
                <a:latin typeface="Graphik"/>
                <a:ea typeface="+mn-ea"/>
                <a:cs typeface="+mn-cs"/>
              </a:rPr>
              <a:t> et dolore magna </a:t>
            </a:r>
            <a:r>
              <a:rPr lang="en-US" sz="1100" dirty="0" err="1">
                <a:solidFill>
                  <a:srgbClr val="000000"/>
                </a:solidFill>
                <a:latin typeface="Graphik"/>
                <a:ea typeface="+mn-ea"/>
                <a:cs typeface="+mn-cs"/>
              </a:rPr>
              <a:t>aliquyam</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erat</a:t>
            </a:r>
            <a:r>
              <a:rPr lang="en-US" sz="1100" dirty="0">
                <a:solidFill>
                  <a:srgbClr val="000000"/>
                </a:solidFill>
                <a:latin typeface="Graphik"/>
                <a:ea typeface="+mn-ea"/>
                <a:cs typeface="+mn-cs"/>
              </a:rPr>
              <a:t>, sed diam</a:t>
            </a:r>
            <a:endParaRPr kumimoji="0" lang="en-US" sz="1100" b="0" i="0" u="none" strike="noStrike" kern="1200" cap="none" spc="0" normalizeH="0" baseline="0" noProof="0" dirty="0">
              <a:ln>
                <a:noFill/>
              </a:ln>
              <a:solidFill>
                <a:srgbClr val="1E212A"/>
              </a:solidFill>
              <a:effectLst/>
              <a:uLnTx/>
              <a:uFillTx/>
              <a:latin typeface="Graphik"/>
              <a:sym typeface="Graphik Light"/>
            </a:endParaRPr>
          </a:p>
        </p:txBody>
      </p:sp>
      <p:sp>
        <p:nvSpPr>
          <p:cNvPr id="5" name="Text Placeholder 3">
            <a:extLst>
              <a:ext uri="{FF2B5EF4-FFF2-40B4-BE49-F238E27FC236}">
                <a16:creationId xmlns:a16="http://schemas.microsoft.com/office/drawing/2014/main" id="{15FCF696-B10C-389F-0ACB-D1A958EEDD5A}"/>
              </a:ext>
            </a:extLst>
          </p:cNvPr>
          <p:cNvSpPr txBox="1">
            <a:spLocks/>
          </p:cNvSpPr>
          <p:nvPr/>
        </p:nvSpPr>
        <p:spPr>
          <a:xfrm>
            <a:off x="4337448" y="1368705"/>
            <a:ext cx="3500597" cy="2718693"/>
          </a:xfrm>
          <a:prstGeom prst="rect">
            <a:avLst/>
          </a:prstGeom>
        </p:spPr>
        <p:txBody>
          <a:bodyPr lIns="0" tIns="0">
            <a:spAutoFit/>
          </a:bodyPr>
          <a:lstStyle>
            <a:lvl1pPr marL="0" marR="0" indent="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1pPr>
            <a:lvl2pPr marL="0" marR="0" indent="228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2pPr>
            <a:lvl3pPr marL="0" marR="0" indent="457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3pPr>
            <a:lvl4pPr marL="0" marR="0" indent="685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4pPr>
            <a:lvl5pPr marL="0" marR="0" indent="9144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5pPr>
            <a:lvl6pPr marL="0" marR="0" indent="11430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6pPr>
            <a:lvl7pPr marL="0" marR="0" indent="1371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7pPr>
            <a:lvl8pPr marL="0" marR="0" indent="1600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8pPr>
            <a:lvl9pPr marL="0" marR="0" indent="1828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9pPr>
          </a:lstStyle>
          <a:p>
            <a:pPr lvl="0" defTabSz="914400">
              <a:lnSpc>
                <a:spcPct val="100000"/>
              </a:lnSpc>
              <a:spcBef>
                <a:spcPts val="200"/>
              </a:spcBef>
              <a:spcAft>
                <a:spcPts val="200"/>
              </a:spcAft>
              <a:defRPr/>
            </a:pPr>
            <a:r>
              <a:rPr lang="en-US" sz="1400" b="1" dirty="0">
                <a:solidFill>
                  <a:schemeClr val="accent1"/>
                </a:solidFill>
                <a:latin typeface="Graphik"/>
                <a:ea typeface="+mn-ea"/>
                <a:cs typeface="+mn-cs"/>
              </a:rPr>
              <a:t>Our Solution</a:t>
            </a:r>
          </a:p>
          <a:p>
            <a:pPr lvl="0" defTabSz="914400">
              <a:lnSpc>
                <a:spcPct val="100000"/>
              </a:lnSpc>
              <a:spcBef>
                <a:spcPts val="200"/>
              </a:spcBef>
              <a:spcAft>
                <a:spcPts val="200"/>
              </a:spcAft>
            </a:pPr>
            <a:r>
              <a:rPr lang="en-US" sz="1100" b="1" dirty="0">
                <a:solidFill>
                  <a:srgbClr val="000000"/>
                </a:solidFill>
                <a:latin typeface="Graphik"/>
                <a:ea typeface="+mn-ea"/>
                <a:cs typeface="+mn-cs"/>
              </a:rPr>
              <a:t>Lorem ipsum dolor sit </a:t>
            </a:r>
            <a:r>
              <a:rPr lang="en-US" sz="1100" b="1" dirty="0" err="1">
                <a:solidFill>
                  <a:srgbClr val="000000"/>
                </a:solidFill>
                <a:latin typeface="Graphik"/>
                <a:ea typeface="+mn-ea"/>
                <a:cs typeface="+mn-cs"/>
              </a:rPr>
              <a:t>amet</a:t>
            </a:r>
            <a:r>
              <a:rPr lang="en-US" sz="1100" b="1" dirty="0">
                <a:solidFill>
                  <a:srgbClr val="000000"/>
                </a:solidFill>
                <a:latin typeface="Graphik"/>
                <a:ea typeface="+mn-ea"/>
                <a:cs typeface="+mn-cs"/>
              </a:rPr>
              <a:t>?</a:t>
            </a:r>
          </a:p>
          <a:p>
            <a:pPr lvl="0" defTabSz="914400">
              <a:lnSpc>
                <a:spcPct val="100000"/>
              </a:lnSpc>
              <a:spcBef>
                <a:spcPts val="200"/>
              </a:spcBef>
              <a:spcAft>
                <a:spcPts val="200"/>
              </a:spcAft>
            </a:pPr>
            <a:r>
              <a:rPr lang="en-US" sz="1100" dirty="0">
                <a:solidFill>
                  <a:srgbClr val="000000"/>
                </a:solidFill>
                <a:latin typeface="Graphik"/>
                <a:ea typeface="+mn-ea"/>
                <a:cs typeface="+mn-cs"/>
              </a:rPr>
              <a:t>Lorem ipsum dolor sit </a:t>
            </a:r>
            <a:r>
              <a:rPr lang="en-US" sz="1100" dirty="0" err="1">
                <a:solidFill>
                  <a:srgbClr val="000000"/>
                </a:solidFill>
                <a:latin typeface="Graphik"/>
                <a:ea typeface="+mn-ea"/>
                <a:cs typeface="+mn-cs"/>
              </a:rPr>
              <a:t>amet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consetetur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sadipscing</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elitr</a:t>
            </a:r>
            <a:r>
              <a:rPr lang="en-US" sz="1100" dirty="0">
                <a:solidFill>
                  <a:srgbClr val="000000"/>
                </a:solidFill>
                <a:latin typeface="Graphik"/>
                <a:ea typeface="+mn-ea"/>
                <a:cs typeface="+mn-cs"/>
              </a:rPr>
              <a:t>, sed diam </a:t>
            </a:r>
            <a:r>
              <a:rPr lang="en-US" sz="1100" dirty="0" err="1">
                <a:solidFill>
                  <a:srgbClr val="000000"/>
                </a:solidFill>
                <a:latin typeface="Graphik"/>
                <a:ea typeface="+mn-ea"/>
                <a:cs typeface="+mn-cs"/>
              </a:rPr>
              <a:t>nonumy</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eirmod</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tempor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invidunt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ut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labore</a:t>
            </a:r>
            <a:r>
              <a:rPr lang="en-US" sz="1100" dirty="0">
                <a:solidFill>
                  <a:srgbClr val="000000"/>
                </a:solidFill>
                <a:latin typeface="Graphik"/>
                <a:ea typeface="+mn-ea"/>
                <a:cs typeface="+mn-cs"/>
              </a:rPr>
              <a:t> et dolore magna </a:t>
            </a:r>
            <a:r>
              <a:rPr lang="en-US" sz="1100" dirty="0" err="1">
                <a:solidFill>
                  <a:srgbClr val="000000"/>
                </a:solidFill>
                <a:latin typeface="Graphik"/>
                <a:ea typeface="+mn-ea"/>
                <a:cs typeface="+mn-cs"/>
              </a:rPr>
              <a:t>aliquyam</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erat</a:t>
            </a:r>
            <a:r>
              <a:rPr lang="en-US" sz="1100" dirty="0">
                <a:solidFill>
                  <a:srgbClr val="000000"/>
                </a:solidFill>
                <a:latin typeface="Graphik"/>
                <a:ea typeface="+mn-ea"/>
                <a:cs typeface="+mn-cs"/>
              </a:rPr>
              <a:t>, sed diam </a:t>
            </a:r>
          </a:p>
          <a:p>
            <a:pPr marL="108000" lvl="0" indent="-108000" defTabSz="914400">
              <a:lnSpc>
                <a:spcPct val="100000"/>
              </a:lnSpc>
              <a:spcBef>
                <a:spcPts val="200"/>
              </a:spcBef>
              <a:spcAft>
                <a:spcPts val="200"/>
              </a:spcAft>
              <a:buFont typeface="Arial" panose="020B0604020202020204" pitchFamily="34" charset="0"/>
              <a:buChar char="•"/>
            </a:pPr>
            <a:r>
              <a:rPr lang="en-US" sz="1100" dirty="0">
                <a:solidFill>
                  <a:srgbClr val="000000"/>
                </a:solidFill>
                <a:latin typeface="Graphik"/>
                <a:ea typeface="+mn-ea"/>
                <a:cs typeface="+mn-cs"/>
              </a:rPr>
              <a:t>Lorem ipsum dolor sit </a:t>
            </a:r>
            <a:r>
              <a:rPr lang="en-US" sz="1100" dirty="0" err="1">
                <a:solidFill>
                  <a:srgbClr val="000000"/>
                </a:solidFill>
                <a:latin typeface="Graphik"/>
                <a:ea typeface="+mn-ea"/>
                <a:cs typeface="+mn-cs"/>
              </a:rPr>
              <a:t>amet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consetetur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sadipscing</a:t>
            </a:r>
            <a:r>
              <a:rPr lang="en-US" sz="1100" dirty="0">
                <a:solidFill>
                  <a:srgbClr val="000000"/>
                </a:solidFill>
                <a:latin typeface="Graphik"/>
                <a:ea typeface="+mn-ea"/>
                <a:cs typeface="+mn-cs"/>
              </a:rPr>
              <a:t> Lorem ipsum dolor sit </a:t>
            </a:r>
            <a:r>
              <a:rPr lang="en-US" sz="1100" dirty="0" err="1">
                <a:solidFill>
                  <a:srgbClr val="000000"/>
                </a:solidFill>
                <a:latin typeface="Graphik"/>
                <a:ea typeface="+mn-ea"/>
                <a:cs typeface="+mn-cs"/>
              </a:rPr>
              <a:t>amet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consetetur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sadipscing</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elitr</a:t>
            </a:r>
            <a:r>
              <a:rPr lang="en-US" sz="1100" dirty="0">
                <a:solidFill>
                  <a:srgbClr val="000000"/>
                </a:solidFill>
                <a:latin typeface="Graphik"/>
                <a:ea typeface="+mn-ea"/>
                <a:cs typeface="+mn-cs"/>
              </a:rPr>
              <a:t>, sed diam </a:t>
            </a:r>
            <a:r>
              <a:rPr lang="en-US" sz="1100" dirty="0" err="1">
                <a:solidFill>
                  <a:srgbClr val="000000"/>
                </a:solidFill>
                <a:latin typeface="Graphik"/>
                <a:ea typeface="+mn-ea"/>
                <a:cs typeface="+mn-cs"/>
              </a:rPr>
              <a:t>nonumy</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eirmod</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tempor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invidunt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ut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labore</a:t>
            </a:r>
            <a:r>
              <a:rPr lang="en-US" sz="1100" dirty="0">
                <a:solidFill>
                  <a:srgbClr val="000000"/>
                </a:solidFill>
                <a:latin typeface="Graphik"/>
                <a:ea typeface="+mn-ea"/>
                <a:cs typeface="+mn-cs"/>
              </a:rPr>
              <a:t> et dolore magna </a:t>
            </a:r>
            <a:r>
              <a:rPr lang="en-US" sz="1100" dirty="0" err="1">
                <a:solidFill>
                  <a:srgbClr val="000000"/>
                </a:solidFill>
                <a:latin typeface="Graphik"/>
                <a:ea typeface="+mn-ea"/>
                <a:cs typeface="+mn-cs"/>
              </a:rPr>
              <a:t>aliquyam</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erat</a:t>
            </a:r>
            <a:r>
              <a:rPr lang="en-US" sz="1100" dirty="0">
                <a:solidFill>
                  <a:srgbClr val="000000"/>
                </a:solidFill>
                <a:latin typeface="Graphik"/>
                <a:ea typeface="+mn-ea"/>
                <a:cs typeface="+mn-cs"/>
              </a:rPr>
              <a:t>, sed diam</a:t>
            </a:r>
          </a:p>
          <a:p>
            <a:pPr marL="108000" lvl="0" indent="-108000" defTabSz="914400">
              <a:lnSpc>
                <a:spcPct val="100000"/>
              </a:lnSpc>
              <a:spcBef>
                <a:spcPts val="200"/>
              </a:spcBef>
              <a:spcAft>
                <a:spcPts val="200"/>
              </a:spcAft>
              <a:buFont typeface="Arial" panose="020B0604020202020204" pitchFamily="34" charset="0"/>
              <a:buChar char="•"/>
            </a:pPr>
            <a:r>
              <a:rPr lang="en-US" sz="1100" dirty="0">
                <a:solidFill>
                  <a:srgbClr val="000000"/>
                </a:solidFill>
                <a:latin typeface="Graphik"/>
                <a:ea typeface="+mn-ea"/>
                <a:cs typeface="+mn-cs"/>
              </a:rPr>
              <a:t>Lorem ipsum dolor sit </a:t>
            </a:r>
            <a:r>
              <a:rPr lang="en-US" sz="1100" dirty="0" err="1">
                <a:solidFill>
                  <a:srgbClr val="000000"/>
                </a:solidFill>
                <a:latin typeface="Graphik"/>
                <a:ea typeface="+mn-ea"/>
                <a:cs typeface="+mn-cs"/>
              </a:rPr>
              <a:t>amet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consetetur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sadipscing</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elitr</a:t>
            </a:r>
            <a:r>
              <a:rPr lang="en-US" sz="1100" dirty="0">
                <a:solidFill>
                  <a:srgbClr val="000000"/>
                </a:solidFill>
                <a:latin typeface="Graphik"/>
                <a:ea typeface="+mn-ea"/>
                <a:cs typeface="+mn-cs"/>
              </a:rPr>
              <a:t>, sed diam </a:t>
            </a:r>
            <a:r>
              <a:rPr lang="en-US" sz="1100" dirty="0" err="1">
                <a:solidFill>
                  <a:srgbClr val="000000"/>
                </a:solidFill>
                <a:latin typeface="Graphik"/>
                <a:ea typeface="+mn-ea"/>
                <a:cs typeface="+mn-cs"/>
              </a:rPr>
              <a:t>nonumy</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eirmod</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tempor</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invidunt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ut</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labore</a:t>
            </a:r>
            <a:r>
              <a:rPr lang="en-US" sz="1100" dirty="0">
                <a:solidFill>
                  <a:srgbClr val="000000"/>
                </a:solidFill>
                <a:latin typeface="Graphik"/>
                <a:ea typeface="+mn-ea"/>
                <a:cs typeface="+mn-cs"/>
              </a:rPr>
              <a:t> et dolore magna </a:t>
            </a:r>
            <a:r>
              <a:rPr lang="en-US" sz="1100" dirty="0" err="1">
                <a:solidFill>
                  <a:srgbClr val="000000"/>
                </a:solidFill>
                <a:latin typeface="Graphik"/>
                <a:ea typeface="+mn-ea"/>
                <a:cs typeface="+mn-cs"/>
              </a:rPr>
              <a:t>aliquyam</a:t>
            </a:r>
            <a:r>
              <a:rPr lang="en-US" sz="1100" dirty="0">
                <a:solidFill>
                  <a:srgbClr val="000000"/>
                </a:solidFill>
                <a:latin typeface="Graphik"/>
                <a:ea typeface="+mn-ea"/>
                <a:cs typeface="+mn-cs"/>
              </a:rPr>
              <a:t> </a:t>
            </a:r>
            <a:r>
              <a:rPr lang="en-US" sz="1100" dirty="0" err="1">
                <a:solidFill>
                  <a:srgbClr val="000000"/>
                </a:solidFill>
                <a:latin typeface="Graphik"/>
                <a:ea typeface="+mn-ea"/>
                <a:cs typeface="+mn-cs"/>
              </a:rPr>
              <a:t>erat</a:t>
            </a:r>
            <a:r>
              <a:rPr lang="en-US" sz="1100" dirty="0">
                <a:solidFill>
                  <a:srgbClr val="000000"/>
                </a:solidFill>
                <a:latin typeface="Graphik"/>
                <a:ea typeface="+mn-ea"/>
                <a:cs typeface="+mn-cs"/>
              </a:rPr>
              <a:t>, sed diam </a:t>
            </a:r>
          </a:p>
        </p:txBody>
      </p:sp>
      <p:sp>
        <p:nvSpPr>
          <p:cNvPr id="13" name="Text Placeholder 3">
            <a:extLst>
              <a:ext uri="{FF2B5EF4-FFF2-40B4-BE49-F238E27FC236}">
                <a16:creationId xmlns:a16="http://schemas.microsoft.com/office/drawing/2014/main" id="{2D24E85B-CE6D-A06A-3121-646BA05CD028}"/>
              </a:ext>
            </a:extLst>
          </p:cNvPr>
          <p:cNvSpPr txBox="1">
            <a:spLocks/>
          </p:cNvSpPr>
          <p:nvPr/>
        </p:nvSpPr>
        <p:spPr>
          <a:xfrm>
            <a:off x="7151970" y="5041463"/>
            <a:ext cx="4609848" cy="1308050"/>
          </a:xfrm>
          <a:prstGeom prst="rect">
            <a:avLst/>
          </a:prstGeom>
        </p:spPr>
        <p:txBody>
          <a:bodyPr wrap="square" lIns="0" tIns="0">
            <a:spAutoFit/>
          </a:bodyPr>
          <a:lstStyle>
            <a:lvl1pPr marL="0" marR="0" indent="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1pPr>
            <a:lvl2pPr marL="0" marR="0" indent="228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2pPr>
            <a:lvl3pPr marL="0" marR="0" indent="457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3pPr>
            <a:lvl4pPr marL="0" marR="0" indent="685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4pPr>
            <a:lvl5pPr marL="0" marR="0" indent="9144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5pPr>
            <a:lvl6pPr marL="0" marR="0" indent="11430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6pPr>
            <a:lvl7pPr marL="0" marR="0" indent="1371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7pPr>
            <a:lvl8pPr marL="0" marR="0" indent="1600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8pPr>
            <a:lvl9pPr marL="0" marR="0" indent="1828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9pPr>
          </a:lstStyle>
          <a:p>
            <a:pPr lvl="0">
              <a:lnSpc>
                <a:spcPct val="100000"/>
              </a:lnSpc>
              <a:spcBef>
                <a:spcPts val="600"/>
              </a:spcBef>
            </a:pPr>
            <a:r>
              <a:rPr lang="en-US" sz="1100" dirty="0">
                <a:latin typeface="Graphik"/>
              </a:rPr>
              <a:t>Lorem ipsum dolor sit </a:t>
            </a:r>
            <a:r>
              <a:rPr lang="en-US" sz="1100" dirty="0" err="1">
                <a:latin typeface="Graphik"/>
              </a:rPr>
              <a:t>amet</a:t>
            </a:r>
            <a:r>
              <a:rPr lang="en-US" sz="1100" dirty="0">
                <a:latin typeface="Graphik"/>
              </a:rPr>
              <a:t>, </a:t>
            </a:r>
            <a:r>
              <a:rPr lang="en-US" sz="1100" dirty="0" err="1">
                <a:latin typeface="Graphik"/>
              </a:rPr>
              <a:t>consetetur</a:t>
            </a:r>
            <a:r>
              <a:rPr lang="en-US" sz="1100" dirty="0">
                <a:latin typeface="Graphik"/>
              </a:rPr>
              <a:t> </a:t>
            </a:r>
            <a:r>
              <a:rPr lang="en-US" sz="1100" dirty="0" err="1">
                <a:latin typeface="Graphik"/>
              </a:rPr>
              <a:t>sadipscing</a:t>
            </a:r>
            <a:r>
              <a:rPr lang="en-US" sz="1100" dirty="0">
                <a:latin typeface="Graphik"/>
              </a:rPr>
              <a:t> </a:t>
            </a:r>
            <a:r>
              <a:rPr lang="en-US" sz="1100" dirty="0" err="1">
                <a:latin typeface="Graphik"/>
              </a:rPr>
              <a:t>elitr</a:t>
            </a:r>
            <a:r>
              <a:rPr lang="en-US" sz="1100" dirty="0">
                <a:latin typeface="Graphik"/>
              </a:rPr>
              <a:t>, sed diam </a:t>
            </a:r>
            <a:r>
              <a:rPr lang="en-US" sz="1100" dirty="0" err="1">
                <a:latin typeface="Graphik"/>
              </a:rPr>
              <a:t>nonumy</a:t>
            </a:r>
            <a:r>
              <a:rPr lang="en-US" sz="1100" dirty="0">
                <a:latin typeface="Graphik"/>
              </a:rPr>
              <a:t> </a:t>
            </a:r>
            <a:r>
              <a:rPr lang="en-US" sz="1100" dirty="0" err="1">
                <a:latin typeface="Graphik"/>
              </a:rPr>
              <a:t>eirmod</a:t>
            </a:r>
            <a:r>
              <a:rPr lang="en-US" sz="1100" dirty="0">
                <a:latin typeface="Graphik"/>
              </a:rPr>
              <a:t> </a:t>
            </a:r>
            <a:r>
              <a:rPr lang="en-US" sz="1100" dirty="0" err="1">
                <a:latin typeface="Graphik"/>
              </a:rPr>
              <a:t>tempor</a:t>
            </a:r>
            <a:r>
              <a:rPr lang="en-US" sz="1100" dirty="0">
                <a:latin typeface="Graphik"/>
              </a:rPr>
              <a:t> </a:t>
            </a:r>
            <a:r>
              <a:rPr lang="en-US" sz="1100" dirty="0" err="1">
                <a:latin typeface="Graphik"/>
              </a:rPr>
              <a:t>invidunt</a:t>
            </a:r>
            <a:r>
              <a:rPr lang="en-US" sz="1100" dirty="0">
                <a:latin typeface="Graphik"/>
              </a:rPr>
              <a:t> </a:t>
            </a:r>
            <a:r>
              <a:rPr lang="en-US" sz="1100" dirty="0" err="1">
                <a:latin typeface="Graphik"/>
              </a:rPr>
              <a:t>ut</a:t>
            </a:r>
            <a:r>
              <a:rPr lang="en-US" sz="1100" dirty="0">
                <a:latin typeface="Graphik"/>
              </a:rPr>
              <a:t> </a:t>
            </a:r>
            <a:r>
              <a:rPr lang="en-US" sz="1100" dirty="0" err="1">
                <a:latin typeface="Graphik"/>
              </a:rPr>
              <a:t>labore</a:t>
            </a:r>
            <a:r>
              <a:rPr lang="en-US" sz="1100" dirty="0">
                <a:latin typeface="Graphik"/>
              </a:rPr>
              <a:t> et dolore magna </a:t>
            </a:r>
            <a:r>
              <a:rPr lang="en-US" sz="1100" dirty="0" err="1">
                <a:latin typeface="Graphik"/>
              </a:rPr>
              <a:t>aliquyam</a:t>
            </a:r>
            <a:r>
              <a:rPr lang="en-US" sz="1100" dirty="0">
                <a:latin typeface="Graphik"/>
              </a:rPr>
              <a:t> </a:t>
            </a:r>
            <a:r>
              <a:rPr lang="en-US" sz="1100" dirty="0" err="1">
                <a:latin typeface="Graphik"/>
              </a:rPr>
              <a:t>erat</a:t>
            </a:r>
            <a:r>
              <a:rPr lang="en-US" sz="1100" dirty="0">
                <a:latin typeface="Graphik"/>
              </a:rPr>
              <a:t>, sed diam</a:t>
            </a:r>
            <a:br>
              <a:rPr lang="en-US" sz="1100" dirty="0">
                <a:latin typeface="Graphik"/>
              </a:rPr>
            </a:br>
            <a:endParaRPr lang="en-US" sz="1100" dirty="0">
              <a:latin typeface="Graphik"/>
            </a:endParaRPr>
          </a:p>
          <a:p>
            <a:pPr lvl="0">
              <a:lnSpc>
                <a:spcPct val="100000"/>
              </a:lnSpc>
              <a:spcBef>
                <a:spcPts val="600"/>
              </a:spcBef>
            </a:pPr>
            <a:r>
              <a:rPr lang="en-US" sz="1100" dirty="0">
                <a:latin typeface="Graphik"/>
              </a:rPr>
              <a:t>Lorem ipsum dolor sit </a:t>
            </a:r>
            <a:r>
              <a:rPr lang="en-US" sz="1100" dirty="0" err="1">
                <a:latin typeface="Graphik"/>
              </a:rPr>
              <a:t>amet</a:t>
            </a:r>
            <a:r>
              <a:rPr lang="en-US" sz="1100" dirty="0">
                <a:latin typeface="Graphik"/>
              </a:rPr>
              <a:t>, </a:t>
            </a:r>
            <a:r>
              <a:rPr lang="en-US" sz="1100" dirty="0" err="1">
                <a:latin typeface="Graphik"/>
              </a:rPr>
              <a:t>consetetur</a:t>
            </a:r>
            <a:r>
              <a:rPr lang="en-US" sz="1100" dirty="0">
                <a:latin typeface="Graphik"/>
              </a:rPr>
              <a:t> </a:t>
            </a:r>
            <a:r>
              <a:rPr lang="en-US" sz="1100" dirty="0" err="1">
                <a:latin typeface="Graphik"/>
              </a:rPr>
              <a:t>sadipscing</a:t>
            </a:r>
            <a:r>
              <a:rPr lang="en-US" sz="1100" dirty="0">
                <a:latin typeface="Graphik"/>
              </a:rPr>
              <a:t> </a:t>
            </a:r>
            <a:r>
              <a:rPr lang="en-US" sz="1100" dirty="0" err="1">
                <a:latin typeface="Graphik"/>
              </a:rPr>
              <a:t>elitr</a:t>
            </a:r>
            <a:r>
              <a:rPr lang="en-US" sz="1100" dirty="0">
                <a:latin typeface="Graphik"/>
              </a:rPr>
              <a:t>, sed diam </a:t>
            </a:r>
            <a:r>
              <a:rPr lang="en-US" sz="1100" dirty="0" err="1">
                <a:latin typeface="Graphik"/>
              </a:rPr>
              <a:t>nonumy</a:t>
            </a:r>
            <a:r>
              <a:rPr lang="en-US" sz="1100" dirty="0">
                <a:latin typeface="Graphik"/>
              </a:rPr>
              <a:t> </a:t>
            </a:r>
            <a:r>
              <a:rPr lang="en-US" sz="1100" dirty="0" err="1">
                <a:latin typeface="Graphik"/>
              </a:rPr>
              <a:t>eirmod</a:t>
            </a:r>
            <a:r>
              <a:rPr lang="en-US" sz="1100" dirty="0">
                <a:latin typeface="Graphik"/>
              </a:rPr>
              <a:t> </a:t>
            </a:r>
            <a:r>
              <a:rPr lang="en-US" sz="1100" dirty="0" err="1">
                <a:latin typeface="Graphik"/>
              </a:rPr>
              <a:t>tempor</a:t>
            </a:r>
            <a:r>
              <a:rPr lang="en-US" sz="1100" dirty="0">
                <a:latin typeface="Graphik"/>
              </a:rPr>
              <a:t> </a:t>
            </a:r>
            <a:r>
              <a:rPr lang="en-US" sz="1100" dirty="0" err="1">
                <a:latin typeface="Graphik"/>
              </a:rPr>
              <a:t>invidunt</a:t>
            </a:r>
            <a:r>
              <a:rPr lang="en-US" sz="1100" dirty="0">
                <a:latin typeface="Graphik"/>
              </a:rPr>
              <a:t> </a:t>
            </a:r>
            <a:r>
              <a:rPr lang="en-US" sz="1100" dirty="0" err="1">
                <a:latin typeface="Graphik"/>
              </a:rPr>
              <a:t>ut</a:t>
            </a:r>
            <a:r>
              <a:rPr lang="en-US" sz="1100" dirty="0">
                <a:latin typeface="Graphik"/>
              </a:rPr>
              <a:t> </a:t>
            </a:r>
            <a:r>
              <a:rPr lang="en-US" sz="1100" dirty="0" err="1">
                <a:latin typeface="Graphik"/>
              </a:rPr>
              <a:t>labore</a:t>
            </a:r>
            <a:r>
              <a:rPr lang="en-US" sz="1100" dirty="0">
                <a:latin typeface="Graphik"/>
              </a:rPr>
              <a:t> et dolore magna </a:t>
            </a:r>
            <a:r>
              <a:rPr lang="en-US" sz="1100" dirty="0" err="1">
                <a:latin typeface="Graphik"/>
              </a:rPr>
              <a:t>aliquyam</a:t>
            </a:r>
            <a:r>
              <a:rPr lang="en-US" sz="1100" dirty="0">
                <a:latin typeface="Graphik"/>
              </a:rPr>
              <a:t> </a:t>
            </a:r>
            <a:r>
              <a:rPr lang="en-US" sz="1100" dirty="0" err="1">
                <a:latin typeface="Graphik"/>
              </a:rPr>
              <a:t>erat</a:t>
            </a:r>
            <a:r>
              <a:rPr lang="en-US" sz="1100" dirty="0">
                <a:latin typeface="Graphik"/>
              </a:rPr>
              <a:t>, sed diam </a:t>
            </a:r>
            <a:endParaRPr kumimoji="0" lang="en-US" sz="1100" b="1" i="0" u="none" strike="noStrike" kern="1200" cap="none" spc="0" normalizeH="0" baseline="0" noProof="0" dirty="0">
              <a:ln>
                <a:noFill/>
              </a:ln>
              <a:effectLst/>
              <a:uLnTx/>
              <a:uFillTx/>
              <a:latin typeface="Graphik"/>
              <a:sym typeface="Graphik Light"/>
            </a:endParaRPr>
          </a:p>
        </p:txBody>
      </p:sp>
      <p:sp>
        <p:nvSpPr>
          <p:cNvPr id="14" name="Text Placeholder 3">
            <a:extLst>
              <a:ext uri="{FF2B5EF4-FFF2-40B4-BE49-F238E27FC236}">
                <a16:creationId xmlns:a16="http://schemas.microsoft.com/office/drawing/2014/main" id="{779D9542-F66A-3478-76E4-F1A372F05225}"/>
              </a:ext>
            </a:extLst>
          </p:cNvPr>
          <p:cNvSpPr txBox="1">
            <a:spLocks/>
          </p:cNvSpPr>
          <p:nvPr/>
        </p:nvSpPr>
        <p:spPr>
          <a:xfrm>
            <a:off x="6471926" y="4422962"/>
            <a:ext cx="5339077" cy="397101"/>
          </a:xfrm>
          <a:prstGeom prst="roundRect">
            <a:avLst>
              <a:gd name="adj" fmla="val 0"/>
            </a:avLst>
          </a:prstGeom>
          <a:solidFill>
            <a:schemeClr val="accent1"/>
          </a:solidFill>
        </p:spPr>
        <p:txBody>
          <a:bodyPr lIns="0" tIns="0" rIns="0" bIns="0" anchor="ctr"/>
          <a:lstStyle>
            <a:lvl1pPr marL="0" marR="0" indent="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1pPr>
            <a:lvl2pPr marL="0" marR="0" indent="228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2pPr>
            <a:lvl3pPr marL="0" marR="0" indent="457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3pPr>
            <a:lvl4pPr marL="0" marR="0" indent="685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4pPr>
            <a:lvl5pPr marL="0" marR="0" indent="9144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5pPr>
            <a:lvl6pPr marL="0" marR="0" indent="11430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6pPr>
            <a:lvl7pPr marL="0" marR="0" indent="1371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7pPr>
            <a:lvl8pPr marL="0" marR="0" indent="1600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8pPr>
            <a:lvl9pPr marL="0" marR="0" indent="1828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9pPr>
          </a:lstStyle>
          <a:p>
            <a:pPr marL="0" marR="0" lvl="0" indent="0" algn="ctr" defTabSz="914400" rtl="0" eaLnBrk="1" fontAlgn="auto" latinLnBrk="0" hangingPunct="1">
              <a:lnSpc>
                <a:spcPct val="100000"/>
              </a:lnSpc>
              <a:spcBef>
                <a:spcPts val="600"/>
              </a:spcBef>
              <a:spcAft>
                <a:spcPts val="0"/>
              </a:spcAft>
              <a:buClrTx/>
              <a:buSzTx/>
              <a:tabLst/>
              <a:defRPr/>
            </a:pPr>
            <a:r>
              <a:rPr kumimoji="0" lang="en-US" sz="1400" b="1" i="0" u="none" strike="noStrike" kern="1200" cap="none" spc="0" normalizeH="0" baseline="0" noProof="0" dirty="0">
                <a:ln>
                  <a:noFill/>
                </a:ln>
                <a:solidFill>
                  <a:schemeClr val="bg1"/>
                </a:solidFill>
                <a:effectLst/>
                <a:uLnTx/>
                <a:uFillTx/>
                <a:latin typeface="Graphik"/>
                <a:ea typeface="+mn-ea"/>
                <a:cs typeface="+mn-cs"/>
                <a:sym typeface="Graphik Light"/>
              </a:rPr>
              <a:t>Lessons Learned</a:t>
            </a:r>
          </a:p>
        </p:txBody>
      </p:sp>
      <p:sp>
        <p:nvSpPr>
          <p:cNvPr id="15" name="Text Placeholder 3">
            <a:extLst>
              <a:ext uri="{FF2B5EF4-FFF2-40B4-BE49-F238E27FC236}">
                <a16:creationId xmlns:a16="http://schemas.microsoft.com/office/drawing/2014/main" id="{5FA282EC-F8B5-1DD5-1FB1-ED47DD113355}"/>
              </a:ext>
            </a:extLst>
          </p:cNvPr>
          <p:cNvSpPr txBox="1">
            <a:spLocks/>
          </p:cNvSpPr>
          <p:nvPr/>
        </p:nvSpPr>
        <p:spPr>
          <a:xfrm>
            <a:off x="1068128" y="5048166"/>
            <a:ext cx="4738139" cy="1308050"/>
          </a:xfrm>
          <a:prstGeom prst="rect">
            <a:avLst/>
          </a:prstGeom>
        </p:spPr>
        <p:txBody>
          <a:bodyPr wrap="square" lIns="0" tIns="0">
            <a:spAutoFit/>
          </a:bodyPr>
          <a:lstStyle>
            <a:lvl1pPr marL="0" marR="0" indent="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1pPr>
            <a:lvl2pPr marL="0" marR="0" indent="228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2pPr>
            <a:lvl3pPr marL="0" marR="0" indent="457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3pPr>
            <a:lvl4pPr marL="0" marR="0" indent="685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4pPr>
            <a:lvl5pPr marL="0" marR="0" indent="9144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5pPr>
            <a:lvl6pPr marL="0" marR="0" indent="11430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6pPr>
            <a:lvl7pPr marL="0" marR="0" indent="1371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7pPr>
            <a:lvl8pPr marL="0" marR="0" indent="1600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8pPr>
            <a:lvl9pPr marL="0" marR="0" indent="1828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9pPr>
          </a:lstStyle>
          <a:p>
            <a:pPr fontAlgn="auto">
              <a:lnSpc>
                <a:spcPct val="100000"/>
              </a:lnSpc>
              <a:spcBef>
                <a:spcPts val="600"/>
              </a:spcBef>
              <a:defRPr/>
            </a:pPr>
            <a:r>
              <a:rPr lang="en-US" sz="1100" dirty="0">
                <a:latin typeface="Graphik"/>
              </a:rPr>
              <a:t>Lorem ipsum dolor sit </a:t>
            </a:r>
            <a:r>
              <a:rPr lang="en-US" sz="1100" dirty="0" err="1">
                <a:latin typeface="Graphik"/>
              </a:rPr>
              <a:t>amet</a:t>
            </a:r>
            <a:r>
              <a:rPr lang="en-US" sz="1100" dirty="0">
                <a:latin typeface="Graphik"/>
              </a:rPr>
              <a:t>, </a:t>
            </a:r>
            <a:r>
              <a:rPr lang="en-US" sz="1100" dirty="0" err="1">
                <a:latin typeface="Graphik"/>
              </a:rPr>
              <a:t>consetetur</a:t>
            </a:r>
            <a:r>
              <a:rPr lang="en-US" sz="1100" dirty="0">
                <a:latin typeface="Graphik"/>
              </a:rPr>
              <a:t> </a:t>
            </a:r>
            <a:r>
              <a:rPr lang="en-US" sz="1100" dirty="0" err="1">
                <a:latin typeface="Graphik"/>
              </a:rPr>
              <a:t>sadipscing</a:t>
            </a:r>
            <a:r>
              <a:rPr lang="en-US" sz="1100" dirty="0">
                <a:latin typeface="Graphik"/>
              </a:rPr>
              <a:t> </a:t>
            </a:r>
            <a:r>
              <a:rPr lang="en-US" sz="1100" dirty="0" err="1">
                <a:latin typeface="Graphik"/>
              </a:rPr>
              <a:t>elitr</a:t>
            </a:r>
            <a:r>
              <a:rPr lang="en-US" sz="1100" dirty="0">
                <a:latin typeface="Graphik"/>
              </a:rPr>
              <a:t>, sed diam </a:t>
            </a:r>
            <a:r>
              <a:rPr lang="en-US" sz="1100" dirty="0" err="1">
                <a:latin typeface="Graphik"/>
              </a:rPr>
              <a:t>nonumy</a:t>
            </a:r>
            <a:r>
              <a:rPr lang="en-US" sz="1100" dirty="0">
                <a:latin typeface="Graphik"/>
              </a:rPr>
              <a:t> </a:t>
            </a:r>
            <a:r>
              <a:rPr lang="en-US" sz="1100" dirty="0" err="1">
                <a:latin typeface="Graphik"/>
              </a:rPr>
              <a:t>eirmod</a:t>
            </a:r>
            <a:r>
              <a:rPr lang="en-US" sz="1100" dirty="0">
                <a:latin typeface="Graphik"/>
              </a:rPr>
              <a:t> </a:t>
            </a:r>
            <a:r>
              <a:rPr lang="en-US" sz="1100" dirty="0" err="1">
                <a:latin typeface="Graphik"/>
              </a:rPr>
              <a:t>tempor</a:t>
            </a:r>
            <a:r>
              <a:rPr lang="en-US" sz="1100" dirty="0">
                <a:latin typeface="Graphik"/>
              </a:rPr>
              <a:t> </a:t>
            </a:r>
            <a:r>
              <a:rPr lang="en-US" sz="1100" dirty="0" err="1">
                <a:latin typeface="Graphik"/>
              </a:rPr>
              <a:t>invidunt</a:t>
            </a:r>
            <a:r>
              <a:rPr lang="en-US" sz="1100" dirty="0">
                <a:latin typeface="Graphik"/>
              </a:rPr>
              <a:t> </a:t>
            </a:r>
            <a:r>
              <a:rPr lang="en-US" sz="1100" dirty="0" err="1">
                <a:latin typeface="Graphik"/>
              </a:rPr>
              <a:t>ut</a:t>
            </a:r>
            <a:r>
              <a:rPr lang="en-US" sz="1100" dirty="0">
                <a:latin typeface="Graphik"/>
              </a:rPr>
              <a:t> </a:t>
            </a:r>
            <a:r>
              <a:rPr lang="en-US" sz="1100" dirty="0" err="1">
                <a:latin typeface="Graphik"/>
              </a:rPr>
              <a:t>labore</a:t>
            </a:r>
            <a:r>
              <a:rPr lang="en-US" sz="1100" dirty="0">
                <a:latin typeface="Graphik"/>
              </a:rPr>
              <a:t> et dolore magna </a:t>
            </a:r>
            <a:r>
              <a:rPr lang="en-US" sz="1100" dirty="0" err="1">
                <a:latin typeface="Graphik"/>
              </a:rPr>
              <a:t>aliquyam</a:t>
            </a:r>
            <a:r>
              <a:rPr lang="en-US" sz="1100" dirty="0">
                <a:latin typeface="Graphik"/>
              </a:rPr>
              <a:t> </a:t>
            </a:r>
            <a:r>
              <a:rPr lang="en-US" sz="1100" dirty="0" err="1">
                <a:latin typeface="Graphik"/>
              </a:rPr>
              <a:t>erat</a:t>
            </a:r>
            <a:r>
              <a:rPr lang="en-US" sz="1100" dirty="0">
                <a:latin typeface="Graphik"/>
              </a:rPr>
              <a:t>, sed diam</a:t>
            </a:r>
            <a:br>
              <a:rPr lang="en-US" sz="1100" dirty="0">
                <a:latin typeface="Graphik"/>
              </a:rPr>
            </a:br>
            <a:endParaRPr lang="en-US" sz="1100" dirty="0">
              <a:latin typeface="Graphik"/>
            </a:endParaRPr>
          </a:p>
          <a:p>
            <a:pPr fontAlgn="auto">
              <a:lnSpc>
                <a:spcPct val="100000"/>
              </a:lnSpc>
              <a:spcBef>
                <a:spcPts val="600"/>
              </a:spcBef>
              <a:defRPr/>
            </a:pPr>
            <a:r>
              <a:rPr lang="en-US" sz="1100" dirty="0">
                <a:latin typeface="Graphik"/>
              </a:rPr>
              <a:t>Lorem ipsum dolor sit </a:t>
            </a:r>
            <a:r>
              <a:rPr lang="en-US" sz="1100" dirty="0" err="1">
                <a:latin typeface="Graphik"/>
              </a:rPr>
              <a:t>amet</a:t>
            </a:r>
            <a:r>
              <a:rPr lang="en-US" sz="1100" dirty="0">
                <a:latin typeface="Graphik"/>
              </a:rPr>
              <a:t>, </a:t>
            </a:r>
            <a:r>
              <a:rPr lang="en-US" sz="1100" dirty="0" err="1">
                <a:latin typeface="Graphik"/>
              </a:rPr>
              <a:t>consetetur</a:t>
            </a:r>
            <a:r>
              <a:rPr lang="en-US" sz="1100" dirty="0">
                <a:latin typeface="Graphik"/>
              </a:rPr>
              <a:t> </a:t>
            </a:r>
            <a:r>
              <a:rPr lang="en-US" sz="1100" dirty="0" err="1">
                <a:latin typeface="Graphik"/>
              </a:rPr>
              <a:t>sadipscing</a:t>
            </a:r>
            <a:r>
              <a:rPr lang="en-US" sz="1100" dirty="0">
                <a:latin typeface="Graphik"/>
              </a:rPr>
              <a:t> </a:t>
            </a:r>
            <a:r>
              <a:rPr lang="en-US" sz="1100" dirty="0" err="1">
                <a:latin typeface="Graphik"/>
              </a:rPr>
              <a:t>elitr</a:t>
            </a:r>
            <a:r>
              <a:rPr lang="en-US" sz="1100" dirty="0">
                <a:latin typeface="Graphik"/>
              </a:rPr>
              <a:t>, sed diam </a:t>
            </a:r>
            <a:r>
              <a:rPr lang="en-US" sz="1100" dirty="0" err="1">
                <a:latin typeface="Graphik"/>
              </a:rPr>
              <a:t>nonumy</a:t>
            </a:r>
            <a:r>
              <a:rPr lang="en-US" sz="1100" dirty="0">
                <a:latin typeface="Graphik"/>
              </a:rPr>
              <a:t> </a:t>
            </a:r>
            <a:r>
              <a:rPr lang="en-US" sz="1100" dirty="0" err="1">
                <a:latin typeface="Graphik"/>
              </a:rPr>
              <a:t>eirmod</a:t>
            </a:r>
            <a:r>
              <a:rPr lang="en-US" sz="1100" dirty="0">
                <a:latin typeface="Graphik"/>
              </a:rPr>
              <a:t> </a:t>
            </a:r>
            <a:r>
              <a:rPr lang="en-US" sz="1100" dirty="0" err="1">
                <a:latin typeface="Graphik"/>
              </a:rPr>
              <a:t>tempor</a:t>
            </a:r>
            <a:r>
              <a:rPr lang="en-US" sz="1100" dirty="0">
                <a:latin typeface="Graphik"/>
              </a:rPr>
              <a:t> </a:t>
            </a:r>
            <a:r>
              <a:rPr lang="en-US" sz="1100" dirty="0" err="1">
                <a:latin typeface="Graphik"/>
              </a:rPr>
              <a:t>invidunt</a:t>
            </a:r>
            <a:r>
              <a:rPr lang="en-US" sz="1100" dirty="0">
                <a:latin typeface="Graphik"/>
              </a:rPr>
              <a:t> </a:t>
            </a:r>
            <a:r>
              <a:rPr lang="en-US" sz="1100" dirty="0" err="1">
                <a:latin typeface="Graphik"/>
              </a:rPr>
              <a:t>ut</a:t>
            </a:r>
            <a:r>
              <a:rPr lang="en-US" sz="1100" dirty="0">
                <a:latin typeface="Graphik"/>
              </a:rPr>
              <a:t> </a:t>
            </a:r>
            <a:r>
              <a:rPr lang="en-US" sz="1100" dirty="0" err="1">
                <a:latin typeface="Graphik"/>
              </a:rPr>
              <a:t>labore</a:t>
            </a:r>
            <a:r>
              <a:rPr lang="en-US" sz="1100" dirty="0">
                <a:latin typeface="Graphik"/>
              </a:rPr>
              <a:t> et dolore magna </a:t>
            </a:r>
            <a:r>
              <a:rPr lang="en-US" sz="1100" dirty="0" err="1">
                <a:latin typeface="Graphik"/>
              </a:rPr>
              <a:t>aliquyam</a:t>
            </a:r>
            <a:r>
              <a:rPr lang="en-US" sz="1100" dirty="0">
                <a:latin typeface="Graphik"/>
              </a:rPr>
              <a:t> </a:t>
            </a:r>
            <a:r>
              <a:rPr lang="en-US" sz="1100" dirty="0" err="1">
                <a:latin typeface="Graphik"/>
              </a:rPr>
              <a:t>erat</a:t>
            </a:r>
            <a:r>
              <a:rPr lang="en-US" sz="1100" dirty="0">
                <a:latin typeface="Graphik"/>
              </a:rPr>
              <a:t>, sed diam </a:t>
            </a:r>
          </a:p>
        </p:txBody>
      </p:sp>
      <p:sp>
        <p:nvSpPr>
          <p:cNvPr id="16" name="Text Placeholder 3">
            <a:extLst>
              <a:ext uri="{FF2B5EF4-FFF2-40B4-BE49-F238E27FC236}">
                <a16:creationId xmlns:a16="http://schemas.microsoft.com/office/drawing/2014/main" id="{B80354A3-B109-9FC3-6A19-AC1AE522F737}"/>
              </a:ext>
            </a:extLst>
          </p:cNvPr>
          <p:cNvSpPr txBox="1">
            <a:spLocks/>
          </p:cNvSpPr>
          <p:nvPr/>
        </p:nvSpPr>
        <p:spPr>
          <a:xfrm>
            <a:off x="380999" y="4422962"/>
            <a:ext cx="5339077" cy="397101"/>
          </a:xfrm>
          <a:prstGeom prst="roundRect">
            <a:avLst>
              <a:gd name="adj" fmla="val 0"/>
            </a:avLst>
          </a:prstGeom>
          <a:solidFill>
            <a:schemeClr val="accent1"/>
          </a:solidFill>
        </p:spPr>
        <p:txBody>
          <a:bodyPr lIns="0" tIns="0" rIns="0" bIns="0" anchor="ctr"/>
          <a:lstStyle>
            <a:lvl1pPr marL="0" marR="0" indent="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1pPr>
            <a:lvl2pPr marL="0" marR="0" indent="228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2pPr>
            <a:lvl3pPr marL="0" marR="0" indent="457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3pPr>
            <a:lvl4pPr marL="0" marR="0" indent="685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4pPr>
            <a:lvl5pPr marL="0" marR="0" indent="9144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5pPr>
            <a:lvl6pPr marL="0" marR="0" indent="11430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6pPr>
            <a:lvl7pPr marL="0" marR="0" indent="1371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7pPr>
            <a:lvl8pPr marL="0" marR="0" indent="1600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8pPr>
            <a:lvl9pPr marL="0" marR="0" indent="1828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9pPr>
          </a:lstStyle>
          <a:p>
            <a:pPr algn="ctr" defTabSz="914400">
              <a:lnSpc>
                <a:spcPct val="100000"/>
              </a:lnSpc>
              <a:spcBef>
                <a:spcPts val="600"/>
              </a:spcBef>
            </a:pPr>
            <a:r>
              <a:rPr lang="en-US" sz="1400" b="1" dirty="0">
                <a:solidFill>
                  <a:schemeClr val="bg1"/>
                </a:solidFill>
                <a:latin typeface="Graphik"/>
                <a:ea typeface="+mn-ea"/>
                <a:cs typeface="+mn-cs"/>
              </a:rPr>
              <a:t>Key Considerations</a:t>
            </a:r>
          </a:p>
        </p:txBody>
      </p:sp>
      <p:sp>
        <p:nvSpPr>
          <p:cNvPr id="17" name="Oval 16">
            <a:extLst>
              <a:ext uri="{FF2B5EF4-FFF2-40B4-BE49-F238E27FC236}">
                <a16:creationId xmlns:a16="http://schemas.microsoft.com/office/drawing/2014/main" id="{574C21EC-959F-DB19-BF80-372421C77126}"/>
              </a:ext>
            </a:extLst>
          </p:cNvPr>
          <p:cNvSpPr/>
          <p:nvPr/>
        </p:nvSpPr>
        <p:spPr>
          <a:xfrm>
            <a:off x="399702" y="5052344"/>
            <a:ext cx="527463" cy="527463"/>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8" name="Oval 17">
            <a:extLst>
              <a:ext uri="{FF2B5EF4-FFF2-40B4-BE49-F238E27FC236}">
                <a16:creationId xmlns:a16="http://schemas.microsoft.com/office/drawing/2014/main" id="{F3C82A15-DEB0-9CC4-02F4-B13330D16531}"/>
              </a:ext>
            </a:extLst>
          </p:cNvPr>
          <p:cNvSpPr/>
          <p:nvPr/>
        </p:nvSpPr>
        <p:spPr>
          <a:xfrm>
            <a:off x="399702" y="5775676"/>
            <a:ext cx="527463" cy="527463"/>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9" name="Oval 18">
            <a:extLst>
              <a:ext uri="{FF2B5EF4-FFF2-40B4-BE49-F238E27FC236}">
                <a16:creationId xmlns:a16="http://schemas.microsoft.com/office/drawing/2014/main" id="{608DADD1-303D-D274-D5B0-5C4BA047538D}"/>
              </a:ext>
            </a:extLst>
          </p:cNvPr>
          <p:cNvSpPr/>
          <p:nvPr/>
        </p:nvSpPr>
        <p:spPr>
          <a:xfrm>
            <a:off x="6470819" y="4998856"/>
            <a:ext cx="527463" cy="527463"/>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0" name="Oval 19">
            <a:extLst>
              <a:ext uri="{FF2B5EF4-FFF2-40B4-BE49-F238E27FC236}">
                <a16:creationId xmlns:a16="http://schemas.microsoft.com/office/drawing/2014/main" id="{7DDD9419-181B-507A-7A0F-BDAF8CAEAB12}"/>
              </a:ext>
            </a:extLst>
          </p:cNvPr>
          <p:cNvSpPr/>
          <p:nvPr/>
        </p:nvSpPr>
        <p:spPr>
          <a:xfrm>
            <a:off x="6470819" y="5795677"/>
            <a:ext cx="527463" cy="527463"/>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21" name="team organization group social broadcast share network crowd source">
            <a:extLst>
              <a:ext uri="{FF2B5EF4-FFF2-40B4-BE49-F238E27FC236}">
                <a16:creationId xmlns:a16="http://schemas.microsoft.com/office/drawing/2014/main" id="{C0603B2A-D38A-7D83-514C-6B69BC795277}"/>
              </a:ext>
            </a:extLst>
          </p:cNvPr>
          <p:cNvGrpSpPr>
            <a:grpSpLocks noChangeAspect="1"/>
          </p:cNvGrpSpPr>
          <p:nvPr/>
        </p:nvGrpSpPr>
        <p:grpSpPr bwMode="auto">
          <a:xfrm>
            <a:off x="487836" y="5876234"/>
            <a:ext cx="351195" cy="326346"/>
            <a:chOff x="2599" y="3232"/>
            <a:chExt cx="424" cy="394"/>
          </a:xfrm>
          <a:solidFill>
            <a:schemeClr val="accent1"/>
          </a:solidFill>
        </p:grpSpPr>
        <p:sp>
          <p:nvSpPr>
            <p:cNvPr id="22" name="Freeform 149">
              <a:extLst>
                <a:ext uri="{FF2B5EF4-FFF2-40B4-BE49-F238E27FC236}">
                  <a16:creationId xmlns:a16="http://schemas.microsoft.com/office/drawing/2014/main" id="{F8242435-12A9-5CE7-7639-09F575F9EC38}"/>
                </a:ext>
              </a:extLst>
            </p:cNvPr>
            <p:cNvSpPr>
              <a:spLocks noEditPoints="1"/>
            </p:cNvSpPr>
            <p:nvPr/>
          </p:nvSpPr>
          <p:spPr bwMode="auto">
            <a:xfrm>
              <a:off x="2627" y="3411"/>
              <a:ext cx="110" cy="108"/>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5" y="0"/>
                    <a:pt x="72" y="16"/>
                    <a:pt x="72" y="36"/>
                  </a:cubicBezTo>
                  <a:cubicBezTo>
                    <a:pt x="72" y="56"/>
                    <a:pt x="55" y="72"/>
                    <a:pt x="36" y="72"/>
                  </a:cubicBezTo>
                  <a:close/>
                  <a:moveTo>
                    <a:pt x="36" y="12"/>
                  </a:moveTo>
                  <a:cubicBezTo>
                    <a:pt x="22" y="12"/>
                    <a:pt x="12" y="23"/>
                    <a:pt x="12" y="36"/>
                  </a:cubicBezTo>
                  <a:cubicBezTo>
                    <a:pt x="12" y="49"/>
                    <a:pt x="22"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3" name="Freeform 150">
              <a:extLst>
                <a:ext uri="{FF2B5EF4-FFF2-40B4-BE49-F238E27FC236}">
                  <a16:creationId xmlns:a16="http://schemas.microsoft.com/office/drawing/2014/main" id="{513BFEB7-C649-5121-7B02-F687C72E3446}"/>
                </a:ext>
              </a:extLst>
            </p:cNvPr>
            <p:cNvSpPr>
              <a:spLocks/>
            </p:cNvSpPr>
            <p:nvPr/>
          </p:nvSpPr>
          <p:spPr bwMode="auto">
            <a:xfrm>
              <a:off x="2599" y="3501"/>
              <a:ext cx="152" cy="89"/>
            </a:xfrm>
            <a:custGeom>
              <a:avLst/>
              <a:gdLst>
                <a:gd name="T0" fmla="*/ 73 w 99"/>
                <a:gd name="T1" fmla="*/ 60 h 60"/>
                <a:gd name="T2" fmla="*/ 6 w 99"/>
                <a:gd name="T3" fmla="*/ 60 h 60"/>
                <a:gd name="T4" fmla="*/ 0 w 99"/>
                <a:gd name="T5" fmla="*/ 54 h 60"/>
                <a:gd name="T6" fmla="*/ 54 w 99"/>
                <a:gd name="T7" fmla="*/ 0 h 60"/>
                <a:gd name="T8" fmla="*/ 97 w 99"/>
                <a:gd name="T9" fmla="*/ 22 h 60"/>
                <a:gd name="T10" fmla="*/ 96 w 99"/>
                <a:gd name="T11" fmla="*/ 31 h 60"/>
                <a:gd name="T12" fmla="*/ 88 w 99"/>
                <a:gd name="T13" fmla="*/ 29 h 60"/>
                <a:gd name="T14" fmla="*/ 54 w 99"/>
                <a:gd name="T15" fmla="*/ 12 h 60"/>
                <a:gd name="T16" fmla="*/ 12 w 99"/>
                <a:gd name="T17" fmla="*/ 48 h 60"/>
                <a:gd name="T18" fmla="*/ 73 w 99"/>
                <a:gd name="T19" fmla="*/ 48 h 60"/>
                <a:gd name="T20" fmla="*/ 79 w 99"/>
                <a:gd name="T21" fmla="*/ 54 h 60"/>
                <a:gd name="T22" fmla="*/ 73 w 99"/>
                <a:gd name="T23"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9" h="60">
                  <a:moveTo>
                    <a:pt x="73" y="60"/>
                  </a:moveTo>
                  <a:cubicBezTo>
                    <a:pt x="6" y="60"/>
                    <a:pt x="6" y="60"/>
                    <a:pt x="6" y="60"/>
                  </a:cubicBezTo>
                  <a:cubicBezTo>
                    <a:pt x="2" y="60"/>
                    <a:pt x="0" y="58"/>
                    <a:pt x="0" y="54"/>
                  </a:cubicBezTo>
                  <a:cubicBezTo>
                    <a:pt x="0" y="24"/>
                    <a:pt x="24" y="0"/>
                    <a:pt x="54" y="0"/>
                  </a:cubicBezTo>
                  <a:cubicBezTo>
                    <a:pt x="71" y="0"/>
                    <a:pt x="87" y="8"/>
                    <a:pt x="97" y="22"/>
                  </a:cubicBezTo>
                  <a:cubicBezTo>
                    <a:pt x="99" y="25"/>
                    <a:pt x="99" y="29"/>
                    <a:pt x="96" y="31"/>
                  </a:cubicBezTo>
                  <a:cubicBezTo>
                    <a:pt x="93" y="33"/>
                    <a:pt x="89" y="32"/>
                    <a:pt x="88" y="29"/>
                  </a:cubicBezTo>
                  <a:cubicBezTo>
                    <a:pt x="80" y="19"/>
                    <a:pt x="67" y="12"/>
                    <a:pt x="54" y="12"/>
                  </a:cubicBezTo>
                  <a:cubicBezTo>
                    <a:pt x="33" y="12"/>
                    <a:pt x="15" y="28"/>
                    <a:pt x="12" y="48"/>
                  </a:cubicBezTo>
                  <a:cubicBezTo>
                    <a:pt x="73" y="48"/>
                    <a:pt x="73" y="48"/>
                    <a:pt x="73" y="48"/>
                  </a:cubicBezTo>
                  <a:cubicBezTo>
                    <a:pt x="76" y="48"/>
                    <a:pt x="79" y="51"/>
                    <a:pt x="79" y="54"/>
                  </a:cubicBezTo>
                  <a:cubicBezTo>
                    <a:pt x="79" y="58"/>
                    <a:pt x="76" y="60"/>
                    <a:pt x="73"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4" name="Freeform 151">
              <a:extLst>
                <a:ext uri="{FF2B5EF4-FFF2-40B4-BE49-F238E27FC236}">
                  <a16:creationId xmlns:a16="http://schemas.microsoft.com/office/drawing/2014/main" id="{F68EF5B4-337F-4B70-47A0-1E10A0155068}"/>
                </a:ext>
              </a:extLst>
            </p:cNvPr>
            <p:cNvSpPr>
              <a:spLocks noEditPoints="1"/>
            </p:cNvSpPr>
            <p:nvPr/>
          </p:nvSpPr>
          <p:spPr bwMode="auto">
            <a:xfrm>
              <a:off x="2885" y="3411"/>
              <a:ext cx="110" cy="108"/>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5" y="0"/>
                    <a:pt x="72" y="16"/>
                    <a:pt x="72" y="36"/>
                  </a:cubicBezTo>
                  <a:cubicBezTo>
                    <a:pt x="72" y="56"/>
                    <a:pt x="55" y="72"/>
                    <a:pt x="36" y="72"/>
                  </a:cubicBezTo>
                  <a:close/>
                  <a:moveTo>
                    <a:pt x="36" y="12"/>
                  </a:moveTo>
                  <a:cubicBezTo>
                    <a:pt x="22" y="12"/>
                    <a:pt x="12" y="23"/>
                    <a:pt x="12" y="36"/>
                  </a:cubicBezTo>
                  <a:cubicBezTo>
                    <a:pt x="12" y="49"/>
                    <a:pt x="22"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5" name="Freeform 152">
              <a:extLst>
                <a:ext uri="{FF2B5EF4-FFF2-40B4-BE49-F238E27FC236}">
                  <a16:creationId xmlns:a16="http://schemas.microsoft.com/office/drawing/2014/main" id="{F7C0DA3E-6023-1498-C61F-3A6BC1432AFD}"/>
                </a:ext>
              </a:extLst>
            </p:cNvPr>
            <p:cNvSpPr>
              <a:spLocks/>
            </p:cNvSpPr>
            <p:nvPr/>
          </p:nvSpPr>
          <p:spPr bwMode="auto">
            <a:xfrm>
              <a:off x="2869" y="3501"/>
              <a:ext cx="154" cy="89"/>
            </a:xfrm>
            <a:custGeom>
              <a:avLst/>
              <a:gdLst>
                <a:gd name="T0" fmla="*/ 94 w 100"/>
                <a:gd name="T1" fmla="*/ 60 h 60"/>
                <a:gd name="T2" fmla="*/ 27 w 100"/>
                <a:gd name="T3" fmla="*/ 60 h 60"/>
                <a:gd name="T4" fmla="*/ 21 w 100"/>
                <a:gd name="T5" fmla="*/ 54 h 60"/>
                <a:gd name="T6" fmla="*/ 27 w 100"/>
                <a:gd name="T7" fmla="*/ 48 h 60"/>
                <a:gd name="T8" fmla="*/ 87 w 100"/>
                <a:gd name="T9" fmla="*/ 48 h 60"/>
                <a:gd name="T10" fmla="*/ 46 w 100"/>
                <a:gd name="T11" fmla="*/ 12 h 60"/>
                <a:gd name="T12" fmla="*/ 12 w 100"/>
                <a:gd name="T13" fmla="*/ 29 h 60"/>
                <a:gd name="T14" fmla="*/ 3 w 100"/>
                <a:gd name="T15" fmla="*/ 31 h 60"/>
                <a:gd name="T16" fmla="*/ 2 w 100"/>
                <a:gd name="T17" fmla="*/ 22 h 60"/>
                <a:gd name="T18" fmla="*/ 46 w 100"/>
                <a:gd name="T19" fmla="*/ 0 h 60"/>
                <a:gd name="T20" fmla="*/ 100 w 100"/>
                <a:gd name="T21" fmla="*/ 54 h 60"/>
                <a:gd name="T22" fmla="*/ 94 w 100"/>
                <a:gd name="T23"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0" h="60">
                  <a:moveTo>
                    <a:pt x="94" y="60"/>
                  </a:moveTo>
                  <a:cubicBezTo>
                    <a:pt x="27" y="60"/>
                    <a:pt x="27" y="60"/>
                    <a:pt x="27" y="60"/>
                  </a:cubicBezTo>
                  <a:cubicBezTo>
                    <a:pt x="23" y="60"/>
                    <a:pt x="21" y="58"/>
                    <a:pt x="21" y="54"/>
                  </a:cubicBezTo>
                  <a:cubicBezTo>
                    <a:pt x="21" y="51"/>
                    <a:pt x="23" y="48"/>
                    <a:pt x="27" y="48"/>
                  </a:cubicBezTo>
                  <a:cubicBezTo>
                    <a:pt x="87" y="48"/>
                    <a:pt x="87" y="48"/>
                    <a:pt x="87" y="48"/>
                  </a:cubicBezTo>
                  <a:cubicBezTo>
                    <a:pt x="84" y="28"/>
                    <a:pt x="67" y="12"/>
                    <a:pt x="46" y="12"/>
                  </a:cubicBezTo>
                  <a:cubicBezTo>
                    <a:pt x="32" y="12"/>
                    <a:pt x="20" y="19"/>
                    <a:pt x="12" y="29"/>
                  </a:cubicBezTo>
                  <a:cubicBezTo>
                    <a:pt x="10" y="32"/>
                    <a:pt x="6" y="33"/>
                    <a:pt x="3" y="31"/>
                  </a:cubicBezTo>
                  <a:cubicBezTo>
                    <a:pt x="1" y="29"/>
                    <a:pt x="0" y="25"/>
                    <a:pt x="2" y="22"/>
                  </a:cubicBezTo>
                  <a:cubicBezTo>
                    <a:pt x="12" y="8"/>
                    <a:pt x="28" y="0"/>
                    <a:pt x="46" y="0"/>
                  </a:cubicBezTo>
                  <a:cubicBezTo>
                    <a:pt x="75" y="0"/>
                    <a:pt x="100" y="24"/>
                    <a:pt x="100" y="54"/>
                  </a:cubicBezTo>
                  <a:cubicBezTo>
                    <a:pt x="100" y="58"/>
                    <a:pt x="97" y="60"/>
                    <a:pt x="94"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6" name="Freeform 153">
              <a:extLst>
                <a:ext uri="{FF2B5EF4-FFF2-40B4-BE49-F238E27FC236}">
                  <a16:creationId xmlns:a16="http://schemas.microsoft.com/office/drawing/2014/main" id="{CC5EF129-CCCE-3AEF-B353-4FBE202CDB61}"/>
                </a:ext>
              </a:extLst>
            </p:cNvPr>
            <p:cNvSpPr>
              <a:spLocks noEditPoints="1"/>
            </p:cNvSpPr>
            <p:nvPr/>
          </p:nvSpPr>
          <p:spPr bwMode="auto">
            <a:xfrm>
              <a:off x="2734" y="3375"/>
              <a:ext cx="152" cy="148"/>
            </a:xfrm>
            <a:custGeom>
              <a:avLst/>
              <a:gdLst>
                <a:gd name="T0" fmla="*/ 50 w 99"/>
                <a:gd name="T1" fmla="*/ 99 h 99"/>
                <a:gd name="T2" fmla="*/ 0 w 99"/>
                <a:gd name="T3" fmla="*/ 50 h 99"/>
                <a:gd name="T4" fmla="*/ 50 w 99"/>
                <a:gd name="T5" fmla="*/ 0 h 99"/>
                <a:gd name="T6" fmla="*/ 99 w 99"/>
                <a:gd name="T7" fmla="*/ 50 h 99"/>
                <a:gd name="T8" fmla="*/ 50 w 99"/>
                <a:gd name="T9" fmla="*/ 99 h 99"/>
                <a:gd name="T10" fmla="*/ 50 w 99"/>
                <a:gd name="T11" fmla="*/ 12 h 99"/>
                <a:gd name="T12" fmla="*/ 12 w 99"/>
                <a:gd name="T13" fmla="*/ 50 h 99"/>
                <a:gd name="T14" fmla="*/ 50 w 99"/>
                <a:gd name="T15" fmla="*/ 87 h 99"/>
                <a:gd name="T16" fmla="*/ 87 w 99"/>
                <a:gd name="T17" fmla="*/ 50 h 99"/>
                <a:gd name="T18" fmla="*/ 50 w 99"/>
                <a:gd name="T19" fmla="*/ 1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99">
                  <a:moveTo>
                    <a:pt x="50" y="99"/>
                  </a:moveTo>
                  <a:cubicBezTo>
                    <a:pt x="22" y="99"/>
                    <a:pt x="0" y="77"/>
                    <a:pt x="0" y="50"/>
                  </a:cubicBezTo>
                  <a:cubicBezTo>
                    <a:pt x="0" y="23"/>
                    <a:pt x="22" y="0"/>
                    <a:pt x="50" y="0"/>
                  </a:cubicBezTo>
                  <a:cubicBezTo>
                    <a:pt x="77" y="0"/>
                    <a:pt x="99" y="23"/>
                    <a:pt x="99" y="50"/>
                  </a:cubicBezTo>
                  <a:cubicBezTo>
                    <a:pt x="99" y="77"/>
                    <a:pt x="77" y="99"/>
                    <a:pt x="50" y="99"/>
                  </a:cubicBezTo>
                  <a:close/>
                  <a:moveTo>
                    <a:pt x="50" y="12"/>
                  </a:moveTo>
                  <a:cubicBezTo>
                    <a:pt x="29" y="12"/>
                    <a:pt x="12" y="29"/>
                    <a:pt x="12" y="50"/>
                  </a:cubicBezTo>
                  <a:cubicBezTo>
                    <a:pt x="12" y="70"/>
                    <a:pt x="29" y="87"/>
                    <a:pt x="50" y="87"/>
                  </a:cubicBezTo>
                  <a:cubicBezTo>
                    <a:pt x="70" y="87"/>
                    <a:pt x="87" y="70"/>
                    <a:pt x="87" y="50"/>
                  </a:cubicBezTo>
                  <a:cubicBezTo>
                    <a:pt x="87" y="29"/>
                    <a:pt x="70" y="12"/>
                    <a:pt x="5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7" name="Freeform 154">
              <a:extLst>
                <a:ext uri="{FF2B5EF4-FFF2-40B4-BE49-F238E27FC236}">
                  <a16:creationId xmlns:a16="http://schemas.microsoft.com/office/drawing/2014/main" id="{23ECABA5-5C59-43E3-D05C-5980B4536532}"/>
                </a:ext>
              </a:extLst>
            </p:cNvPr>
            <p:cNvSpPr>
              <a:spLocks/>
            </p:cNvSpPr>
            <p:nvPr/>
          </p:nvSpPr>
          <p:spPr bwMode="auto">
            <a:xfrm>
              <a:off x="2705" y="3322"/>
              <a:ext cx="210" cy="64"/>
            </a:xfrm>
            <a:custGeom>
              <a:avLst/>
              <a:gdLst>
                <a:gd name="T0" fmla="*/ 130 w 137"/>
                <a:gd name="T1" fmla="*/ 42 h 43"/>
                <a:gd name="T2" fmla="*/ 126 w 137"/>
                <a:gd name="T3" fmla="*/ 40 h 43"/>
                <a:gd name="T4" fmla="*/ 69 w 137"/>
                <a:gd name="T5" fmla="*/ 12 h 43"/>
                <a:gd name="T6" fmla="*/ 12 w 137"/>
                <a:gd name="T7" fmla="*/ 40 h 43"/>
                <a:gd name="T8" fmla="*/ 3 w 137"/>
                <a:gd name="T9" fmla="*/ 41 h 43"/>
                <a:gd name="T10" fmla="*/ 2 w 137"/>
                <a:gd name="T11" fmla="*/ 33 h 43"/>
                <a:gd name="T12" fmla="*/ 69 w 137"/>
                <a:gd name="T13" fmla="*/ 0 h 43"/>
                <a:gd name="T14" fmla="*/ 135 w 137"/>
                <a:gd name="T15" fmla="*/ 33 h 43"/>
                <a:gd name="T16" fmla="*/ 134 w 137"/>
                <a:gd name="T17" fmla="*/ 41 h 43"/>
                <a:gd name="T18" fmla="*/ 130 w 137"/>
                <a:gd name="T19" fmla="*/ 42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7" h="43">
                  <a:moveTo>
                    <a:pt x="130" y="42"/>
                  </a:moveTo>
                  <a:cubicBezTo>
                    <a:pt x="129" y="42"/>
                    <a:pt x="127" y="42"/>
                    <a:pt x="126" y="40"/>
                  </a:cubicBezTo>
                  <a:cubicBezTo>
                    <a:pt x="112" y="22"/>
                    <a:pt x="91" y="12"/>
                    <a:pt x="69" y="12"/>
                  </a:cubicBezTo>
                  <a:cubicBezTo>
                    <a:pt x="46" y="12"/>
                    <a:pt x="25" y="22"/>
                    <a:pt x="12" y="40"/>
                  </a:cubicBezTo>
                  <a:cubicBezTo>
                    <a:pt x="10" y="43"/>
                    <a:pt x="6" y="43"/>
                    <a:pt x="3" y="41"/>
                  </a:cubicBezTo>
                  <a:cubicBezTo>
                    <a:pt x="1" y="39"/>
                    <a:pt x="0" y="35"/>
                    <a:pt x="2" y="33"/>
                  </a:cubicBezTo>
                  <a:cubicBezTo>
                    <a:pt x="18" y="12"/>
                    <a:pt x="42" y="0"/>
                    <a:pt x="69" y="0"/>
                  </a:cubicBezTo>
                  <a:cubicBezTo>
                    <a:pt x="95" y="0"/>
                    <a:pt x="119" y="12"/>
                    <a:pt x="135" y="33"/>
                  </a:cubicBezTo>
                  <a:cubicBezTo>
                    <a:pt x="137" y="35"/>
                    <a:pt x="137" y="39"/>
                    <a:pt x="134" y="41"/>
                  </a:cubicBezTo>
                  <a:cubicBezTo>
                    <a:pt x="133" y="42"/>
                    <a:pt x="132" y="42"/>
                    <a:pt x="130"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8" name="Freeform 155">
              <a:extLst>
                <a:ext uri="{FF2B5EF4-FFF2-40B4-BE49-F238E27FC236}">
                  <a16:creationId xmlns:a16="http://schemas.microsoft.com/office/drawing/2014/main" id="{C2C99F08-9DB2-9103-C9C0-3B78EC91E283}"/>
                </a:ext>
              </a:extLst>
            </p:cNvPr>
            <p:cNvSpPr>
              <a:spLocks/>
            </p:cNvSpPr>
            <p:nvPr/>
          </p:nvSpPr>
          <p:spPr bwMode="auto">
            <a:xfrm>
              <a:off x="2672" y="3277"/>
              <a:ext cx="277" cy="79"/>
            </a:xfrm>
            <a:custGeom>
              <a:avLst/>
              <a:gdLst>
                <a:gd name="T0" fmla="*/ 6 w 181"/>
                <a:gd name="T1" fmla="*/ 52 h 53"/>
                <a:gd name="T2" fmla="*/ 3 w 181"/>
                <a:gd name="T3" fmla="*/ 51 h 53"/>
                <a:gd name="T4" fmla="*/ 2 w 181"/>
                <a:gd name="T5" fmla="*/ 43 h 53"/>
                <a:gd name="T6" fmla="*/ 91 w 181"/>
                <a:gd name="T7" fmla="*/ 0 h 53"/>
                <a:gd name="T8" fmla="*/ 179 w 181"/>
                <a:gd name="T9" fmla="*/ 42 h 53"/>
                <a:gd name="T10" fmla="*/ 178 w 181"/>
                <a:gd name="T11" fmla="*/ 51 h 53"/>
                <a:gd name="T12" fmla="*/ 170 w 181"/>
                <a:gd name="T13" fmla="*/ 50 h 53"/>
                <a:gd name="T14" fmla="*/ 91 w 181"/>
                <a:gd name="T15" fmla="*/ 12 h 53"/>
                <a:gd name="T16" fmla="*/ 11 w 181"/>
                <a:gd name="T17" fmla="*/ 50 h 53"/>
                <a:gd name="T18" fmla="*/ 6 w 181"/>
                <a:gd name="T19" fmla="*/ 5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1" h="53">
                  <a:moveTo>
                    <a:pt x="6" y="52"/>
                  </a:moveTo>
                  <a:cubicBezTo>
                    <a:pt x="5" y="52"/>
                    <a:pt x="4" y="52"/>
                    <a:pt x="3" y="51"/>
                  </a:cubicBezTo>
                  <a:cubicBezTo>
                    <a:pt x="0" y="49"/>
                    <a:pt x="0" y="45"/>
                    <a:pt x="2" y="43"/>
                  </a:cubicBezTo>
                  <a:cubicBezTo>
                    <a:pt x="24" y="16"/>
                    <a:pt x="56" y="0"/>
                    <a:pt x="91" y="0"/>
                  </a:cubicBezTo>
                  <a:cubicBezTo>
                    <a:pt x="125" y="0"/>
                    <a:pt x="158" y="16"/>
                    <a:pt x="179" y="42"/>
                  </a:cubicBezTo>
                  <a:cubicBezTo>
                    <a:pt x="181" y="45"/>
                    <a:pt x="181" y="49"/>
                    <a:pt x="178" y="51"/>
                  </a:cubicBezTo>
                  <a:cubicBezTo>
                    <a:pt x="176" y="53"/>
                    <a:pt x="172" y="53"/>
                    <a:pt x="170" y="50"/>
                  </a:cubicBezTo>
                  <a:cubicBezTo>
                    <a:pt x="151" y="26"/>
                    <a:pt x="122" y="12"/>
                    <a:pt x="91" y="12"/>
                  </a:cubicBezTo>
                  <a:cubicBezTo>
                    <a:pt x="60" y="12"/>
                    <a:pt x="31" y="26"/>
                    <a:pt x="11" y="50"/>
                  </a:cubicBezTo>
                  <a:cubicBezTo>
                    <a:pt x="10" y="52"/>
                    <a:pt x="8" y="52"/>
                    <a:pt x="6"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29" name="Freeform 156">
              <a:extLst>
                <a:ext uri="{FF2B5EF4-FFF2-40B4-BE49-F238E27FC236}">
                  <a16:creationId xmlns:a16="http://schemas.microsoft.com/office/drawing/2014/main" id="{FC67CE2F-FB79-C343-6C79-67337CB35A41}"/>
                </a:ext>
              </a:extLst>
            </p:cNvPr>
            <p:cNvSpPr>
              <a:spLocks/>
            </p:cNvSpPr>
            <p:nvPr/>
          </p:nvSpPr>
          <p:spPr bwMode="auto">
            <a:xfrm>
              <a:off x="2635" y="3232"/>
              <a:ext cx="352" cy="97"/>
            </a:xfrm>
            <a:custGeom>
              <a:avLst/>
              <a:gdLst>
                <a:gd name="T0" fmla="*/ 223 w 230"/>
                <a:gd name="T1" fmla="*/ 64 h 65"/>
                <a:gd name="T2" fmla="*/ 218 w 230"/>
                <a:gd name="T3" fmla="*/ 62 h 65"/>
                <a:gd name="T4" fmla="*/ 115 w 230"/>
                <a:gd name="T5" fmla="*/ 12 h 65"/>
                <a:gd name="T6" fmla="*/ 11 w 230"/>
                <a:gd name="T7" fmla="*/ 62 h 65"/>
                <a:gd name="T8" fmla="*/ 3 w 230"/>
                <a:gd name="T9" fmla="*/ 63 h 65"/>
                <a:gd name="T10" fmla="*/ 2 w 230"/>
                <a:gd name="T11" fmla="*/ 55 h 65"/>
                <a:gd name="T12" fmla="*/ 115 w 230"/>
                <a:gd name="T13" fmla="*/ 0 h 65"/>
                <a:gd name="T14" fmla="*/ 228 w 230"/>
                <a:gd name="T15" fmla="*/ 55 h 65"/>
                <a:gd name="T16" fmla="*/ 227 w 230"/>
                <a:gd name="T17" fmla="*/ 63 h 65"/>
                <a:gd name="T18" fmla="*/ 223 w 230"/>
                <a:gd name="T19" fmla="*/ 64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65">
                  <a:moveTo>
                    <a:pt x="223" y="64"/>
                  </a:moveTo>
                  <a:cubicBezTo>
                    <a:pt x="221" y="64"/>
                    <a:pt x="219" y="64"/>
                    <a:pt x="218" y="62"/>
                  </a:cubicBezTo>
                  <a:cubicBezTo>
                    <a:pt x="193" y="30"/>
                    <a:pt x="155" y="12"/>
                    <a:pt x="115" y="12"/>
                  </a:cubicBezTo>
                  <a:cubicBezTo>
                    <a:pt x="74" y="12"/>
                    <a:pt x="36" y="30"/>
                    <a:pt x="11" y="62"/>
                  </a:cubicBezTo>
                  <a:cubicBezTo>
                    <a:pt x="9" y="65"/>
                    <a:pt x="5" y="65"/>
                    <a:pt x="3" y="63"/>
                  </a:cubicBezTo>
                  <a:cubicBezTo>
                    <a:pt x="0" y="61"/>
                    <a:pt x="0" y="57"/>
                    <a:pt x="2" y="55"/>
                  </a:cubicBezTo>
                  <a:cubicBezTo>
                    <a:pt x="29" y="20"/>
                    <a:pt x="70" y="0"/>
                    <a:pt x="115" y="0"/>
                  </a:cubicBezTo>
                  <a:cubicBezTo>
                    <a:pt x="159" y="0"/>
                    <a:pt x="200" y="20"/>
                    <a:pt x="228" y="55"/>
                  </a:cubicBezTo>
                  <a:cubicBezTo>
                    <a:pt x="230" y="57"/>
                    <a:pt x="229" y="61"/>
                    <a:pt x="227" y="63"/>
                  </a:cubicBezTo>
                  <a:cubicBezTo>
                    <a:pt x="226" y="64"/>
                    <a:pt x="224" y="64"/>
                    <a:pt x="223"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0" name="Freeform 157">
              <a:extLst>
                <a:ext uri="{FF2B5EF4-FFF2-40B4-BE49-F238E27FC236}">
                  <a16:creationId xmlns:a16="http://schemas.microsoft.com/office/drawing/2014/main" id="{ADCDF003-2693-7B5F-CEA0-F8AD6021D60E}"/>
                </a:ext>
              </a:extLst>
            </p:cNvPr>
            <p:cNvSpPr>
              <a:spLocks noEditPoints="1"/>
            </p:cNvSpPr>
            <p:nvPr/>
          </p:nvSpPr>
          <p:spPr bwMode="auto">
            <a:xfrm>
              <a:off x="2695" y="3505"/>
              <a:ext cx="231" cy="121"/>
            </a:xfrm>
            <a:custGeom>
              <a:avLst/>
              <a:gdLst>
                <a:gd name="T0" fmla="*/ 145 w 151"/>
                <a:gd name="T1" fmla="*/ 81 h 81"/>
                <a:gd name="T2" fmla="*/ 6 w 151"/>
                <a:gd name="T3" fmla="*/ 81 h 81"/>
                <a:gd name="T4" fmla="*/ 0 w 151"/>
                <a:gd name="T5" fmla="*/ 75 h 81"/>
                <a:gd name="T6" fmla="*/ 76 w 151"/>
                <a:gd name="T7" fmla="*/ 0 h 81"/>
                <a:gd name="T8" fmla="*/ 151 w 151"/>
                <a:gd name="T9" fmla="*/ 75 h 81"/>
                <a:gd name="T10" fmla="*/ 145 w 151"/>
                <a:gd name="T11" fmla="*/ 81 h 81"/>
                <a:gd name="T12" fmla="*/ 13 w 151"/>
                <a:gd name="T13" fmla="*/ 69 h 81"/>
                <a:gd name="T14" fmla="*/ 139 w 151"/>
                <a:gd name="T15" fmla="*/ 69 h 81"/>
                <a:gd name="T16" fmla="*/ 76 w 151"/>
                <a:gd name="T17" fmla="*/ 12 h 81"/>
                <a:gd name="T18" fmla="*/ 13 w 151"/>
                <a:gd name="T19" fmla="*/ 6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1" h="81">
                  <a:moveTo>
                    <a:pt x="145" y="81"/>
                  </a:moveTo>
                  <a:cubicBezTo>
                    <a:pt x="6" y="81"/>
                    <a:pt x="6" y="81"/>
                    <a:pt x="6" y="81"/>
                  </a:cubicBezTo>
                  <a:cubicBezTo>
                    <a:pt x="3" y="81"/>
                    <a:pt x="0" y="79"/>
                    <a:pt x="0" y="75"/>
                  </a:cubicBezTo>
                  <a:cubicBezTo>
                    <a:pt x="0" y="34"/>
                    <a:pt x="34" y="0"/>
                    <a:pt x="76" y="0"/>
                  </a:cubicBezTo>
                  <a:cubicBezTo>
                    <a:pt x="117" y="0"/>
                    <a:pt x="151" y="34"/>
                    <a:pt x="151" y="75"/>
                  </a:cubicBezTo>
                  <a:cubicBezTo>
                    <a:pt x="151" y="79"/>
                    <a:pt x="148" y="81"/>
                    <a:pt x="145" y="81"/>
                  </a:cubicBezTo>
                  <a:close/>
                  <a:moveTo>
                    <a:pt x="13" y="69"/>
                  </a:moveTo>
                  <a:cubicBezTo>
                    <a:pt x="139" y="69"/>
                    <a:pt x="139" y="69"/>
                    <a:pt x="139" y="69"/>
                  </a:cubicBezTo>
                  <a:cubicBezTo>
                    <a:pt x="136" y="37"/>
                    <a:pt x="109" y="12"/>
                    <a:pt x="76" y="12"/>
                  </a:cubicBezTo>
                  <a:cubicBezTo>
                    <a:pt x="43" y="12"/>
                    <a:pt x="16" y="37"/>
                    <a:pt x="13"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31" name="text message chat data analytics">
            <a:extLst>
              <a:ext uri="{FF2B5EF4-FFF2-40B4-BE49-F238E27FC236}">
                <a16:creationId xmlns:a16="http://schemas.microsoft.com/office/drawing/2014/main" id="{4976F732-9DD2-B684-0AA8-6FB2B929C352}"/>
              </a:ext>
            </a:extLst>
          </p:cNvPr>
          <p:cNvGrpSpPr>
            <a:grpSpLocks noChangeAspect="1"/>
          </p:cNvGrpSpPr>
          <p:nvPr/>
        </p:nvGrpSpPr>
        <p:grpSpPr bwMode="auto">
          <a:xfrm>
            <a:off x="6550211" y="5092495"/>
            <a:ext cx="368678" cy="340184"/>
            <a:chOff x="6536" y="457"/>
            <a:chExt cx="427" cy="394"/>
          </a:xfrm>
          <a:solidFill>
            <a:schemeClr val="accent1"/>
          </a:solidFill>
        </p:grpSpPr>
        <p:sp>
          <p:nvSpPr>
            <p:cNvPr id="32" name="Freeform 41">
              <a:extLst>
                <a:ext uri="{FF2B5EF4-FFF2-40B4-BE49-F238E27FC236}">
                  <a16:creationId xmlns:a16="http://schemas.microsoft.com/office/drawing/2014/main" id="{F2038BE2-1530-63E8-ADF8-394621D381C7}"/>
                </a:ext>
              </a:extLst>
            </p:cNvPr>
            <p:cNvSpPr>
              <a:spLocks noEditPoints="1"/>
            </p:cNvSpPr>
            <p:nvPr/>
          </p:nvSpPr>
          <p:spPr bwMode="auto">
            <a:xfrm>
              <a:off x="6536" y="457"/>
              <a:ext cx="427" cy="394"/>
            </a:xfrm>
            <a:custGeom>
              <a:avLst/>
              <a:gdLst>
                <a:gd name="T0" fmla="*/ 16 w 288"/>
                <a:gd name="T1" fmla="*/ 267 h 267"/>
                <a:gd name="T2" fmla="*/ 12 w 288"/>
                <a:gd name="T3" fmla="*/ 265 h 267"/>
                <a:gd name="T4" fmla="*/ 11 w 288"/>
                <a:gd name="T5" fmla="*/ 258 h 267"/>
                <a:gd name="T6" fmla="*/ 40 w 288"/>
                <a:gd name="T7" fmla="*/ 201 h 267"/>
                <a:gd name="T8" fmla="*/ 0 w 288"/>
                <a:gd name="T9" fmla="*/ 119 h 267"/>
                <a:gd name="T10" fmla="*/ 144 w 288"/>
                <a:gd name="T11" fmla="*/ 0 h 267"/>
                <a:gd name="T12" fmla="*/ 288 w 288"/>
                <a:gd name="T13" fmla="*/ 119 h 267"/>
                <a:gd name="T14" fmla="*/ 144 w 288"/>
                <a:gd name="T15" fmla="*/ 237 h 267"/>
                <a:gd name="T16" fmla="*/ 96 w 288"/>
                <a:gd name="T17" fmla="*/ 230 h 267"/>
                <a:gd name="T18" fmla="*/ 19 w 288"/>
                <a:gd name="T19" fmla="*/ 266 h 267"/>
                <a:gd name="T20" fmla="*/ 16 w 288"/>
                <a:gd name="T21" fmla="*/ 267 h 267"/>
                <a:gd name="T22" fmla="*/ 144 w 288"/>
                <a:gd name="T23" fmla="*/ 12 h 267"/>
                <a:gd name="T24" fmla="*/ 12 w 288"/>
                <a:gd name="T25" fmla="*/ 119 h 267"/>
                <a:gd name="T26" fmla="*/ 51 w 288"/>
                <a:gd name="T27" fmla="*/ 194 h 267"/>
                <a:gd name="T28" fmla="*/ 53 w 288"/>
                <a:gd name="T29" fmla="*/ 202 h 267"/>
                <a:gd name="T30" fmla="*/ 29 w 288"/>
                <a:gd name="T31" fmla="*/ 248 h 267"/>
                <a:gd name="T32" fmla="*/ 93 w 288"/>
                <a:gd name="T33" fmla="*/ 219 h 267"/>
                <a:gd name="T34" fmla="*/ 97 w 288"/>
                <a:gd name="T35" fmla="*/ 218 h 267"/>
                <a:gd name="T36" fmla="*/ 144 w 288"/>
                <a:gd name="T37" fmla="*/ 225 h 267"/>
                <a:gd name="T38" fmla="*/ 276 w 288"/>
                <a:gd name="T39" fmla="*/ 119 h 267"/>
                <a:gd name="T40" fmla="*/ 144 w 288"/>
                <a:gd name="T41" fmla="*/ 1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8" h="267">
                  <a:moveTo>
                    <a:pt x="16" y="267"/>
                  </a:moveTo>
                  <a:cubicBezTo>
                    <a:pt x="15" y="267"/>
                    <a:pt x="13" y="266"/>
                    <a:pt x="12" y="265"/>
                  </a:cubicBezTo>
                  <a:cubicBezTo>
                    <a:pt x="10" y="263"/>
                    <a:pt x="10" y="261"/>
                    <a:pt x="11" y="258"/>
                  </a:cubicBezTo>
                  <a:cubicBezTo>
                    <a:pt x="40" y="201"/>
                    <a:pt x="40" y="201"/>
                    <a:pt x="40" y="201"/>
                  </a:cubicBezTo>
                  <a:cubicBezTo>
                    <a:pt x="14" y="178"/>
                    <a:pt x="0" y="149"/>
                    <a:pt x="0" y="119"/>
                  </a:cubicBezTo>
                  <a:cubicBezTo>
                    <a:pt x="0" y="53"/>
                    <a:pt x="65" y="0"/>
                    <a:pt x="144" y="0"/>
                  </a:cubicBezTo>
                  <a:cubicBezTo>
                    <a:pt x="223" y="0"/>
                    <a:pt x="288" y="53"/>
                    <a:pt x="288" y="119"/>
                  </a:cubicBezTo>
                  <a:cubicBezTo>
                    <a:pt x="288" y="184"/>
                    <a:pt x="223" y="237"/>
                    <a:pt x="144" y="237"/>
                  </a:cubicBezTo>
                  <a:cubicBezTo>
                    <a:pt x="128" y="237"/>
                    <a:pt x="111" y="235"/>
                    <a:pt x="96" y="230"/>
                  </a:cubicBezTo>
                  <a:cubicBezTo>
                    <a:pt x="19" y="266"/>
                    <a:pt x="19" y="266"/>
                    <a:pt x="19" y="266"/>
                  </a:cubicBezTo>
                  <a:cubicBezTo>
                    <a:pt x="18" y="267"/>
                    <a:pt x="17" y="267"/>
                    <a:pt x="16" y="267"/>
                  </a:cubicBezTo>
                  <a:close/>
                  <a:moveTo>
                    <a:pt x="144" y="12"/>
                  </a:moveTo>
                  <a:cubicBezTo>
                    <a:pt x="71" y="12"/>
                    <a:pt x="12" y="60"/>
                    <a:pt x="12" y="119"/>
                  </a:cubicBezTo>
                  <a:cubicBezTo>
                    <a:pt x="12" y="147"/>
                    <a:pt x="26" y="174"/>
                    <a:pt x="51" y="194"/>
                  </a:cubicBezTo>
                  <a:cubicBezTo>
                    <a:pt x="53" y="196"/>
                    <a:pt x="54" y="199"/>
                    <a:pt x="53" y="202"/>
                  </a:cubicBezTo>
                  <a:cubicBezTo>
                    <a:pt x="29" y="248"/>
                    <a:pt x="29" y="248"/>
                    <a:pt x="29" y="248"/>
                  </a:cubicBezTo>
                  <a:cubicBezTo>
                    <a:pt x="93" y="219"/>
                    <a:pt x="93" y="219"/>
                    <a:pt x="93" y="219"/>
                  </a:cubicBezTo>
                  <a:cubicBezTo>
                    <a:pt x="95" y="218"/>
                    <a:pt x="96" y="218"/>
                    <a:pt x="97" y="218"/>
                  </a:cubicBezTo>
                  <a:cubicBezTo>
                    <a:pt x="112" y="223"/>
                    <a:pt x="128" y="225"/>
                    <a:pt x="144" y="225"/>
                  </a:cubicBezTo>
                  <a:cubicBezTo>
                    <a:pt x="217" y="225"/>
                    <a:pt x="276" y="177"/>
                    <a:pt x="276" y="119"/>
                  </a:cubicBezTo>
                  <a:cubicBezTo>
                    <a:pt x="276" y="60"/>
                    <a:pt x="217"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3" name="Freeform 42">
              <a:extLst>
                <a:ext uri="{FF2B5EF4-FFF2-40B4-BE49-F238E27FC236}">
                  <a16:creationId xmlns:a16="http://schemas.microsoft.com/office/drawing/2014/main" id="{C5899813-38C7-3680-5D29-4F61BB9D14FB}"/>
                </a:ext>
              </a:extLst>
            </p:cNvPr>
            <p:cNvSpPr>
              <a:spLocks noEditPoints="1"/>
            </p:cNvSpPr>
            <p:nvPr/>
          </p:nvSpPr>
          <p:spPr bwMode="auto">
            <a:xfrm>
              <a:off x="6661" y="609"/>
              <a:ext cx="53" cy="124"/>
            </a:xfrm>
            <a:custGeom>
              <a:avLst/>
              <a:gdLst>
                <a:gd name="T0" fmla="*/ 30 w 36"/>
                <a:gd name="T1" fmla="*/ 84 h 84"/>
                <a:gd name="T2" fmla="*/ 6 w 36"/>
                <a:gd name="T3" fmla="*/ 84 h 84"/>
                <a:gd name="T4" fmla="*/ 0 w 36"/>
                <a:gd name="T5" fmla="*/ 78 h 84"/>
                <a:gd name="T6" fmla="*/ 0 w 36"/>
                <a:gd name="T7" fmla="*/ 6 h 84"/>
                <a:gd name="T8" fmla="*/ 6 w 36"/>
                <a:gd name="T9" fmla="*/ 0 h 84"/>
                <a:gd name="T10" fmla="*/ 30 w 36"/>
                <a:gd name="T11" fmla="*/ 0 h 84"/>
                <a:gd name="T12" fmla="*/ 36 w 36"/>
                <a:gd name="T13" fmla="*/ 6 h 84"/>
                <a:gd name="T14" fmla="*/ 36 w 36"/>
                <a:gd name="T15" fmla="*/ 78 h 84"/>
                <a:gd name="T16" fmla="*/ 30 w 36"/>
                <a:gd name="T17" fmla="*/ 84 h 84"/>
                <a:gd name="T18" fmla="*/ 12 w 36"/>
                <a:gd name="T19" fmla="*/ 72 h 84"/>
                <a:gd name="T20" fmla="*/ 24 w 36"/>
                <a:gd name="T21" fmla="*/ 72 h 84"/>
                <a:gd name="T22" fmla="*/ 24 w 36"/>
                <a:gd name="T23" fmla="*/ 12 h 84"/>
                <a:gd name="T24" fmla="*/ 12 w 36"/>
                <a:gd name="T25" fmla="*/ 12 h 84"/>
                <a:gd name="T26" fmla="*/ 12 w 36"/>
                <a:gd name="T27" fmla="*/ 7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84">
                  <a:moveTo>
                    <a:pt x="30" y="84"/>
                  </a:moveTo>
                  <a:cubicBezTo>
                    <a:pt x="6" y="84"/>
                    <a:pt x="6" y="84"/>
                    <a:pt x="6" y="84"/>
                  </a:cubicBezTo>
                  <a:cubicBezTo>
                    <a:pt x="3" y="84"/>
                    <a:pt x="0" y="82"/>
                    <a:pt x="0" y="78"/>
                  </a:cubicBezTo>
                  <a:cubicBezTo>
                    <a:pt x="0" y="6"/>
                    <a:pt x="0" y="6"/>
                    <a:pt x="0" y="6"/>
                  </a:cubicBezTo>
                  <a:cubicBezTo>
                    <a:pt x="0" y="3"/>
                    <a:pt x="3" y="0"/>
                    <a:pt x="6" y="0"/>
                  </a:cubicBezTo>
                  <a:cubicBezTo>
                    <a:pt x="30" y="0"/>
                    <a:pt x="30" y="0"/>
                    <a:pt x="30" y="0"/>
                  </a:cubicBezTo>
                  <a:cubicBezTo>
                    <a:pt x="33" y="0"/>
                    <a:pt x="36" y="3"/>
                    <a:pt x="36" y="6"/>
                  </a:cubicBezTo>
                  <a:cubicBezTo>
                    <a:pt x="36" y="78"/>
                    <a:pt x="36" y="78"/>
                    <a:pt x="36" y="78"/>
                  </a:cubicBezTo>
                  <a:cubicBezTo>
                    <a:pt x="36" y="82"/>
                    <a:pt x="33" y="84"/>
                    <a:pt x="30" y="84"/>
                  </a:cubicBezTo>
                  <a:close/>
                  <a:moveTo>
                    <a:pt x="12" y="72"/>
                  </a:moveTo>
                  <a:cubicBezTo>
                    <a:pt x="24" y="72"/>
                    <a:pt x="24" y="72"/>
                    <a:pt x="24" y="72"/>
                  </a:cubicBezTo>
                  <a:cubicBezTo>
                    <a:pt x="24" y="12"/>
                    <a:pt x="24" y="12"/>
                    <a:pt x="24" y="12"/>
                  </a:cubicBezTo>
                  <a:cubicBezTo>
                    <a:pt x="12" y="12"/>
                    <a:pt x="12" y="12"/>
                    <a:pt x="12" y="12"/>
                  </a:cubicBezTo>
                  <a:lnTo>
                    <a:pt x="12"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4" name="Freeform 43">
              <a:extLst>
                <a:ext uri="{FF2B5EF4-FFF2-40B4-BE49-F238E27FC236}">
                  <a16:creationId xmlns:a16="http://schemas.microsoft.com/office/drawing/2014/main" id="{7A388A80-F6BE-3147-10F5-C102BB9102D0}"/>
                </a:ext>
              </a:extLst>
            </p:cNvPr>
            <p:cNvSpPr>
              <a:spLocks noEditPoints="1"/>
            </p:cNvSpPr>
            <p:nvPr/>
          </p:nvSpPr>
          <p:spPr bwMode="auto">
            <a:xfrm>
              <a:off x="6732" y="644"/>
              <a:ext cx="53" cy="89"/>
            </a:xfrm>
            <a:custGeom>
              <a:avLst/>
              <a:gdLst>
                <a:gd name="T0" fmla="*/ 30 w 36"/>
                <a:gd name="T1" fmla="*/ 60 h 60"/>
                <a:gd name="T2" fmla="*/ 6 w 36"/>
                <a:gd name="T3" fmla="*/ 60 h 60"/>
                <a:gd name="T4" fmla="*/ 0 w 36"/>
                <a:gd name="T5" fmla="*/ 54 h 60"/>
                <a:gd name="T6" fmla="*/ 0 w 36"/>
                <a:gd name="T7" fmla="*/ 6 h 60"/>
                <a:gd name="T8" fmla="*/ 6 w 36"/>
                <a:gd name="T9" fmla="*/ 0 h 60"/>
                <a:gd name="T10" fmla="*/ 30 w 36"/>
                <a:gd name="T11" fmla="*/ 0 h 60"/>
                <a:gd name="T12" fmla="*/ 36 w 36"/>
                <a:gd name="T13" fmla="*/ 6 h 60"/>
                <a:gd name="T14" fmla="*/ 36 w 36"/>
                <a:gd name="T15" fmla="*/ 54 h 60"/>
                <a:gd name="T16" fmla="*/ 30 w 36"/>
                <a:gd name="T17" fmla="*/ 60 h 60"/>
                <a:gd name="T18" fmla="*/ 12 w 36"/>
                <a:gd name="T19" fmla="*/ 48 h 60"/>
                <a:gd name="T20" fmla="*/ 24 w 36"/>
                <a:gd name="T21" fmla="*/ 48 h 60"/>
                <a:gd name="T22" fmla="*/ 24 w 36"/>
                <a:gd name="T23" fmla="*/ 12 h 60"/>
                <a:gd name="T24" fmla="*/ 12 w 36"/>
                <a:gd name="T25" fmla="*/ 12 h 60"/>
                <a:gd name="T26" fmla="*/ 12 w 36"/>
                <a:gd name="T27"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60">
                  <a:moveTo>
                    <a:pt x="30" y="60"/>
                  </a:moveTo>
                  <a:cubicBezTo>
                    <a:pt x="6" y="60"/>
                    <a:pt x="6" y="60"/>
                    <a:pt x="6" y="60"/>
                  </a:cubicBezTo>
                  <a:cubicBezTo>
                    <a:pt x="3" y="60"/>
                    <a:pt x="0" y="58"/>
                    <a:pt x="0" y="54"/>
                  </a:cubicBezTo>
                  <a:cubicBezTo>
                    <a:pt x="0" y="6"/>
                    <a:pt x="0" y="6"/>
                    <a:pt x="0" y="6"/>
                  </a:cubicBezTo>
                  <a:cubicBezTo>
                    <a:pt x="0" y="3"/>
                    <a:pt x="3" y="0"/>
                    <a:pt x="6" y="0"/>
                  </a:cubicBezTo>
                  <a:cubicBezTo>
                    <a:pt x="30" y="0"/>
                    <a:pt x="30" y="0"/>
                    <a:pt x="30" y="0"/>
                  </a:cubicBezTo>
                  <a:cubicBezTo>
                    <a:pt x="33" y="0"/>
                    <a:pt x="36" y="3"/>
                    <a:pt x="36" y="6"/>
                  </a:cubicBezTo>
                  <a:cubicBezTo>
                    <a:pt x="36" y="54"/>
                    <a:pt x="36" y="54"/>
                    <a:pt x="36" y="54"/>
                  </a:cubicBezTo>
                  <a:cubicBezTo>
                    <a:pt x="36" y="58"/>
                    <a:pt x="33" y="60"/>
                    <a:pt x="30" y="60"/>
                  </a:cubicBezTo>
                  <a:close/>
                  <a:moveTo>
                    <a:pt x="12" y="48"/>
                  </a:moveTo>
                  <a:cubicBezTo>
                    <a:pt x="24" y="48"/>
                    <a:pt x="24" y="48"/>
                    <a:pt x="24" y="48"/>
                  </a:cubicBezTo>
                  <a:cubicBezTo>
                    <a:pt x="24" y="12"/>
                    <a:pt x="24" y="12"/>
                    <a:pt x="24" y="12"/>
                  </a:cubicBezTo>
                  <a:cubicBezTo>
                    <a:pt x="12" y="12"/>
                    <a:pt x="12" y="12"/>
                    <a:pt x="12" y="12"/>
                  </a:cubicBezTo>
                  <a:lnTo>
                    <a:pt x="12"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5" name="Freeform 44">
              <a:extLst>
                <a:ext uri="{FF2B5EF4-FFF2-40B4-BE49-F238E27FC236}">
                  <a16:creationId xmlns:a16="http://schemas.microsoft.com/office/drawing/2014/main" id="{6D3E8050-5A98-549D-0361-D62764A2BD6A}"/>
                </a:ext>
              </a:extLst>
            </p:cNvPr>
            <p:cNvSpPr>
              <a:spLocks noEditPoints="1"/>
            </p:cNvSpPr>
            <p:nvPr/>
          </p:nvSpPr>
          <p:spPr bwMode="auto">
            <a:xfrm>
              <a:off x="6803" y="556"/>
              <a:ext cx="53" cy="177"/>
            </a:xfrm>
            <a:custGeom>
              <a:avLst/>
              <a:gdLst>
                <a:gd name="T0" fmla="*/ 30 w 36"/>
                <a:gd name="T1" fmla="*/ 120 h 120"/>
                <a:gd name="T2" fmla="*/ 6 w 36"/>
                <a:gd name="T3" fmla="*/ 120 h 120"/>
                <a:gd name="T4" fmla="*/ 0 w 36"/>
                <a:gd name="T5" fmla="*/ 114 h 120"/>
                <a:gd name="T6" fmla="*/ 0 w 36"/>
                <a:gd name="T7" fmla="*/ 6 h 120"/>
                <a:gd name="T8" fmla="*/ 6 w 36"/>
                <a:gd name="T9" fmla="*/ 0 h 120"/>
                <a:gd name="T10" fmla="*/ 30 w 36"/>
                <a:gd name="T11" fmla="*/ 0 h 120"/>
                <a:gd name="T12" fmla="*/ 36 w 36"/>
                <a:gd name="T13" fmla="*/ 6 h 120"/>
                <a:gd name="T14" fmla="*/ 36 w 36"/>
                <a:gd name="T15" fmla="*/ 114 h 120"/>
                <a:gd name="T16" fmla="*/ 30 w 36"/>
                <a:gd name="T17" fmla="*/ 120 h 120"/>
                <a:gd name="T18" fmla="*/ 12 w 36"/>
                <a:gd name="T19" fmla="*/ 108 h 120"/>
                <a:gd name="T20" fmla="*/ 24 w 36"/>
                <a:gd name="T21" fmla="*/ 108 h 120"/>
                <a:gd name="T22" fmla="*/ 24 w 36"/>
                <a:gd name="T23" fmla="*/ 12 h 120"/>
                <a:gd name="T24" fmla="*/ 12 w 36"/>
                <a:gd name="T25" fmla="*/ 12 h 120"/>
                <a:gd name="T26" fmla="*/ 12 w 36"/>
                <a:gd name="T2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 h="120">
                  <a:moveTo>
                    <a:pt x="30" y="120"/>
                  </a:moveTo>
                  <a:cubicBezTo>
                    <a:pt x="6" y="120"/>
                    <a:pt x="6" y="120"/>
                    <a:pt x="6" y="120"/>
                  </a:cubicBezTo>
                  <a:cubicBezTo>
                    <a:pt x="3" y="120"/>
                    <a:pt x="0" y="118"/>
                    <a:pt x="0" y="114"/>
                  </a:cubicBezTo>
                  <a:cubicBezTo>
                    <a:pt x="0" y="6"/>
                    <a:pt x="0" y="6"/>
                    <a:pt x="0" y="6"/>
                  </a:cubicBezTo>
                  <a:cubicBezTo>
                    <a:pt x="0" y="3"/>
                    <a:pt x="3" y="0"/>
                    <a:pt x="6" y="0"/>
                  </a:cubicBezTo>
                  <a:cubicBezTo>
                    <a:pt x="30" y="0"/>
                    <a:pt x="30" y="0"/>
                    <a:pt x="30" y="0"/>
                  </a:cubicBezTo>
                  <a:cubicBezTo>
                    <a:pt x="33" y="0"/>
                    <a:pt x="36" y="3"/>
                    <a:pt x="36" y="6"/>
                  </a:cubicBezTo>
                  <a:cubicBezTo>
                    <a:pt x="36" y="114"/>
                    <a:pt x="36" y="114"/>
                    <a:pt x="36" y="114"/>
                  </a:cubicBezTo>
                  <a:cubicBezTo>
                    <a:pt x="36" y="118"/>
                    <a:pt x="33" y="120"/>
                    <a:pt x="30" y="120"/>
                  </a:cubicBezTo>
                  <a:close/>
                  <a:moveTo>
                    <a:pt x="12" y="108"/>
                  </a:moveTo>
                  <a:cubicBezTo>
                    <a:pt x="24" y="108"/>
                    <a:pt x="24" y="108"/>
                    <a:pt x="24" y="108"/>
                  </a:cubicBezTo>
                  <a:cubicBezTo>
                    <a:pt x="24" y="12"/>
                    <a:pt x="24" y="12"/>
                    <a:pt x="24" y="12"/>
                  </a:cubicBezTo>
                  <a:cubicBezTo>
                    <a:pt x="12" y="12"/>
                    <a:pt x="12" y="12"/>
                    <a:pt x="12" y="12"/>
                  </a:cubicBezTo>
                  <a:lnTo>
                    <a:pt x="12"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36" name="Freeform 45">
              <a:extLst>
                <a:ext uri="{FF2B5EF4-FFF2-40B4-BE49-F238E27FC236}">
                  <a16:creationId xmlns:a16="http://schemas.microsoft.com/office/drawing/2014/main" id="{2A48D668-7E5B-0783-2524-0E1DFE23CAB8}"/>
                </a:ext>
              </a:extLst>
            </p:cNvPr>
            <p:cNvSpPr>
              <a:spLocks/>
            </p:cNvSpPr>
            <p:nvPr/>
          </p:nvSpPr>
          <p:spPr bwMode="auto">
            <a:xfrm>
              <a:off x="6625" y="556"/>
              <a:ext cx="249" cy="177"/>
            </a:xfrm>
            <a:custGeom>
              <a:avLst/>
              <a:gdLst>
                <a:gd name="T0" fmla="*/ 162 w 168"/>
                <a:gd name="T1" fmla="*/ 120 h 120"/>
                <a:gd name="T2" fmla="*/ 6 w 168"/>
                <a:gd name="T3" fmla="*/ 120 h 120"/>
                <a:gd name="T4" fmla="*/ 0 w 168"/>
                <a:gd name="T5" fmla="*/ 114 h 120"/>
                <a:gd name="T6" fmla="*/ 0 w 168"/>
                <a:gd name="T7" fmla="*/ 6 h 120"/>
                <a:gd name="T8" fmla="*/ 6 w 168"/>
                <a:gd name="T9" fmla="*/ 0 h 120"/>
                <a:gd name="T10" fmla="*/ 12 w 168"/>
                <a:gd name="T11" fmla="*/ 6 h 120"/>
                <a:gd name="T12" fmla="*/ 12 w 168"/>
                <a:gd name="T13" fmla="*/ 108 h 120"/>
                <a:gd name="T14" fmla="*/ 162 w 168"/>
                <a:gd name="T15" fmla="*/ 108 h 120"/>
                <a:gd name="T16" fmla="*/ 168 w 168"/>
                <a:gd name="T17" fmla="*/ 114 h 120"/>
                <a:gd name="T18" fmla="*/ 162 w 168"/>
                <a:gd name="T1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8" h="120">
                  <a:moveTo>
                    <a:pt x="162" y="120"/>
                  </a:moveTo>
                  <a:cubicBezTo>
                    <a:pt x="6" y="120"/>
                    <a:pt x="6" y="120"/>
                    <a:pt x="6" y="120"/>
                  </a:cubicBezTo>
                  <a:cubicBezTo>
                    <a:pt x="3" y="120"/>
                    <a:pt x="0" y="118"/>
                    <a:pt x="0" y="114"/>
                  </a:cubicBezTo>
                  <a:cubicBezTo>
                    <a:pt x="0" y="6"/>
                    <a:pt x="0" y="6"/>
                    <a:pt x="0" y="6"/>
                  </a:cubicBezTo>
                  <a:cubicBezTo>
                    <a:pt x="0" y="3"/>
                    <a:pt x="3" y="0"/>
                    <a:pt x="6" y="0"/>
                  </a:cubicBezTo>
                  <a:cubicBezTo>
                    <a:pt x="9" y="0"/>
                    <a:pt x="12" y="3"/>
                    <a:pt x="12" y="6"/>
                  </a:cubicBezTo>
                  <a:cubicBezTo>
                    <a:pt x="12" y="108"/>
                    <a:pt x="12" y="108"/>
                    <a:pt x="12" y="108"/>
                  </a:cubicBezTo>
                  <a:cubicBezTo>
                    <a:pt x="162" y="108"/>
                    <a:pt x="162" y="108"/>
                    <a:pt x="162" y="108"/>
                  </a:cubicBezTo>
                  <a:cubicBezTo>
                    <a:pt x="165" y="108"/>
                    <a:pt x="168" y="111"/>
                    <a:pt x="168" y="114"/>
                  </a:cubicBezTo>
                  <a:cubicBezTo>
                    <a:pt x="168" y="118"/>
                    <a:pt x="165" y="120"/>
                    <a:pt x="162" y="1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37" name="account group users team organization people customers">
            <a:extLst>
              <a:ext uri="{FF2B5EF4-FFF2-40B4-BE49-F238E27FC236}">
                <a16:creationId xmlns:a16="http://schemas.microsoft.com/office/drawing/2014/main" id="{F05CBE20-0AD3-D1B5-1D82-BB98C1E6FFC3}"/>
              </a:ext>
            </a:extLst>
          </p:cNvPr>
          <p:cNvGrpSpPr>
            <a:grpSpLocks noChangeAspect="1"/>
          </p:cNvGrpSpPr>
          <p:nvPr/>
        </p:nvGrpSpPr>
        <p:grpSpPr bwMode="auto">
          <a:xfrm>
            <a:off x="479094" y="5136335"/>
            <a:ext cx="368678" cy="359481"/>
            <a:chOff x="2585" y="663"/>
            <a:chExt cx="441" cy="430"/>
          </a:xfrm>
          <a:solidFill>
            <a:schemeClr val="accent1"/>
          </a:solidFill>
        </p:grpSpPr>
        <p:sp>
          <p:nvSpPr>
            <p:cNvPr id="39" name="Freeform 15">
              <a:extLst>
                <a:ext uri="{FF2B5EF4-FFF2-40B4-BE49-F238E27FC236}">
                  <a16:creationId xmlns:a16="http://schemas.microsoft.com/office/drawing/2014/main" id="{50E57D73-A988-FBE6-BAFA-1E1EBA8EA8E8}"/>
                </a:ext>
              </a:extLst>
            </p:cNvPr>
            <p:cNvSpPr>
              <a:spLocks/>
            </p:cNvSpPr>
            <p:nvPr/>
          </p:nvSpPr>
          <p:spPr bwMode="auto">
            <a:xfrm>
              <a:off x="2585" y="781"/>
              <a:ext cx="110" cy="79"/>
            </a:xfrm>
            <a:custGeom>
              <a:avLst/>
              <a:gdLst>
                <a:gd name="T0" fmla="*/ 72 w 72"/>
                <a:gd name="T1" fmla="*/ 53 h 53"/>
                <a:gd name="T2" fmla="*/ 6 w 72"/>
                <a:gd name="T3" fmla="*/ 53 h 53"/>
                <a:gd name="T4" fmla="*/ 0 w 72"/>
                <a:gd name="T5" fmla="*/ 47 h 53"/>
                <a:gd name="T6" fmla="*/ 0 w 72"/>
                <a:gd name="T7" fmla="*/ 41 h 53"/>
                <a:gd name="T8" fmla="*/ 16 w 72"/>
                <a:gd name="T9" fmla="*/ 20 h 53"/>
                <a:gd name="T10" fmla="*/ 42 w 72"/>
                <a:gd name="T11" fmla="*/ 12 h 53"/>
                <a:gd name="T12" fmla="*/ 42 w 72"/>
                <a:gd name="T13" fmla="*/ 0 h 53"/>
                <a:gd name="T14" fmla="*/ 54 w 72"/>
                <a:gd name="T15" fmla="*/ 0 h 53"/>
                <a:gd name="T16" fmla="*/ 54 w 72"/>
                <a:gd name="T17" fmla="*/ 17 h 53"/>
                <a:gd name="T18" fmla="*/ 49 w 72"/>
                <a:gd name="T19" fmla="*/ 22 h 53"/>
                <a:gd name="T20" fmla="*/ 19 w 72"/>
                <a:gd name="T21" fmla="*/ 31 h 53"/>
                <a:gd name="T22" fmla="*/ 12 w 72"/>
                <a:gd name="T23" fmla="*/ 41 h 53"/>
                <a:gd name="T24" fmla="*/ 72 w 72"/>
                <a:gd name="T25" fmla="*/ 41 h 53"/>
                <a:gd name="T26" fmla="*/ 72 w 72"/>
                <a:gd name="T27"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53">
                  <a:moveTo>
                    <a:pt x="72" y="53"/>
                  </a:moveTo>
                  <a:cubicBezTo>
                    <a:pt x="6" y="53"/>
                    <a:pt x="6" y="53"/>
                    <a:pt x="6" y="53"/>
                  </a:cubicBezTo>
                  <a:cubicBezTo>
                    <a:pt x="2" y="53"/>
                    <a:pt x="0" y="50"/>
                    <a:pt x="0" y="47"/>
                  </a:cubicBezTo>
                  <a:cubicBezTo>
                    <a:pt x="0" y="41"/>
                    <a:pt x="0" y="41"/>
                    <a:pt x="0" y="41"/>
                  </a:cubicBezTo>
                  <a:cubicBezTo>
                    <a:pt x="0" y="31"/>
                    <a:pt x="7" y="22"/>
                    <a:pt x="16" y="20"/>
                  </a:cubicBezTo>
                  <a:cubicBezTo>
                    <a:pt x="42" y="12"/>
                    <a:pt x="42" y="12"/>
                    <a:pt x="42" y="12"/>
                  </a:cubicBezTo>
                  <a:cubicBezTo>
                    <a:pt x="42" y="0"/>
                    <a:pt x="42" y="0"/>
                    <a:pt x="42" y="0"/>
                  </a:cubicBezTo>
                  <a:cubicBezTo>
                    <a:pt x="54" y="0"/>
                    <a:pt x="54" y="0"/>
                    <a:pt x="54" y="0"/>
                  </a:cubicBezTo>
                  <a:cubicBezTo>
                    <a:pt x="54" y="17"/>
                    <a:pt x="54" y="17"/>
                    <a:pt x="54" y="17"/>
                  </a:cubicBezTo>
                  <a:cubicBezTo>
                    <a:pt x="54" y="19"/>
                    <a:pt x="52" y="22"/>
                    <a:pt x="49" y="22"/>
                  </a:cubicBezTo>
                  <a:cubicBezTo>
                    <a:pt x="19" y="31"/>
                    <a:pt x="19" y="31"/>
                    <a:pt x="19" y="31"/>
                  </a:cubicBezTo>
                  <a:cubicBezTo>
                    <a:pt x="15" y="32"/>
                    <a:pt x="12" y="37"/>
                    <a:pt x="12" y="41"/>
                  </a:cubicBezTo>
                  <a:cubicBezTo>
                    <a:pt x="72" y="41"/>
                    <a:pt x="72" y="41"/>
                    <a:pt x="72" y="41"/>
                  </a:cubicBezTo>
                  <a:lnTo>
                    <a:pt x="72" y="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6" name="Freeform 16">
              <a:extLst>
                <a:ext uri="{FF2B5EF4-FFF2-40B4-BE49-F238E27FC236}">
                  <a16:creationId xmlns:a16="http://schemas.microsoft.com/office/drawing/2014/main" id="{1F68047D-CEBF-CCBE-B162-402BDED66118}"/>
                </a:ext>
              </a:extLst>
            </p:cNvPr>
            <p:cNvSpPr>
              <a:spLocks/>
            </p:cNvSpPr>
            <p:nvPr/>
          </p:nvSpPr>
          <p:spPr bwMode="auto">
            <a:xfrm>
              <a:off x="2677" y="781"/>
              <a:ext cx="110" cy="79"/>
            </a:xfrm>
            <a:custGeom>
              <a:avLst/>
              <a:gdLst>
                <a:gd name="T0" fmla="*/ 66 w 72"/>
                <a:gd name="T1" fmla="*/ 53 h 53"/>
                <a:gd name="T2" fmla="*/ 0 w 72"/>
                <a:gd name="T3" fmla="*/ 53 h 53"/>
                <a:gd name="T4" fmla="*/ 0 w 72"/>
                <a:gd name="T5" fmla="*/ 41 h 53"/>
                <a:gd name="T6" fmla="*/ 60 w 72"/>
                <a:gd name="T7" fmla="*/ 41 h 53"/>
                <a:gd name="T8" fmla="*/ 52 w 72"/>
                <a:gd name="T9" fmla="*/ 31 h 53"/>
                <a:gd name="T10" fmla="*/ 22 w 72"/>
                <a:gd name="T11" fmla="*/ 22 h 53"/>
                <a:gd name="T12" fmla="*/ 18 w 72"/>
                <a:gd name="T13" fmla="*/ 17 h 53"/>
                <a:gd name="T14" fmla="*/ 18 w 72"/>
                <a:gd name="T15" fmla="*/ 0 h 53"/>
                <a:gd name="T16" fmla="*/ 30 w 72"/>
                <a:gd name="T17" fmla="*/ 0 h 53"/>
                <a:gd name="T18" fmla="*/ 30 w 72"/>
                <a:gd name="T19" fmla="*/ 12 h 53"/>
                <a:gd name="T20" fmla="*/ 56 w 72"/>
                <a:gd name="T21" fmla="*/ 20 h 53"/>
                <a:gd name="T22" fmla="*/ 72 w 72"/>
                <a:gd name="T23" fmla="*/ 41 h 53"/>
                <a:gd name="T24" fmla="*/ 72 w 72"/>
                <a:gd name="T25" fmla="*/ 47 h 53"/>
                <a:gd name="T26" fmla="*/ 66 w 72"/>
                <a:gd name="T27"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53">
                  <a:moveTo>
                    <a:pt x="66" y="53"/>
                  </a:moveTo>
                  <a:cubicBezTo>
                    <a:pt x="0" y="53"/>
                    <a:pt x="0" y="53"/>
                    <a:pt x="0" y="53"/>
                  </a:cubicBezTo>
                  <a:cubicBezTo>
                    <a:pt x="0" y="41"/>
                    <a:pt x="0" y="41"/>
                    <a:pt x="0" y="41"/>
                  </a:cubicBezTo>
                  <a:cubicBezTo>
                    <a:pt x="60" y="41"/>
                    <a:pt x="60" y="41"/>
                    <a:pt x="60" y="41"/>
                  </a:cubicBezTo>
                  <a:cubicBezTo>
                    <a:pt x="60" y="37"/>
                    <a:pt x="56" y="32"/>
                    <a:pt x="52" y="31"/>
                  </a:cubicBezTo>
                  <a:cubicBezTo>
                    <a:pt x="22" y="22"/>
                    <a:pt x="22" y="22"/>
                    <a:pt x="22" y="22"/>
                  </a:cubicBezTo>
                  <a:cubicBezTo>
                    <a:pt x="19" y="22"/>
                    <a:pt x="18" y="19"/>
                    <a:pt x="18" y="17"/>
                  </a:cubicBezTo>
                  <a:cubicBezTo>
                    <a:pt x="18" y="0"/>
                    <a:pt x="18" y="0"/>
                    <a:pt x="18" y="0"/>
                  </a:cubicBezTo>
                  <a:cubicBezTo>
                    <a:pt x="30" y="0"/>
                    <a:pt x="30" y="0"/>
                    <a:pt x="30" y="0"/>
                  </a:cubicBezTo>
                  <a:cubicBezTo>
                    <a:pt x="30" y="12"/>
                    <a:pt x="30" y="12"/>
                    <a:pt x="30" y="12"/>
                  </a:cubicBezTo>
                  <a:cubicBezTo>
                    <a:pt x="56" y="20"/>
                    <a:pt x="56" y="20"/>
                    <a:pt x="56" y="20"/>
                  </a:cubicBezTo>
                  <a:cubicBezTo>
                    <a:pt x="65" y="22"/>
                    <a:pt x="72" y="31"/>
                    <a:pt x="72" y="41"/>
                  </a:cubicBezTo>
                  <a:cubicBezTo>
                    <a:pt x="72" y="47"/>
                    <a:pt x="72" y="47"/>
                    <a:pt x="72" y="47"/>
                  </a:cubicBezTo>
                  <a:cubicBezTo>
                    <a:pt x="72" y="50"/>
                    <a:pt x="69" y="53"/>
                    <a:pt x="66"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7" name="Freeform 17">
              <a:extLst>
                <a:ext uri="{FF2B5EF4-FFF2-40B4-BE49-F238E27FC236}">
                  <a16:creationId xmlns:a16="http://schemas.microsoft.com/office/drawing/2014/main" id="{2C3B30F9-CB6C-9DD0-7DF3-01BE5E4AEF2D}"/>
                </a:ext>
              </a:extLst>
            </p:cNvPr>
            <p:cNvSpPr>
              <a:spLocks noEditPoints="1"/>
            </p:cNvSpPr>
            <p:nvPr/>
          </p:nvSpPr>
          <p:spPr bwMode="auto">
            <a:xfrm>
              <a:off x="2622" y="663"/>
              <a:ext cx="128" cy="134"/>
            </a:xfrm>
            <a:custGeom>
              <a:avLst/>
              <a:gdLst>
                <a:gd name="T0" fmla="*/ 42 w 84"/>
                <a:gd name="T1" fmla="*/ 90 h 90"/>
                <a:gd name="T2" fmla="*/ 0 w 84"/>
                <a:gd name="T3" fmla="*/ 45 h 90"/>
                <a:gd name="T4" fmla="*/ 42 w 84"/>
                <a:gd name="T5" fmla="*/ 0 h 90"/>
                <a:gd name="T6" fmla="*/ 84 w 84"/>
                <a:gd name="T7" fmla="*/ 45 h 90"/>
                <a:gd name="T8" fmla="*/ 42 w 84"/>
                <a:gd name="T9" fmla="*/ 90 h 90"/>
                <a:gd name="T10" fmla="*/ 42 w 84"/>
                <a:gd name="T11" fmla="*/ 12 h 90"/>
                <a:gd name="T12" fmla="*/ 12 w 84"/>
                <a:gd name="T13" fmla="*/ 45 h 90"/>
                <a:gd name="T14" fmla="*/ 42 w 84"/>
                <a:gd name="T15" fmla="*/ 78 h 90"/>
                <a:gd name="T16" fmla="*/ 72 w 84"/>
                <a:gd name="T17" fmla="*/ 45 h 90"/>
                <a:gd name="T18" fmla="*/ 42 w 84"/>
                <a:gd name="T19" fmla="*/ 1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90">
                  <a:moveTo>
                    <a:pt x="42" y="90"/>
                  </a:moveTo>
                  <a:cubicBezTo>
                    <a:pt x="18" y="90"/>
                    <a:pt x="0" y="70"/>
                    <a:pt x="0" y="45"/>
                  </a:cubicBezTo>
                  <a:cubicBezTo>
                    <a:pt x="0" y="20"/>
                    <a:pt x="18" y="0"/>
                    <a:pt x="42" y="0"/>
                  </a:cubicBezTo>
                  <a:cubicBezTo>
                    <a:pt x="65" y="0"/>
                    <a:pt x="84" y="20"/>
                    <a:pt x="84" y="45"/>
                  </a:cubicBezTo>
                  <a:cubicBezTo>
                    <a:pt x="84" y="70"/>
                    <a:pt x="65" y="90"/>
                    <a:pt x="42" y="90"/>
                  </a:cubicBezTo>
                  <a:close/>
                  <a:moveTo>
                    <a:pt x="42" y="12"/>
                  </a:moveTo>
                  <a:cubicBezTo>
                    <a:pt x="25" y="12"/>
                    <a:pt x="12" y="27"/>
                    <a:pt x="12" y="45"/>
                  </a:cubicBezTo>
                  <a:cubicBezTo>
                    <a:pt x="12" y="63"/>
                    <a:pt x="25" y="78"/>
                    <a:pt x="42" y="78"/>
                  </a:cubicBezTo>
                  <a:cubicBezTo>
                    <a:pt x="58" y="78"/>
                    <a:pt x="72" y="63"/>
                    <a:pt x="72" y="45"/>
                  </a:cubicBezTo>
                  <a:cubicBezTo>
                    <a:pt x="72" y="27"/>
                    <a:pt x="58"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8" name="Freeform 19">
              <a:extLst>
                <a:ext uri="{FF2B5EF4-FFF2-40B4-BE49-F238E27FC236}">
                  <a16:creationId xmlns:a16="http://schemas.microsoft.com/office/drawing/2014/main" id="{4D261AD4-C6FC-83A6-8774-D9C3CE48B9B9}"/>
                </a:ext>
              </a:extLst>
            </p:cNvPr>
            <p:cNvSpPr>
              <a:spLocks/>
            </p:cNvSpPr>
            <p:nvPr/>
          </p:nvSpPr>
          <p:spPr bwMode="auto">
            <a:xfrm>
              <a:off x="2824" y="781"/>
              <a:ext cx="110" cy="79"/>
            </a:xfrm>
            <a:custGeom>
              <a:avLst/>
              <a:gdLst>
                <a:gd name="T0" fmla="*/ 72 w 72"/>
                <a:gd name="T1" fmla="*/ 53 h 53"/>
                <a:gd name="T2" fmla="*/ 6 w 72"/>
                <a:gd name="T3" fmla="*/ 53 h 53"/>
                <a:gd name="T4" fmla="*/ 0 w 72"/>
                <a:gd name="T5" fmla="*/ 47 h 53"/>
                <a:gd name="T6" fmla="*/ 0 w 72"/>
                <a:gd name="T7" fmla="*/ 41 h 53"/>
                <a:gd name="T8" fmla="*/ 16 w 72"/>
                <a:gd name="T9" fmla="*/ 20 h 53"/>
                <a:gd name="T10" fmla="*/ 42 w 72"/>
                <a:gd name="T11" fmla="*/ 12 h 53"/>
                <a:gd name="T12" fmla="*/ 42 w 72"/>
                <a:gd name="T13" fmla="*/ 0 h 53"/>
                <a:gd name="T14" fmla="*/ 54 w 72"/>
                <a:gd name="T15" fmla="*/ 0 h 53"/>
                <a:gd name="T16" fmla="*/ 54 w 72"/>
                <a:gd name="T17" fmla="*/ 17 h 53"/>
                <a:gd name="T18" fmla="*/ 49 w 72"/>
                <a:gd name="T19" fmla="*/ 22 h 53"/>
                <a:gd name="T20" fmla="*/ 19 w 72"/>
                <a:gd name="T21" fmla="*/ 31 h 53"/>
                <a:gd name="T22" fmla="*/ 12 w 72"/>
                <a:gd name="T23" fmla="*/ 41 h 53"/>
                <a:gd name="T24" fmla="*/ 72 w 72"/>
                <a:gd name="T25" fmla="*/ 41 h 53"/>
                <a:gd name="T26" fmla="*/ 72 w 72"/>
                <a:gd name="T27"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53">
                  <a:moveTo>
                    <a:pt x="72" y="53"/>
                  </a:moveTo>
                  <a:cubicBezTo>
                    <a:pt x="6" y="53"/>
                    <a:pt x="6" y="53"/>
                    <a:pt x="6" y="53"/>
                  </a:cubicBezTo>
                  <a:cubicBezTo>
                    <a:pt x="2" y="53"/>
                    <a:pt x="0" y="50"/>
                    <a:pt x="0" y="47"/>
                  </a:cubicBezTo>
                  <a:cubicBezTo>
                    <a:pt x="0" y="41"/>
                    <a:pt x="0" y="41"/>
                    <a:pt x="0" y="41"/>
                  </a:cubicBezTo>
                  <a:cubicBezTo>
                    <a:pt x="0" y="31"/>
                    <a:pt x="7" y="22"/>
                    <a:pt x="16" y="20"/>
                  </a:cubicBezTo>
                  <a:cubicBezTo>
                    <a:pt x="42" y="12"/>
                    <a:pt x="42" y="12"/>
                    <a:pt x="42" y="12"/>
                  </a:cubicBezTo>
                  <a:cubicBezTo>
                    <a:pt x="42" y="0"/>
                    <a:pt x="42" y="0"/>
                    <a:pt x="42" y="0"/>
                  </a:cubicBezTo>
                  <a:cubicBezTo>
                    <a:pt x="54" y="0"/>
                    <a:pt x="54" y="0"/>
                    <a:pt x="54" y="0"/>
                  </a:cubicBezTo>
                  <a:cubicBezTo>
                    <a:pt x="54" y="17"/>
                    <a:pt x="54" y="17"/>
                    <a:pt x="54" y="17"/>
                  </a:cubicBezTo>
                  <a:cubicBezTo>
                    <a:pt x="54" y="19"/>
                    <a:pt x="52" y="22"/>
                    <a:pt x="49" y="22"/>
                  </a:cubicBezTo>
                  <a:cubicBezTo>
                    <a:pt x="19" y="31"/>
                    <a:pt x="19" y="31"/>
                    <a:pt x="19" y="31"/>
                  </a:cubicBezTo>
                  <a:cubicBezTo>
                    <a:pt x="15" y="32"/>
                    <a:pt x="12" y="37"/>
                    <a:pt x="12" y="41"/>
                  </a:cubicBezTo>
                  <a:cubicBezTo>
                    <a:pt x="72" y="41"/>
                    <a:pt x="72" y="41"/>
                    <a:pt x="72" y="41"/>
                  </a:cubicBezTo>
                  <a:lnTo>
                    <a:pt x="72" y="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49" name="Freeform 20">
              <a:extLst>
                <a:ext uri="{FF2B5EF4-FFF2-40B4-BE49-F238E27FC236}">
                  <a16:creationId xmlns:a16="http://schemas.microsoft.com/office/drawing/2014/main" id="{CFF51C80-DE8B-516B-C2E3-2B8FB071E9C9}"/>
                </a:ext>
              </a:extLst>
            </p:cNvPr>
            <p:cNvSpPr>
              <a:spLocks/>
            </p:cNvSpPr>
            <p:nvPr/>
          </p:nvSpPr>
          <p:spPr bwMode="auto">
            <a:xfrm>
              <a:off x="2916" y="781"/>
              <a:ext cx="110" cy="79"/>
            </a:xfrm>
            <a:custGeom>
              <a:avLst/>
              <a:gdLst>
                <a:gd name="T0" fmla="*/ 66 w 72"/>
                <a:gd name="T1" fmla="*/ 53 h 53"/>
                <a:gd name="T2" fmla="*/ 0 w 72"/>
                <a:gd name="T3" fmla="*/ 53 h 53"/>
                <a:gd name="T4" fmla="*/ 0 w 72"/>
                <a:gd name="T5" fmla="*/ 41 h 53"/>
                <a:gd name="T6" fmla="*/ 60 w 72"/>
                <a:gd name="T7" fmla="*/ 41 h 53"/>
                <a:gd name="T8" fmla="*/ 52 w 72"/>
                <a:gd name="T9" fmla="*/ 31 h 53"/>
                <a:gd name="T10" fmla="*/ 22 w 72"/>
                <a:gd name="T11" fmla="*/ 22 h 53"/>
                <a:gd name="T12" fmla="*/ 18 w 72"/>
                <a:gd name="T13" fmla="*/ 17 h 53"/>
                <a:gd name="T14" fmla="*/ 18 w 72"/>
                <a:gd name="T15" fmla="*/ 0 h 53"/>
                <a:gd name="T16" fmla="*/ 30 w 72"/>
                <a:gd name="T17" fmla="*/ 0 h 53"/>
                <a:gd name="T18" fmla="*/ 30 w 72"/>
                <a:gd name="T19" fmla="*/ 12 h 53"/>
                <a:gd name="T20" fmla="*/ 56 w 72"/>
                <a:gd name="T21" fmla="*/ 20 h 53"/>
                <a:gd name="T22" fmla="*/ 72 w 72"/>
                <a:gd name="T23" fmla="*/ 41 h 53"/>
                <a:gd name="T24" fmla="*/ 72 w 72"/>
                <a:gd name="T25" fmla="*/ 47 h 53"/>
                <a:gd name="T26" fmla="*/ 66 w 72"/>
                <a:gd name="T27"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53">
                  <a:moveTo>
                    <a:pt x="66" y="53"/>
                  </a:moveTo>
                  <a:cubicBezTo>
                    <a:pt x="0" y="53"/>
                    <a:pt x="0" y="53"/>
                    <a:pt x="0" y="53"/>
                  </a:cubicBezTo>
                  <a:cubicBezTo>
                    <a:pt x="0" y="41"/>
                    <a:pt x="0" y="41"/>
                    <a:pt x="0" y="41"/>
                  </a:cubicBezTo>
                  <a:cubicBezTo>
                    <a:pt x="60" y="41"/>
                    <a:pt x="60" y="41"/>
                    <a:pt x="60" y="41"/>
                  </a:cubicBezTo>
                  <a:cubicBezTo>
                    <a:pt x="60" y="37"/>
                    <a:pt x="56" y="32"/>
                    <a:pt x="52" y="31"/>
                  </a:cubicBezTo>
                  <a:cubicBezTo>
                    <a:pt x="22" y="22"/>
                    <a:pt x="22" y="22"/>
                    <a:pt x="22" y="22"/>
                  </a:cubicBezTo>
                  <a:cubicBezTo>
                    <a:pt x="19" y="22"/>
                    <a:pt x="18" y="19"/>
                    <a:pt x="18" y="17"/>
                  </a:cubicBezTo>
                  <a:cubicBezTo>
                    <a:pt x="18" y="0"/>
                    <a:pt x="18" y="0"/>
                    <a:pt x="18" y="0"/>
                  </a:cubicBezTo>
                  <a:cubicBezTo>
                    <a:pt x="30" y="0"/>
                    <a:pt x="30" y="0"/>
                    <a:pt x="30" y="0"/>
                  </a:cubicBezTo>
                  <a:cubicBezTo>
                    <a:pt x="30" y="12"/>
                    <a:pt x="30" y="12"/>
                    <a:pt x="30" y="12"/>
                  </a:cubicBezTo>
                  <a:cubicBezTo>
                    <a:pt x="56" y="20"/>
                    <a:pt x="56" y="20"/>
                    <a:pt x="56" y="20"/>
                  </a:cubicBezTo>
                  <a:cubicBezTo>
                    <a:pt x="65" y="22"/>
                    <a:pt x="72" y="31"/>
                    <a:pt x="72" y="41"/>
                  </a:cubicBezTo>
                  <a:cubicBezTo>
                    <a:pt x="72" y="47"/>
                    <a:pt x="72" y="47"/>
                    <a:pt x="72" y="47"/>
                  </a:cubicBezTo>
                  <a:cubicBezTo>
                    <a:pt x="72" y="50"/>
                    <a:pt x="69" y="53"/>
                    <a:pt x="66"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0" name="Freeform 21">
              <a:extLst>
                <a:ext uri="{FF2B5EF4-FFF2-40B4-BE49-F238E27FC236}">
                  <a16:creationId xmlns:a16="http://schemas.microsoft.com/office/drawing/2014/main" id="{2CCC1301-8598-1559-FAA2-C5B27D31AD9A}"/>
                </a:ext>
              </a:extLst>
            </p:cNvPr>
            <p:cNvSpPr>
              <a:spLocks noEditPoints="1"/>
            </p:cNvSpPr>
            <p:nvPr/>
          </p:nvSpPr>
          <p:spPr bwMode="auto">
            <a:xfrm>
              <a:off x="2861" y="663"/>
              <a:ext cx="128" cy="134"/>
            </a:xfrm>
            <a:custGeom>
              <a:avLst/>
              <a:gdLst>
                <a:gd name="T0" fmla="*/ 42 w 84"/>
                <a:gd name="T1" fmla="*/ 90 h 90"/>
                <a:gd name="T2" fmla="*/ 0 w 84"/>
                <a:gd name="T3" fmla="*/ 45 h 90"/>
                <a:gd name="T4" fmla="*/ 42 w 84"/>
                <a:gd name="T5" fmla="*/ 0 h 90"/>
                <a:gd name="T6" fmla="*/ 84 w 84"/>
                <a:gd name="T7" fmla="*/ 45 h 90"/>
                <a:gd name="T8" fmla="*/ 42 w 84"/>
                <a:gd name="T9" fmla="*/ 90 h 90"/>
                <a:gd name="T10" fmla="*/ 42 w 84"/>
                <a:gd name="T11" fmla="*/ 12 h 90"/>
                <a:gd name="T12" fmla="*/ 12 w 84"/>
                <a:gd name="T13" fmla="*/ 45 h 90"/>
                <a:gd name="T14" fmla="*/ 42 w 84"/>
                <a:gd name="T15" fmla="*/ 78 h 90"/>
                <a:gd name="T16" fmla="*/ 72 w 84"/>
                <a:gd name="T17" fmla="*/ 45 h 90"/>
                <a:gd name="T18" fmla="*/ 42 w 84"/>
                <a:gd name="T19" fmla="*/ 1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90">
                  <a:moveTo>
                    <a:pt x="42" y="90"/>
                  </a:moveTo>
                  <a:cubicBezTo>
                    <a:pt x="18" y="90"/>
                    <a:pt x="0" y="70"/>
                    <a:pt x="0" y="45"/>
                  </a:cubicBezTo>
                  <a:cubicBezTo>
                    <a:pt x="0" y="20"/>
                    <a:pt x="18" y="0"/>
                    <a:pt x="42" y="0"/>
                  </a:cubicBezTo>
                  <a:cubicBezTo>
                    <a:pt x="65" y="0"/>
                    <a:pt x="84" y="20"/>
                    <a:pt x="84" y="45"/>
                  </a:cubicBezTo>
                  <a:cubicBezTo>
                    <a:pt x="84" y="70"/>
                    <a:pt x="65" y="90"/>
                    <a:pt x="42" y="90"/>
                  </a:cubicBezTo>
                  <a:close/>
                  <a:moveTo>
                    <a:pt x="42" y="12"/>
                  </a:moveTo>
                  <a:cubicBezTo>
                    <a:pt x="25" y="12"/>
                    <a:pt x="12" y="27"/>
                    <a:pt x="12" y="45"/>
                  </a:cubicBezTo>
                  <a:cubicBezTo>
                    <a:pt x="12" y="63"/>
                    <a:pt x="25" y="78"/>
                    <a:pt x="42" y="78"/>
                  </a:cubicBezTo>
                  <a:cubicBezTo>
                    <a:pt x="58" y="78"/>
                    <a:pt x="72" y="63"/>
                    <a:pt x="72" y="45"/>
                  </a:cubicBezTo>
                  <a:cubicBezTo>
                    <a:pt x="72" y="27"/>
                    <a:pt x="58"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1" name="Freeform 23">
              <a:extLst>
                <a:ext uri="{FF2B5EF4-FFF2-40B4-BE49-F238E27FC236}">
                  <a16:creationId xmlns:a16="http://schemas.microsoft.com/office/drawing/2014/main" id="{AD7CF203-0C85-9106-8C8C-896213B80B7F}"/>
                </a:ext>
              </a:extLst>
            </p:cNvPr>
            <p:cNvSpPr>
              <a:spLocks/>
            </p:cNvSpPr>
            <p:nvPr/>
          </p:nvSpPr>
          <p:spPr bwMode="auto">
            <a:xfrm>
              <a:off x="2705" y="1014"/>
              <a:ext cx="110" cy="79"/>
            </a:xfrm>
            <a:custGeom>
              <a:avLst/>
              <a:gdLst>
                <a:gd name="T0" fmla="*/ 72 w 72"/>
                <a:gd name="T1" fmla="*/ 53 h 53"/>
                <a:gd name="T2" fmla="*/ 6 w 72"/>
                <a:gd name="T3" fmla="*/ 53 h 53"/>
                <a:gd name="T4" fmla="*/ 0 w 72"/>
                <a:gd name="T5" fmla="*/ 47 h 53"/>
                <a:gd name="T6" fmla="*/ 0 w 72"/>
                <a:gd name="T7" fmla="*/ 41 h 53"/>
                <a:gd name="T8" fmla="*/ 16 w 72"/>
                <a:gd name="T9" fmla="*/ 20 h 53"/>
                <a:gd name="T10" fmla="*/ 42 w 72"/>
                <a:gd name="T11" fmla="*/ 12 h 53"/>
                <a:gd name="T12" fmla="*/ 42 w 72"/>
                <a:gd name="T13" fmla="*/ 0 h 53"/>
                <a:gd name="T14" fmla="*/ 54 w 72"/>
                <a:gd name="T15" fmla="*/ 0 h 53"/>
                <a:gd name="T16" fmla="*/ 54 w 72"/>
                <a:gd name="T17" fmla="*/ 17 h 53"/>
                <a:gd name="T18" fmla="*/ 49 w 72"/>
                <a:gd name="T19" fmla="*/ 22 h 53"/>
                <a:gd name="T20" fmla="*/ 19 w 72"/>
                <a:gd name="T21" fmla="*/ 31 h 53"/>
                <a:gd name="T22" fmla="*/ 12 w 72"/>
                <a:gd name="T23" fmla="*/ 41 h 53"/>
                <a:gd name="T24" fmla="*/ 72 w 72"/>
                <a:gd name="T25" fmla="*/ 41 h 53"/>
                <a:gd name="T26" fmla="*/ 72 w 72"/>
                <a:gd name="T27"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53">
                  <a:moveTo>
                    <a:pt x="72" y="53"/>
                  </a:moveTo>
                  <a:cubicBezTo>
                    <a:pt x="6" y="53"/>
                    <a:pt x="6" y="53"/>
                    <a:pt x="6" y="53"/>
                  </a:cubicBezTo>
                  <a:cubicBezTo>
                    <a:pt x="2" y="53"/>
                    <a:pt x="0" y="50"/>
                    <a:pt x="0" y="47"/>
                  </a:cubicBezTo>
                  <a:cubicBezTo>
                    <a:pt x="0" y="41"/>
                    <a:pt x="0" y="41"/>
                    <a:pt x="0" y="41"/>
                  </a:cubicBezTo>
                  <a:cubicBezTo>
                    <a:pt x="0" y="31"/>
                    <a:pt x="7" y="22"/>
                    <a:pt x="16" y="20"/>
                  </a:cubicBezTo>
                  <a:cubicBezTo>
                    <a:pt x="42" y="12"/>
                    <a:pt x="42" y="12"/>
                    <a:pt x="42" y="12"/>
                  </a:cubicBezTo>
                  <a:cubicBezTo>
                    <a:pt x="42" y="0"/>
                    <a:pt x="42" y="0"/>
                    <a:pt x="42" y="0"/>
                  </a:cubicBezTo>
                  <a:cubicBezTo>
                    <a:pt x="54" y="0"/>
                    <a:pt x="54" y="0"/>
                    <a:pt x="54" y="0"/>
                  </a:cubicBezTo>
                  <a:cubicBezTo>
                    <a:pt x="54" y="17"/>
                    <a:pt x="54" y="17"/>
                    <a:pt x="54" y="17"/>
                  </a:cubicBezTo>
                  <a:cubicBezTo>
                    <a:pt x="54" y="19"/>
                    <a:pt x="52" y="22"/>
                    <a:pt x="49" y="22"/>
                  </a:cubicBezTo>
                  <a:cubicBezTo>
                    <a:pt x="19" y="31"/>
                    <a:pt x="19" y="31"/>
                    <a:pt x="19" y="31"/>
                  </a:cubicBezTo>
                  <a:cubicBezTo>
                    <a:pt x="15" y="32"/>
                    <a:pt x="12" y="37"/>
                    <a:pt x="12" y="41"/>
                  </a:cubicBezTo>
                  <a:cubicBezTo>
                    <a:pt x="72" y="41"/>
                    <a:pt x="72" y="41"/>
                    <a:pt x="72" y="41"/>
                  </a:cubicBezTo>
                  <a:lnTo>
                    <a:pt x="72" y="5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2" name="Freeform 24">
              <a:extLst>
                <a:ext uri="{FF2B5EF4-FFF2-40B4-BE49-F238E27FC236}">
                  <a16:creationId xmlns:a16="http://schemas.microsoft.com/office/drawing/2014/main" id="{53703EB9-7878-DEAB-8B7A-09B27DA80E1E}"/>
                </a:ext>
              </a:extLst>
            </p:cNvPr>
            <p:cNvSpPr>
              <a:spLocks/>
            </p:cNvSpPr>
            <p:nvPr/>
          </p:nvSpPr>
          <p:spPr bwMode="auto">
            <a:xfrm>
              <a:off x="2796" y="1014"/>
              <a:ext cx="111" cy="79"/>
            </a:xfrm>
            <a:custGeom>
              <a:avLst/>
              <a:gdLst>
                <a:gd name="T0" fmla="*/ 66 w 72"/>
                <a:gd name="T1" fmla="*/ 53 h 53"/>
                <a:gd name="T2" fmla="*/ 0 w 72"/>
                <a:gd name="T3" fmla="*/ 53 h 53"/>
                <a:gd name="T4" fmla="*/ 0 w 72"/>
                <a:gd name="T5" fmla="*/ 41 h 53"/>
                <a:gd name="T6" fmla="*/ 60 w 72"/>
                <a:gd name="T7" fmla="*/ 41 h 53"/>
                <a:gd name="T8" fmla="*/ 52 w 72"/>
                <a:gd name="T9" fmla="*/ 31 h 53"/>
                <a:gd name="T10" fmla="*/ 22 w 72"/>
                <a:gd name="T11" fmla="*/ 22 h 53"/>
                <a:gd name="T12" fmla="*/ 18 w 72"/>
                <a:gd name="T13" fmla="*/ 17 h 53"/>
                <a:gd name="T14" fmla="*/ 18 w 72"/>
                <a:gd name="T15" fmla="*/ 0 h 53"/>
                <a:gd name="T16" fmla="*/ 30 w 72"/>
                <a:gd name="T17" fmla="*/ 0 h 53"/>
                <a:gd name="T18" fmla="*/ 30 w 72"/>
                <a:gd name="T19" fmla="*/ 12 h 53"/>
                <a:gd name="T20" fmla="*/ 56 w 72"/>
                <a:gd name="T21" fmla="*/ 20 h 53"/>
                <a:gd name="T22" fmla="*/ 72 w 72"/>
                <a:gd name="T23" fmla="*/ 41 h 53"/>
                <a:gd name="T24" fmla="*/ 72 w 72"/>
                <a:gd name="T25" fmla="*/ 47 h 53"/>
                <a:gd name="T26" fmla="*/ 66 w 72"/>
                <a:gd name="T27"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53">
                  <a:moveTo>
                    <a:pt x="66" y="53"/>
                  </a:moveTo>
                  <a:cubicBezTo>
                    <a:pt x="0" y="53"/>
                    <a:pt x="0" y="53"/>
                    <a:pt x="0" y="53"/>
                  </a:cubicBezTo>
                  <a:cubicBezTo>
                    <a:pt x="0" y="41"/>
                    <a:pt x="0" y="41"/>
                    <a:pt x="0" y="41"/>
                  </a:cubicBezTo>
                  <a:cubicBezTo>
                    <a:pt x="60" y="41"/>
                    <a:pt x="60" y="41"/>
                    <a:pt x="60" y="41"/>
                  </a:cubicBezTo>
                  <a:cubicBezTo>
                    <a:pt x="60" y="37"/>
                    <a:pt x="56" y="32"/>
                    <a:pt x="52" y="31"/>
                  </a:cubicBezTo>
                  <a:cubicBezTo>
                    <a:pt x="22" y="22"/>
                    <a:pt x="22" y="22"/>
                    <a:pt x="22" y="22"/>
                  </a:cubicBezTo>
                  <a:cubicBezTo>
                    <a:pt x="19" y="22"/>
                    <a:pt x="18" y="19"/>
                    <a:pt x="18" y="17"/>
                  </a:cubicBezTo>
                  <a:cubicBezTo>
                    <a:pt x="18" y="0"/>
                    <a:pt x="18" y="0"/>
                    <a:pt x="18" y="0"/>
                  </a:cubicBezTo>
                  <a:cubicBezTo>
                    <a:pt x="30" y="0"/>
                    <a:pt x="30" y="0"/>
                    <a:pt x="30" y="0"/>
                  </a:cubicBezTo>
                  <a:cubicBezTo>
                    <a:pt x="30" y="12"/>
                    <a:pt x="30" y="12"/>
                    <a:pt x="30" y="12"/>
                  </a:cubicBezTo>
                  <a:cubicBezTo>
                    <a:pt x="56" y="20"/>
                    <a:pt x="56" y="20"/>
                    <a:pt x="56" y="20"/>
                  </a:cubicBezTo>
                  <a:cubicBezTo>
                    <a:pt x="65" y="22"/>
                    <a:pt x="72" y="31"/>
                    <a:pt x="72" y="41"/>
                  </a:cubicBezTo>
                  <a:cubicBezTo>
                    <a:pt x="72" y="47"/>
                    <a:pt x="72" y="47"/>
                    <a:pt x="72" y="47"/>
                  </a:cubicBezTo>
                  <a:cubicBezTo>
                    <a:pt x="72" y="50"/>
                    <a:pt x="69" y="53"/>
                    <a:pt x="66"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3" name="Freeform 25">
              <a:extLst>
                <a:ext uri="{FF2B5EF4-FFF2-40B4-BE49-F238E27FC236}">
                  <a16:creationId xmlns:a16="http://schemas.microsoft.com/office/drawing/2014/main" id="{2CB1CA3B-70EB-4955-6E83-E4AF1D7F43F4}"/>
                </a:ext>
              </a:extLst>
            </p:cNvPr>
            <p:cNvSpPr>
              <a:spLocks noEditPoints="1"/>
            </p:cNvSpPr>
            <p:nvPr/>
          </p:nvSpPr>
          <p:spPr bwMode="auto">
            <a:xfrm>
              <a:off x="2741" y="896"/>
              <a:ext cx="129" cy="134"/>
            </a:xfrm>
            <a:custGeom>
              <a:avLst/>
              <a:gdLst>
                <a:gd name="T0" fmla="*/ 42 w 84"/>
                <a:gd name="T1" fmla="*/ 90 h 90"/>
                <a:gd name="T2" fmla="*/ 0 w 84"/>
                <a:gd name="T3" fmla="*/ 45 h 90"/>
                <a:gd name="T4" fmla="*/ 42 w 84"/>
                <a:gd name="T5" fmla="*/ 0 h 90"/>
                <a:gd name="T6" fmla="*/ 84 w 84"/>
                <a:gd name="T7" fmla="*/ 45 h 90"/>
                <a:gd name="T8" fmla="*/ 42 w 84"/>
                <a:gd name="T9" fmla="*/ 90 h 90"/>
                <a:gd name="T10" fmla="*/ 42 w 84"/>
                <a:gd name="T11" fmla="*/ 12 h 90"/>
                <a:gd name="T12" fmla="*/ 12 w 84"/>
                <a:gd name="T13" fmla="*/ 45 h 90"/>
                <a:gd name="T14" fmla="*/ 42 w 84"/>
                <a:gd name="T15" fmla="*/ 78 h 90"/>
                <a:gd name="T16" fmla="*/ 72 w 84"/>
                <a:gd name="T17" fmla="*/ 45 h 90"/>
                <a:gd name="T18" fmla="*/ 42 w 84"/>
                <a:gd name="T19" fmla="*/ 1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90">
                  <a:moveTo>
                    <a:pt x="42" y="90"/>
                  </a:moveTo>
                  <a:cubicBezTo>
                    <a:pt x="18" y="90"/>
                    <a:pt x="0" y="70"/>
                    <a:pt x="0" y="45"/>
                  </a:cubicBezTo>
                  <a:cubicBezTo>
                    <a:pt x="0" y="20"/>
                    <a:pt x="18" y="0"/>
                    <a:pt x="42" y="0"/>
                  </a:cubicBezTo>
                  <a:cubicBezTo>
                    <a:pt x="65" y="0"/>
                    <a:pt x="84" y="20"/>
                    <a:pt x="84" y="45"/>
                  </a:cubicBezTo>
                  <a:cubicBezTo>
                    <a:pt x="84" y="70"/>
                    <a:pt x="65" y="90"/>
                    <a:pt x="42" y="90"/>
                  </a:cubicBezTo>
                  <a:close/>
                  <a:moveTo>
                    <a:pt x="42" y="12"/>
                  </a:moveTo>
                  <a:cubicBezTo>
                    <a:pt x="25" y="12"/>
                    <a:pt x="12" y="27"/>
                    <a:pt x="12" y="45"/>
                  </a:cubicBezTo>
                  <a:cubicBezTo>
                    <a:pt x="12" y="63"/>
                    <a:pt x="25" y="78"/>
                    <a:pt x="42" y="78"/>
                  </a:cubicBezTo>
                  <a:cubicBezTo>
                    <a:pt x="58" y="78"/>
                    <a:pt x="72" y="63"/>
                    <a:pt x="72" y="45"/>
                  </a:cubicBezTo>
                  <a:cubicBezTo>
                    <a:pt x="72" y="27"/>
                    <a:pt x="58"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4" name="Freeform 27">
              <a:extLst>
                <a:ext uri="{FF2B5EF4-FFF2-40B4-BE49-F238E27FC236}">
                  <a16:creationId xmlns:a16="http://schemas.microsoft.com/office/drawing/2014/main" id="{1ABAD45D-3BA5-7DC7-F61A-295121965E48}"/>
                </a:ext>
              </a:extLst>
            </p:cNvPr>
            <p:cNvSpPr>
              <a:spLocks/>
            </p:cNvSpPr>
            <p:nvPr/>
          </p:nvSpPr>
          <p:spPr bwMode="auto">
            <a:xfrm>
              <a:off x="2648" y="877"/>
              <a:ext cx="66" cy="64"/>
            </a:xfrm>
            <a:custGeom>
              <a:avLst/>
              <a:gdLst>
                <a:gd name="T0" fmla="*/ 37 w 43"/>
                <a:gd name="T1" fmla="*/ 43 h 43"/>
                <a:gd name="T2" fmla="*/ 32 w 43"/>
                <a:gd name="T3" fmla="*/ 41 h 43"/>
                <a:gd name="T4" fmla="*/ 2 w 43"/>
                <a:gd name="T5" fmla="*/ 11 h 43"/>
                <a:gd name="T6" fmla="*/ 2 w 43"/>
                <a:gd name="T7" fmla="*/ 2 h 43"/>
                <a:gd name="T8" fmla="*/ 11 w 43"/>
                <a:gd name="T9" fmla="*/ 2 h 43"/>
                <a:gd name="T10" fmla="*/ 41 w 43"/>
                <a:gd name="T11" fmla="*/ 32 h 43"/>
                <a:gd name="T12" fmla="*/ 41 w 43"/>
                <a:gd name="T13" fmla="*/ 41 h 43"/>
                <a:gd name="T14" fmla="*/ 37 w 43"/>
                <a:gd name="T15" fmla="*/ 43 h 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3">
                  <a:moveTo>
                    <a:pt x="37" y="43"/>
                  </a:moveTo>
                  <a:cubicBezTo>
                    <a:pt x="35" y="43"/>
                    <a:pt x="34" y="42"/>
                    <a:pt x="32" y="41"/>
                  </a:cubicBezTo>
                  <a:cubicBezTo>
                    <a:pt x="2" y="11"/>
                    <a:pt x="2" y="11"/>
                    <a:pt x="2" y="11"/>
                  </a:cubicBezTo>
                  <a:cubicBezTo>
                    <a:pt x="0" y="9"/>
                    <a:pt x="0" y="5"/>
                    <a:pt x="2" y="2"/>
                  </a:cubicBezTo>
                  <a:cubicBezTo>
                    <a:pt x="5" y="0"/>
                    <a:pt x="9" y="0"/>
                    <a:pt x="11" y="2"/>
                  </a:cubicBezTo>
                  <a:cubicBezTo>
                    <a:pt x="41" y="32"/>
                    <a:pt x="41" y="32"/>
                    <a:pt x="41" y="32"/>
                  </a:cubicBezTo>
                  <a:cubicBezTo>
                    <a:pt x="43" y="35"/>
                    <a:pt x="43" y="39"/>
                    <a:pt x="41" y="41"/>
                  </a:cubicBezTo>
                  <a:cubicBezTo>
                    <a:pt x="40" y="42"/>
                    <a:pt x="38" y="43"/>
                    <a:pt x="37"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5" name="Freeform 28">
              <a:extLst>
                <a:ext uri="{FF2B5EF4-FFF2-40B4-BE49-F238E27FC236}">
                  <a16:creationId xmlns:a16="http://schemas.microsoft.com/office/drawing/2014/main" id="{183CA81B-037D-AAFB-B137-ADC693B1B20E}"/>
                </a:ext>
              </a:extLst>
            </p:cNvPr>
            <p:cNvSpPr>
              <a:spLocks/>
            </p:cNvSpPr>
            <p:nvPr/>
          </p:nvSpPr>
          <p:spPr bwMode="auto">
            <a:xfrm>
              <a:off x="2896" y="877"/>
              <a:ext cx="66" cy="64"/>
            </a:xfrm>
            <a:custGeom>
              <a:avLst/>
              <a:gdLst>
                <a:gd name="T0" fmla="*/ 7 w 43"/>
                <a:gd name="T1" fmla="*/ 43 h 43"/>
                <a:gd name="T2" fmla="*/ 2 w 43"/>
                <a:gd name="T3" fmla="*/ 41 h 43"/>
                <a:gd name="T4" fmla="*/ 2 w 43"/>
                <a:gd name="T5" fmla="*/ 32 h 43"/>
                <a:gd name="T6" fmla="*/ 32 w 43"/>
                <a:gd name="T7" fmla="*/ 2 h 43"/>
                <a:gd name="T8" fmla="*/ 41 w 43"/>
                <a:gd name="T9" fmla="*/ 2 h 43"/>
                <a:gd name="T10" fmla="*/ 41 w 43"/>
                <a:gd name="T11" fmla="*/ 11 h 43"/>
                <a:gd name="T12" fmla="*/ 11 w 43"/>
                <a:gd name="T13" fmla="*/ 41 h 43"/>
                <a:gd name="T14" fmla="*/ 7 w 43"/>
                <a:gd name="T15" fmla="*/ 43 h 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3">
                  <a:moveTo>
                    <a:pt x="7" y="43"/>
                  </a:moveTo>
                  <a:cubicBezTo>
                    <a:pt x="5" y="43"/>
                    <a:pt x="4" y="42"/>
                    <a:pt x="2" y="41"/>
                  </a:cubicBezTo>
                  <a:cubicBezTo>
                    <a:pt x="0" y="39"/>
                    <a:pt x="0" y="35"/>
                    <a:pt x="2" y="32"/>
                  </a:cubicBezTo>
                  <a:cubicBezTo>
                    <a:pt x="32" y="2"/>
                    <a:pt x="32" y="2"/>
                    <a:pt x="32" y="2"/>
                  </a:cubicBezTo>
                  <a:cubicBezTo>
                    <a:pt x="35" y="0"/>
                    <a:pt x="39" y="0"/>
                    <a:pt x="41" y="2"/>
                  </a:cubicBezTo>
                  <a:cubicBezTo>
                    <a:pt x="43" y="5"/>
                    <a:pt x="43" y="9"/>
                    <a:pt x="41" y="11"/>
                  </a:cubicBezTo>
                  <a:cubicBezTo>
                    <a:pt x="11" y="41"/>
                    <a:pt x="11" y="41"/>
                    <a:pt x="11" y="41"/>
                  </a:cubicBezTo>
                  <a:cubicBezTo>
                    <a:pt x="10" y="42"/>
                    <a:pt x="8" y="43"/>
                    <a:pt x="7"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grpSp>
        <p:nvGrpSpPr>
          <p:cNvPr id="56" name="real time real-time fast stopwatch">
            <a:extLst>
              <a:ext uri="{FF2B5EF4-FFF2-40B4-BE49-F238E27FC236}">
                <a16:creationId xmlns:a16="http://schemas.microsoft.com/office/drawing/2014/main" id="{86CCBC5C-B436-B53B-753F-0AA5D356BA28}"/>
              </a:ext>
            </a:extLst>
          </p:cNvPr>
          <p:cNvGrpSpPr>
            <a:grpSpLocks noChangeAspect="1"/>
          </p:cNvGrpSpPr>
          <p:nvPr/>
        </p:nvGrpSpPr>
        <p:grpSpPr bwMode="auto">
          <a:xfrm>
            <a:off x="6590363" y="5886384"/>
            <a:ext cx="288374" cy="346049"/>
            <a:chOff x="5541" y="440"/>
            <a:chExt cx="355" cy="426"/>
          </a:xfrm>
          <a:solidFill>
            <a:schemeClr val="accent1"/>
          </a:solidFill>
        </p:grpSpPr>
        <p:sp>
          <p:nvSpPr>
            <p:cNvPr id="57" name="Freeform 179">
              <a:extLst>
                <a:ext uri="{FF2B5EF4-FFF2-40B4-BE49-F238E27FC236}">
                  <a16:creationId xmlns:a16="http://schemas.microsoft.com/office/drawing/2014/main" id="{742316A2-3FBA-B52E-D885-A8432F979CE4}"/>
                </a:ext>
              </a:extLst>
            </p:cNvPr>
            <p:cNvSpPr>
              <a:spLocks noEditPoints="1"/>
            </p:cNvSpPr>
            <p:nvPr/>
          </p:nvSpPr>
          <p:spPr bwMode="auto">
            <a:xfrm>
              <a:off x="5541" y="440"/>
              <a:ext cx="355" cy="426"/>
            </a:xfrm>
            <a:custGeom>
              <a:avLst/>
              <a:gdLst>
                <a:gd name="T0" fmla="*/ 209 w 240"/>
                <a:gd name="T1" fmla="*/ 88 h 288"/>
                <a:gd name="T2" fmla="*/ 222 w 240"/>
                <a:gd name="T3" fmla="*/ 75 h 288"/>
                <a:gd name="T4" fmla="*/ 224 w 240"/>
                <a:gd name="T5" fmla="*/ 77 h 288"/>
                <a:gd name="T6" fmla="*/ 228 w 240"/>
                <a:gd name="T7" fmla="*/ 78 h 288"/>
                <a:gd name="T8" fmla="*/ 232 w 240"/>
                <a:gd name="T9" fmla="*/ 77 h 288"/>
                <a:gd name="T10" fmla="*/ 232 w 240"/>
                <a:gd name="T11" fmla="*/ 68 h 288"/>
                <a:gd name="T12" fmla="*/ 220 w 240"/>
                <a:gd name="T13" fmla="*/ 56 h 288"/>
                <a:gd name="T14" fmla="*/ 212 w 240"/>
                <a:gd name="T15" fmla="*/ 56 h 288"/>
                <a:gd name="T16" fmla="*/ 212 w 240"/>
                <a:gd name="T17" fmla="*/ 65 h 288"/>
                <a:gd name="T18" fmla="*/ 214 w 240"/>
                <a:gd name="T19" fmla="*/ 66 h 288"/>
                <a:gd name="T20" fmla="*/ 201 w 240"/>
                <a:gd name="T21" fmla="*/ 79 h 288"/>
                <a:gd name="T22" fmla="*/ 144 w 240"/>
                <a:gd name="T23" fmla="*/ 51 h 288"/>
                <a:gd name="T24" fmla="*/ 144 w 240"/>
                <a:gd name="T25" fmla="*/ 12 h 288"/>
                <a:gd name="T26" fmla="*/ 156 w 240"/>
                <a:gd name="T27" fmla="*/ 12 h 288"/>
                <a:gd name="T28" fmla="*/ 162 w 240"/>
                <a:gd name="T29" fmla="*/ 6 h 288"/>
                <a:gd name="T30" fmla="*/ 156 w 240"/>
                <a:gd name="T31" fmla="*/ 0 h 288"/>
                <a:gd name="T32" fmla="*/ 138 w 240"/>
                <a:gd name="T33" fmla="*/ 0 h 288"/>
                <a:gd name="T34" fmla="*/ 102 w 240"/>
                <a:gd name="T35" fmla="*/ 0 h 288"/>
                <a:gd name="T36" fmla="*/ 84 w 240"/>
                <a:gd name="T37" fmla="*/ 0 h 288"/>
                <a:gd name="T38" fmla="*/ 78 w 240"/>
                <a:gd name="T39" fmla="*/ 6 h 288"/>
                <a:gd name="T40" fmla="*/ 84 w 240"/>
                <a:gd name="T41" fmla="*/ 12 h 288"/>
                <a:gd name="T42" fmla="*/ 96 w 240"/>
                <a:gd name="T43" fmla="*/ 12 h 288"/>
                <a:gd name="T44" fmla="*/ 96 w 240"/>
                <a:gd name="T45" fmla="*/ 51 h 288"/>
                <a:gd name="T46" fmla="*/ 0 w 240"/>
                <a:gd name="T47" fmla="*/ 168 h 288"/>
                <a:gd name="T48" fmla="*/ 120 w 240"/>
                <a:gd name="T49" fmla="*/ 288 h 288"/>
                <a:gd name="T50" fmla="*/ 240 w 240"/>
                <a:gd name="T51" fmla="*/ 168 h 288"/>
                <a:gd name="T52" fmla="*/ 209 w 240"/>
                <a:gd name="T53" fmla="*/ 88 h 288"/>
                <a:gd name="T54" fmla="*/ 108 w 240"/>
                <a:gd name="T55" fmla="*/ 12 h 288"/>
                <a:gd name="T56" fmla="*/ 132 w 240"/>
                <a:gd name="T57" fmla="*/ 12 h 288"/>
                <a:gd name="T58" fmla="*/ 132 w 240"/>
                <a:gd name="T59" fmla="*/ 49 h 288"/>
                <a:gd name="T60" fmla="*/ 120 w 240"/>
                <a:gd name="T61" fmla="*/ 48 h 288"/>
                <a:gd name="T62" fmla="*/ 108 w 240"/>
                <a:gd name="T63" fmla="*/ 49 h 288"/>
                <a:gd name="T64" fmla="*/ 108 w 240"/>
                <a:gd name="T65" fmla="*/ 12 h 288"/>
                <a:gd name="T66" fmla="*/ 120 w 240"/>
                <a:gd name="T67" fmla="*/ 276 h 288"/>
                <a:gd name="T68" fmla="*/ 12 w 240"/>
                <a:gd name="T69" fmla="*/ 168 h 288"/>
                <a:gd name="T70" fmla="*/ 120 w 240"/>
                <a:gd name="T71" fmla="*/ 60 h 288"/>
                <a:gd name="T72" fmla="*/ 228 w 240"/>
                <a:gd name="T73" fmla="*/ 168 h 288"/>
                <a:gd name="T74" fmla="*/ 120 w 240"/>
                <a:gd name="T75" fmla="*/ 27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40" h="288">
                  <a:moveTo>
                    <a:pt x="209" y="88"/>
                  </a:moveTo>
                  <a:cubicBezTo>
                    <a:pt x="222" y="75"/>
                    <a:pt x="222" y="75"/>
                    <a:pt x="222" y="75"/>
                  </a:cubicBezTo>
                  <a:cubicBezTo>
                    <a:pt x="224" y="77"/>
                    <a:pt x="224" y="77"/>
                    <a:pt x="224" y="77"/>
                  </a:cubicBezTo>
                  <a:cubicBezTo>
                    <a:pt x="225" y="78"/>
                    <a:pt x="227" y="78"/>
                    <a:pt x="228" y="78"/>
                  </a:cubicBezTo>
                  <a:cubicBezTo>
                    <a:pt x="230" y="78"/>
                    <a:pt x="231" y="78"/>
                    <a:pt x="232" y="77"/>
                  </a:cubicBezTo>
                  <a:cubicBezTo>
                    <a:pt x="235" y="74"/>
                    <a:pt x="235" y="71"/>
                    <a:pt x="232" y="68"/>
                  </a:cubicBezTo>
                  <a:cubicBezTo>
                    <a:pt x="220" y="56"/>
                    <a:pt x="220" y="56"/>
                    <a:pt x="220" y="56"/>
                  </a:cubicBezTo>
                  <a:cubicBezTo>
                    <a:pt x="218" y="54"/>
                    <a:pt x="214" y="54"/>
                    <a:pt x="212" y="56"/>
                  </a:cubicBezTo>
                  <a:cubicBezTo>
                    <a:pt x="210" y="59"/>
                    <a:pt x="210" y="62"/>
                    <a:pt x="212" y="65"/>
                  </a:cubicBezTo>
                  <a:cubicBezTo>
                    <a:pt x="214" y="66"/>
                    <a:pt x="214" y="66"/>
                    <a:pt x="214" y="66"/>
                  </a:cubicBezTo>
                  <a:cubicBezTo>
                    <a:pt x="201" y="79"/>
                    <a:pt x="201" y="79"/>
                    <a:pt x="201" y="79"/>
                  </a:cubicBezTo>
                  <a:cubicBezTo>
                    <a:pt x="185" y="65"/>
                    <a:pt x="166" y="55"/>
                    <a:pt x="144" y="51"/>
                  </a:cubicBezTo>
                  <a:cubicBezTo>
                    <a:pt x="144" y="12"/>
                    <a:pt x="144" y="12"/>
                    <a:pt x="144" y="12"/>
                  </a:cubicBezTo>
                  <a:cubicBezTo>
                    <a:pt x="156" y="12"/>
                    <a:pt x="156" y="12"/>
                    <a:pt x="156" y="12"/>
                  </a:cubicBezTo>
                  <a:cubicBezTo>
                    <a:pt x="159" y="12"/>
                    <a:pt x="162" y="10"/>
                    <a:pt x="162" y="6"/>
                  </a:cubicBezTo>
                  <a:cubicBezTo>
                    <a:pt x="162" y="3"/>
                    <a:pt x="159" y="0"/>
                    <a:pt x="156" y="0"/>
                  </a:cubicBezTo>
                  <a:cubicBezTo>
                    <a:pt x="138" y="0"/>
                    <a:pt x="138" y="0"/>
                    <a:pt x="138" y="0"/>
                  </a:cubicBezTo>
                  <a:cubicBezTo>
                    <a:pt x="102" y="0"/>
                    <a:pt x="102" y="0"/>
                    <a:pt x="102" y="0"/>
                  </a:cubicBezTo>
                  <a:cubicBezTo>
                    <a:pt x="84" y="0"/>
                    <a:pt x="84" y="0"/>
                    <a:pt x="84" y="0"/>
                  </a:cubicBezTo>
                  <a:cubicBezTo>
                    <a:pt x="81" y="0"/>
                    <a:pt x="78" y="3"/>
                    <a:pt x="78" y="6"/>
                  </a:cubicBezTo>
                  <a:cubicBezTo>
                    <a:pt x="78" y="10"/>
                    <a:pt x="81" y="12"/>
                    <a:pt x="84" y="12"/>
                  </a:cubicBezTo>
                  <a:cubicBezTo>
                    <a:pt x="96" y="12"/>
                    <a:pt x="96" y="12"/>
                    <a:pt x="96" y="12"/>
                  </a:cubicBezTo>
                  <a:cubicBezTo>
                    <a:pt x="96" y="51"/>
                    <a:pt x="96" y="51"/>
                    <a:pt x="96" y="51"/>
                  </a:cubicBezTo>
                  <a:cubicBezTo>
                    <a:pt x="41" y="62"/>
                    <a:pt x="0" y="110"/>
                    <a:pt x="0" y="168"/>
                  </a:cubicBezTo>
                  <a:cubicBezTo>
                    <a:pt x="0" y="235"/>
                    <a:pt x="54" y="288"/>
                    <a:pt x="120" y="288"/>
                  </a:cubicBezTo>
                  <a:cubicBezTo>
                    <a:pt x="186" y="288"/>
                    <a:pt x="240" y="235"/>
                    <a:pt x="240" y="168"/>
                  </a:cubicBezTo>
                  <a:cubicBezTo>
                    <a:pt x="240" y="138"/>
                    <a:pt x="228" y="109"/>
                    <a:pt x="209" y="88"/>
                  </a:cubicBezTo>
                  <a:close/>
                  <a:moveTo>
                    <a:pt x="108" y="12"/>
                  </a:moveTo>
                  <a:cubicBezTo>
                    <a:pt x="132" y="12"/>
                    <a:pt x="132" y="12"/>
                    <a:pt x="132" y="12"/>
                  </a:cubicBezTo>
                  <a:cubicBezTo>
                    <a:pt x="132" y="49"/>
                    <a:pt x="132" y="49"/>
                    <a:pt x="132" y="49"/>
                  </a:cubicBezTo>
                  <a:cubicBezTo>
                    <a:pt x="128" y="49"/>
                    <a:pt x="124" y="48"/>
                    <a:pt x="120" y="48"/>
                  </a:cubicBezTo>
                  <a:cubicBezTo>
                    <a:pt x="116" y="48"/>
                    <a:pt x="112" y="49"/>
                    <a:pt x="108" y="49"/>
                  </a:cubicBezTo>
                  <a:lnTo>
                    <a:pt x="108" y="12"/>
                  </a:lnTo>
                  <a:close/>
                  <a:moveTo>
                    <a:pt x="120" y="276"/>
                  </a:moveTo>
                  <a:cubicBezTo>
                    <a:pt x="61" y="276"/>
                    <a:pt x="12" y="228"/>
                    <a:pt x="12" y="168"/>
                  </a:cubicBezTo>
                  <a:cubicBezTo>
                    <a:pt x="12" y="109"/>
                    <a:pt x="61" y="60"/>
                    <a:pt x="120" y="60"/>
                  </a:cubicBezTo>
                  <a:cubicBezTo>
                    <a:pt x="180" y="60"/>
                    <a:pt x="228" y="109"/>
                    <a:pt x="228" y="168"/>
                  </a:cubicBezTo>
                  <a:cubicBezTo>
                    <a:pt x="228" y="228"/>
                    <a:pt x="180" y="276"/>
                    <a:pt x="120" y="2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sp>
          <p:nvSpPr>
            <p:cNvPr id="58" name="Freeform 180">
              <a:extLst>
                <a:ext uri="{FF2B5EF4-FFF2-40B4-BE49-F238E27FC236}">
                  <a16:creationId xmlns:a16="http://schemas.microsoft.com/office/drawing/2014/main" id="{272C61DD-8E19-2F4A-63EE-1F9DF7220F68}"/>
                </a:ext>
              </a:extLst>
            </p:cNvPr>
            <p:cNvSpPr>
              <a:spLocks noEditPoints="1"/>
            </p:cNvSpPr>
            <p:nvPr/>
          </p:nvSpPr>
          <p:spPr bwMode="auto">
            <a:xfrm>
              <a:off x="5659" y="585"/>
              <a:ext cx="125" cy="210"/>
            </a:xfrm>
            <a:custGeom>
              <a:avLst/>
              <a:gdLst>
                <a:gd name="T0" fmla="*/ 78 w 84"/>
                <a:gd name="T1" fmla="*/ 55 h 142"/>
                <a:gd name="T2" fmla="*/ 54 w 84"/>
                <a:gd name="T3" fmla="*/ 55 h 142"/>
                <a:gd name="T4" fmla="*/ 70 w 84"/>
                <a:gd name="T5" fmla="*/ 8 h 142"/>
                <a:gd name="T6" fmla="*/ 68 w 84"/>
                <a:gd name="T7" fmla="*/ 1 h 142"/>
                <a:gd name="T8" fmla="*/ 60 w 84"/>
                <a:gd name="T9" fmla="*/ 2 h 142"/>
                <a:gd name="T10" fmla="*/ 2 w 84"/>
                <a:gd name="T11" fmla="*/ 76 h 142"/>
                <a:gd name="T12" fmla="*/ 1 w 84"/>
                <a:gd name="T13" fmla="*/ 82 h 142"/>
                <a:gd name="T14" fmla="*/ 6 w 84"/>
                <a:gd name="T15" fmla="*/ 85 h 142"/>
                <a:gd name="T16" fmla="*/ 24 w 84"/>
                <a:gd name="T17" fmla="*/ 85 h 142"/>
                <a:gd name="T18" fmla="*/ 11 w 84"/>
                <a:gd name="T19" fmla="*/ 134 h 142"/>
                <a:gd name="T20" fmla="*/ 14 w 84"/>
                <a:gd name="T21" fmla="*/ 141 h 142"/>
                <a:gd name="T22" fmla="*/ 16 w 84"/>
                <a:gd name="T23" fmla="*/ 142 h 142"/>
                <a:gd name="T24" fmla="*/ 21 w 84"/>
                <a:gd name="T25" fmla="*/ 140 h 142"/>
                <a:gd name="T26" fmla="*/ 83 w 84"/>
                <a:gd name="T27" fmla="*/ 65 h 142"/>
                <a:gd name="T28" fmla="*/ 83 w 84"/>
                <a:gd name="T29" fmla="*/ 59 h 142"/>
                <a:gd name="T30" fmla="*/ 78 w 84"/>
                <a:gd name="T31" fmla="*/ 55 h 142"/>
                <a:gd name="T32" fmla="*/ 29 w 84"/>
                <a:gd name="T33" fmla="*/ 112 h 142"/>
                <a:gd name="T34" fmla="*/ 37 w 84"/>
                <a:gd name="T35" fmla="*/ 81 h 142"/>
                <a:gd name="T36" fmla="*/ 36 w 84"/>
                <a:gd name="T37" fmla="*/ 76 h 142"/>
                <a:gd name="T38" fmla="*/ 31 w 84"/>
                <a:gd name="T39" fmla="*/ 74 h 142"/>
                <a:gd name="T40" fmla="*/ 19 w 84"/>
                <a:gd name="T41" fmla="*/ 74 h 142"/>
                <a:gd name="T42" fmla="*/ 48 w 84"/>
                <a:gd name="T43" fmla="*/ 36 h 142"/>
                <a:gd name="T44" fmla="*/ 41 w 84"/>
                <a:gd name="T45" fmla="*/ 59 h 142"/>
                <a:gd name="T46" fmla="*/ 41 w 84"/>
                <a:gd name="T47" fmla="*/ 65 h 142"/>
                <a:gd name="T48" fmla="*/ 46 w 84"/>
                <a:gd name="T49" fmla="*/ 67 h 142"/>
                <a:gd name="T50" fmla="*/ 66 w 84"/>
                <a:gd name="T51" fmla="*/ 67 h 142"/>
                <a:gd name="T52" fmla="*/ 29 w 84"/>
                <a:gd name="T53" fmla="*/ 11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142">
                  <a:moveTo>
                    <a:pt x="78" y="55"/>
                  </a:moveTo>
                  <a:cubicBezTo>
                    <a:pt x="54" y="55"/>
                    <a:pt x="54" y="55"/>
                    <a:pt x="54" y="55"/>
                  </a:cubicBezTo>
                  <a:cubicBezTo>
                    <a:pt x="70" y="8"/>
                    <a:pt x="70" y="8"/>
                    <a:pt x="70" y="8"/>
                  </a:cubicBezTo>
                  <a:cubicBezTo>
                    <a:pt x="71" y="5"/>
                    <a:pt x="70" y="2"/>
                    <a:pt x="68" y="1"/>
                  </a:cubicBezTo>
                  <a:cubicBezTo>
                    <a:pt x="65" y="0"/>
                    <a:pt x="62" y="0"/>
                    <a:pt x="60" y="2"/>
                  </a:cubicBezTo>
                  <a:cubicBezTo>
                    <a:pt x="2" y="76"/>
                    <a:pt x="2" y="76"/>
                    <a:pt x="2" y="76"/>
                  </a:cubicBezTo>
                  <a:cubicBezTo>
                    <a:pt x="0" y="78"/>
                    <a:pt x="0" y="80"/>
                    <a:pt x="1" y="82"/>
                  </a:cubicBezTo>
                  <a:cubicBezTo>
                    <a:pt x="2" y="84"/>
                    <a:pt x="4" y="85"/>
                    <a:pt x="6" y="85"/>
                  </a:cubicBezTo>
                  <a:cubicBezTo>
                    <a:pt x="24" y="85"/>
                    <a:pt x="24" y="85"/>
                    <a:pt x="24" y="85"/>
                  </a:cubicBezTo>
                  <a:cubicBezTo>
                    <a:pt x="11" y="134"/>
                    <a:pt x="11" y="134"/>
                    <a:pt x="11" y="134"/>
                  </a:cubicBezTo>
                  <a:cubicBezTo>
                    <a:pt x="10" y="137"/>
                    <a:pt x="11" y="140"/>
                    <a:pt x="14" y="141"/>
                  </a:cubicBezTo>
                  <a:cubicBezTo>
                    <a:pt x="14" y="142"/>
                    <a:pt x="15" y="142"/>
                    <a:pt x="16" y="142"/>
                  </a:cubicBezTo>
                  <a:cubicBezTo>
                    <a:pt x="18" y="142"/>
                    <a:pt x="20" y="141"/>
                    <a:pt x="21" y="140"/>
                  </a:cubicBezTo>
                  <a:cubicBezTo>
                    <a:pt x="83" y="65"/>
                    <a:pt x="83" y="65"/>
                    <a:pt x="83" y="65"/>
                  </a:cubicBezTo>
                  <a:cubicBezTo>
                    <a:pt x="84" y="63"/>
                    <a:pt x="84" y="61"/>
                    <a:pt x="83" y="59"/>
                  </a:cubicBezTo>
                  <a:cubicBezTo>
                    <a:pt x="82" y="57"/>
                    <a:pt x="80" y="55"/>
                    <a:pt x="78" y="55"/>
                  </a:cubicBezTo>
                  <a:close/>
                  <a:moveTo>
                    <a:pt x="29" y="112"/>
                  </a:moveTo>
                  <a:cubicBezTo>
                    <a:pt x="37" y="81"/>
                    <a:pt x="37" y="81"/>
                    <a:pt x="37" y="81"/>
                  </a:cubicBezTo>
                  <a:cubicBezTo>
                    <a:pt x="37" y="79"/>
                    <a:pt x="37" y="77"/>
                    <a:pt x="36" y="76"/>
                  </a:cubicBezTo>
                  <a:cubicBezTo>
                    <a:pt x="35" y="75"/>
                    <a:pt x="33" y="74"/>
                    <a:pt x="31" y="74"/>
                  </a:cubicBezTo>
                  <a:cubicBezTo>
                    <a:pt x="19" y="74"/>
                    <a:pt x="19" y="74"/>
                    <a:pt x="19" y="74"/>
                  </a:cubicBezTo>
                  <a:cubicBezTo>
                    <a:pt x="48" y="36"/>
                    <a:pt x="48" y="36"/>
                    <a:pt x="48" y="36"/>
                  </a:cubicBezTo>
                  <a:cubicBezTo>
                    <a:pt x="41" y="59"/>
                    <a:pt x="41" y="59"/>
                    <a:pt x="41" y="59"/>
                  </a:cubicBezTo>
                  <a:cubicBezTo>
                    <a:pt x="40" y="61"/>
                    <a:pt x="40" y="63"/>
                    <a:pt x="41" y="65"/>
                  </a:cubicBezTo>
                  <a:cubicBezTo>
                    <a:pt x="42" y="66"/>
                    <a:pt x="44" y="67"/>
                    <a:pt x="46" y="67"/>
                  </a:cubicBezTo>
                  <a:cubicBezTo>
                    <a:pt x="66" y="67"/>
                    <a:pt x="66" y="67"/>
                    <a:pt x="66" y="67"/>
                  </a:cubicBezTo>
                  <a:lnTo>
                    <a:pt x="29"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en-US" dirty="0"/>
            </a:p>
          </p:txBody>
        </p:sp>
      </p:grpSp>
      <p:sp>
        <p:nvSpPr>
          <p:cNvPr id="59" name="Text Placeholder 3">
            <a:extLst>
              <a:ext uri="{FF2B5EF4-FFF2-40B4-BE49-F238E27FC236}">
                <a16:creationId xmlns:a16="http://schemas.microsoft.com/office/drawing/2014/main" id="{8E4A9224-F5C8-A67C-79BB-7BF462B54974}"/>
              </a:ext>
            </a:extLst>
          </p:cNvPr>
          <p:cNvSpPr txBox="1">
            <a:spLocks/>
          </p:cNvSpPr>
          <p:nvPr/>
        </p:nvSpPr>
        <p:spPr>
          <a:xfrm>
            <a:off x="8293895" y="1368705"/>
            <a:ext cx="3500597" cy="2718693"/>
          </a:xfrm>
          <a:prstGeom prst="rect">
            <a:avLst/>
          </a:prstGeom>
        </p:spPr>
        <p:txBody>
          <a:bodyPr lIns="0" tIns="0"/>
          <a:lstStyle>
            <a:lvl1pPr marL="0" marR="0" indent="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1pPr>
            <a:lvl2pPr marL="0" marR="0" indent="228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2pPr>
            <a:lvl3pPr marL="0" marR="0" indent="457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3pPr>
            <a:lvl4pPr marL="0" marR="0" indent="685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4pPr>
            <a:lvl5pPr marL="0" marR="0" indent="9144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5pPr>
            <a:lvl6pPr marL="0" marR="0" indent="11430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6pPr>
            <a:lvl7pPr marL="0" marR="0" indent="13716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7pPr>
            <a:lvl8pPr marL="0" marR="0" indent="16002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8pPr>
            <a:lvl9pPr marL="0" marR="0" indent="1828800" algn="l" defTabSz="547687" rtl="0" latinLnBrk="0">
              <a:lnSpc>
                <a:spcPts val="3200"/>
              </a:lnSpc>
              <a:spcBef>
                <a:spcPts val="1200"/>
              </a:spcBef>
              <a:spcAft>
                <a:spcPts val="0"/>
              </a:spcAft>
              <a:buClrTx/>
              <a:buSzTx/>
              <a:buFontTx/>
              <a:buNone/>
              <a:tabLst/>
              <a:defRPr sz="2400" b="0" i="0" u="none" strike="noStrike" cap="none" spc="0" baseline="0">
                <a:ln>
                  <a:noFill/>
                </a:ln>
                <a:solidFill>
                  <a:srgbClr val="1E212A"/>
                </a:solidFill>
                <a:uFillTx/>
                <a:latin typeface="Graphik Light"/>
                <a:ea typeface="Graphik Light"/>
                <a:cs typeface="Graphik Light"/>
                <a:sym typeface="Graphik Light"/>
              </a:defRPr>
            </a:lvl9pPr>
          </a:lstStyle>
          <a:p>
            <a:pPr lvl="0" defTabSz="914400">
              <a:lnSpc>
                <a:spcPct val="100000"/>
              </a:lnSpc>
              <a:spcBef>
                <a:spcPts val="200"/>
              </a:spcBef>
              <a:spcAft>
                <a:spcPts val="200"/>
              </a:spcAft>
              <a:defRPr/>
            </a:pPr>
            <a:r>
              <a:rPr lang="en-US" sz="1400" b="1" dirty="0">
                <a:solidFill>
                  <a:schemeClr val="accent1"/>
                </a:solidFill>
                <a:latin typeface="Graphik"/>
              </a:rPr>
              <a:t>The Result</a:t>
            </a:r>
          </a:p>
          <a:p>
            <a:pPr lvl="0" defTabSz="914400">
              <a:lnSpc>
                <a:spcPct val="100000"/>
              </a:lnSpc>
              <a:spcBef>
                <a:spcPts val="200"/>
              </a:spcBef>
              <a:spcAft>
                <a:spcPts val="200"/>
              </a:spcAft>
            </a:pPr>
            <a:r>
              <a:rPr lang="en-US" sz="1100" b="1" dirty="0">
                <a:solidFill>
                  <a:srgbClr val="000000"/>
                </a:solidFill>
                <a:latin typeface="Graphik"/>
              </a:rPr>
              <a:t>Lorem ipsum dolor sit </a:t>
            </a:r>
            <a:r>
              <a:rPr lang="en-US" sz="1100" b="1" dirty="0" err="1">
                <a:solidFill>
                  <a:srgbClr val="000000"/>
                </a:solidFill>
                <a:latin typeface="Graphik"/>
              </a:rPr>
              <a:t>amet</a:t>
            </a:r>
            <a:endParaRPr lang="en-US" sz="1100" b="1" dirty="0">
              <a:solidFill>
                <a:srgbClr val="000000"/>
              </a:solidFill>
              <a:latin typeface="Graphik"/>
            </a:endParaRPr>
          </a:p>
          <a:p>
            <a:pPr lvl="0" defTabSz="914400">
              <a:lnSpc>
                <a:spcPct val="100000"/>
              </a:lnSpc>
              <a:spcBef>
                <a:spcPts val="200"/>
              </a:spcBef>
              <a:spcAft>
                <a:spcPts val="200"/>
              </a:spcAft>
            </a:pPr>
            <a:r>
              <a:rPr lang="en-US" sz="1100" dirty="0">
                <a:solidFill>
                  <a:srgbClr val="000000"/>
                </a:solidFill>
                <a:latin typeface="Graphik"/>
              </a:rPr>
              <a:t>Lorem ipsum dolor sit </a:t>
            </a:r>
            <a:r>
              <a:rPr lang="en-US" sz="1100" dirty="0" err="1">
                <a:solidFill>
                  <a:srgbClr val="000000"/>
                </a:solidFill>
                <a:latin typeface="Graphik"/>
              </a:rPr>
              <a:t>amet</a:t>
            </a:r>
            <a:r>
              <a:rPr lang="en-US" sz="1100" dirty="0">
                <a:solidFill>
                  <a:srgbClr val="000000"/>
                </a:solidFill>
                <a:latin typeface="Graphik"/>
              </a:rPr>
              <a:t>, </a:t>
            </a:r>
            <a:r>
              <a:rPr lang="en-US" sz="1100" dirty="0" err="1">
                <a:solidFill>
                  <a:srgbClr val="000000"/>
                </a:solidFill>
                <a:latin typeface="Graphik"/>
              </a:rPr>
              <a:t>consetetur</a:t>
            </a:r>
            <a:r>
              <a:rPr lang="en-US" sz="1100" dirty="0">
                <a:solidFill>
                  <a:srgbClr val="000000"/>
                </a:solidFill>
                <a:latin typeface="Graphik"/>
              </a:rPr>
              <a:t> </a:t>
            </a:r>
            <a:r>
              <a:rPr lang="en-US" sz="1100" dirty="0" err="1">
                <a:solidFill>
                  <a:srgbClr val="000000"/>
                </a:solidFill>
                <a:latin typeface="Graphik"/>
              </a:rPr>
              <a:t>sadipscing</a:t>
            </a:r>
            <a:r>
              <a:rPr lang="en-US" sz="1100" dirty="0">
                <a:solidFill>
                  <a:srgbClr val="000000"/>
                </a:solidFill>
                <a:latin typeface="Graphik"/>
              </a:rPr>
              <a:t> </a:t>
            </a:r>
            <a:r>
              <a:rPr lang="en-US" sz="1100" dirty="0" err="1">
                <a:solidFill>
                  <a:srgbClr val="000000"/>
                </a:solidFill>
                <a:latin typeface="Graphik"/>
              </a:rPr>
              <a:t>elitr</a:t>
            </a:r>
            <a:r>
              <a:rPr lang="en-US" sz="1100" dirty="0">
                <a:solidFill>
                  <a:srgbClr val="000000"/>
                </a:solidFill>
                <a:latin typeface="Graphik"/>
              </a:rPr>
              <a:t>, sed diam </a:t>
            </a:r>
            <a:r>
              <a:rPr lang="en-US" sz="1100" dirty="0" err="1">
                <a:solidFill>
                  <a:srgbClr val="000000"/>
                </a:solidFill>
                <a:latin typeface="Graphik"/>
              </a:rPr>
              <a:t>nonumy</a:t>
            </a:r>
            <a:r>
              <a:rPr lang="en-US" sz="1100" dirty="0">
                <a:solidFill>
                  <a:srgbClr val="000000"/>
                </a:solidFill>
                <a:latin typeface="Graphik"/>
              </a:rPr>
              <a:t> </a:t>
            </a:r>
            <a:r>
              <a:rPr lang="en-US" sz="1100" dirty="0" err="1">
                <a:solidFill>
                  <a:srgbClr val="000000"/>
                </a:solidFill>
                <a:latin typeface="Graphik"/>
              </a:rPr>
              <a:t>eirmod</a:t>
            </a:r>
            <a:r>
              <a:rPr lang="en-US" sz="1100" dirty="0">
                <a:solidFill>
                  <a:srgbClr val="000000"/>
                </a:solidFill>
                <a:latin typeface="Graphik"/>
              </a:rPr>
              <a:t> </a:t>
            </a:r>
            <a:r>
              <a:rPr lang="en-US" sz="1100" dirty="0" err="1">
                <a:solidFill>
                  <a:srgbClr val="000000"/>
                </a:solidFill>
                <a:latin typeface="Graphik"/>
              </a:rPr>
              <a:t>tempor</a:t>
            </a:r>
            <a:r>
              <a:rPr lang="en-US" sz="1100" dirty="0">
                <a:solidFill>
                  <a:srgbClr val="000000"/>
                </a:solidFill>
                <a:latin typeface="Graphik"/>
              </a:rPr>
              <a:t> </a:t>
            </a:r>
            <a:r>
              <a:rPr lang="en-US" sz="1100" dirty="0" err="1">
                <a:solidFill>
                  <a:srgbClr val="000000"/>
                </a:solidFill>
                <a:latin typeface="Graphik"/>
              </a:rPr>
              <a:t>invidunt</a:t>
            </a:r>
            <a:r>
              <a:rPr lang="en-US" sz="1100" dirty="0">
                <a:solidFill>
                  <a:srgbClr val="000000"/>
                </a:solidFill>
                <a:latin typeface="Graphik"/>
              </a:rPr>
              <a:t> </a:t>
            </a:r>
            <a:r>
              <a:rPr lang="en-US" sz="1100" dirty="0" err="1">
                <a:solidFill>
                  <a:srgbClr val="000000"/>
                </a:solidFill>
                <a:latin typeface="Graphik"/>
              </a:rPr>
              <a:t>ut</a:t>
            </a:r>
            <a:r>
              <a:rPr lang="en-US" sz="1100" dirty="0">
                <a:solidFill>
                  <a:srgbClr val="000000"/>
                </a:solidFill>
                <a:latin typeface="Graphik"/>
              </a:rPr>
              <a:t> </a:t>
            </a:r>
            <a:r>
              <a:rPr lang="en-US" sz="1100" dirty="0" err="1">
                <a:solidFill>
                  <a:srgbClr val="000000"/>
                </a:solidFill>
                <a:latin typeface="Graphik"/>
              </a:rPr>
              <a:t>labore</a:t>
            </a:r>
            <a:r>
              <a:rPr lang="en-US" sz="1100" dirty="0">
                <a:solidFill>
                  <a:srgbClr val="000000"/>
                </a:solidFill>
                <a:latin typeface="Graphik"/>
              </a:rPr>
              <a:t> et dolore magna </a:t>
            </a:r>
            <a:r>
              <a:rPr lang="en-US" sz="1100" dirty="0" err="1">
                <a:solidFill>
                  <a:srgbClr val="000000"/>
                </a:solidFill>
                <a:latin typeface="Graphik"/>
              </a:rPr>
              <a:t>aliquyam</a:t>
            </a:r>
            <a:r>
              <a:rPr lang="en-US" sz="1100" dirty="0">
                <a:solidFill>
                  <a:srgbClr val="000000"/>
                </a:solidFill>
                <a:latin typeface="Graphik"/>
              </a:rPr>
              <a:t> </a:t>
            </a:r>
            <a:r>
              <a:rPr lang="en-US" sz="1100" dirty="0" err="1">
                <a:solidFill>
                  <a:srgbClr val="000000"/>
                </a:solidFill>
                <a:latin typeface="Graphik"/>
              </a:rPr>
              <a:t>erat</a:t>
            </a:r>
            <a:r>
              <a:rPr lang="en-US" sz="1100" dirty="0">
                <a:solidFill>
                  <a:srgbClr val="000000"/>
                </a:solidFill>
                <a:latin typeface="Graphik"/>
              </a:rPr>
              <a:t>, sed diam</a:t>
            </a:r>
          </a:p>
          <a:p>
            <a:pPr marL="108000" lvl="0" indent="-108000" defTabSz="914400">
              <a:lnSpc>
                <a:spcPct val="100000"/>
              </a:lnSpc>
              <a:spcBef>
                <a:spcPts val="200"/>
              </a:spcBef>
              <a:spcAft>
                <a:spcPts val="200"/>
              </a:spcAft>
              <a:buFont typeface="Arial" panose="020B0604020202020204" pitchFamily="34" charset="0"/>
              <a:buChar char="•"/>
            </a:pPr>
            <a:r>
              <a:rPr lang="en-US" sz="1100" dirty="0">
                <a:solidFill>
                  <a:srgbClr val="000000"/>
                </a:solidFill>
                <a:latin typeface="Graphik"/>
              </a:rPr>
              <a:t>Lorem ipsum dolor sit </a:t>
            </a:r>
            <a:r>
              <a:rPr lang="en-US" sz="1100" dirty="0" err="1">
                <a:solidFill>
                  <a:srgbClr val="000000"/>
                </a:solidFill>
                <a:latin typeface="Graphik"/>
              </a:rPr>
              <a:t>amet</a:t>
            </a:r>
            <a:r>
              <a:rPr lang="en-US" sz="1100" dirty="0">
                <a:solidFill>
                  <a:srgbClr val="000000"/>
                </a:solidFill>
                <a:latin typeface="Graphik"/>
              </a:rPr>
              <a:t>, </a:t>
            </a:r>
            <a:r>
              <a:rPr lang="en-US" sz="1100" dirty="0" err="1">
                <a:solidFill>
                  <a:srgbClr val="000000"/>
                </a:solidFill>
                <a:latin typeface="Graphik"/>
              </a:rPr>
              <a:t>consetetur</a:t>
            </a:r>
            <a:r>
              <a:rPr lang="en-US" sz="1100" dirty="0">
                <a:solidFill>
                  <a:srgbClr val="000000"/>
                </a:solidFill>
                <a:latin typeface="Graphik"/>
              </a:rPr>
              <a:t> </a:t>
            </a:r>
            <a:r>
              <a:rPr lang="en-US" sz="1100" dirty="0" err="1">
                <a:solidFill>
                  <a:srgbClr val="000000"/>
                </a:solidFill>
                <a:latin typeface="Graphik"/>
              </a:rPr>
              <a:t>sadipscing</a:t>
            </a:r>
            <a:r>
              <a:rPr lang="en-US" sz="1100" dirty="0">
                <a:solidFill>
                  <a:srgbClr val="000000"/>
                </a:solidFill>
                <a:latin typeface="Graphik"/>
              </a:rPr>
              <a:t> </a:t>
            </a:r>
            <a:r>
              <a:rPr lang="en-US" sz="1100" dirty="0" err="1">
                <a:solidFill>
                  <a:srgbClr val="000000"/>
                </a:solidFill>
                <a:latin typeface="Graphik"/>
              </a:rPr>
              <a:t>elitr</a:t>
            </a:r>
            <a:r>
              <a:rPr lang="en-US" sz="1100" dirty="0">
                <a:solidFill>
                  <a:srgbClr val="000000"/>
                </a:solidFill>
                <a:latin typeface="Graphik"/>
              </a:rPr>
              <a:t>, sed diam </a:t>
            </a:r>
            <a:r>
              <a:rPr lang="en-US" sz="1100" dirty="0" err="1">
                <a:solidFill>
                  <a:srgbClr val="000000"/>
                </a:solidFill>
                <a:latin typeface="Graphik"/>
              </a:rPr>
              <a:t>nonumy</a:t>
            </a:r>
            <a:r>
              <a:rPr lang="en-US" sz="1100" dirty="0">
                <a:solidFill>
                  <a:srgbClr val="000000"/>
                </a:solidFill>
                <a:latin typeface="Graphik"/>
              </a:rPr>
              <a:t> </a:t>
            </a:r>
            <a:r>
              <a:rPr lang="en-US" sz="1100" dirty="0" err="1">
                <a:solidFill>
                  <a:srgbClr val="000000"/>
                </a:solidFill>
                <a:latin typeface="Graphik"/>
              </a:rPr>
              <a:t>eirmod</a:t>
            </a:r>
            <a:r>
              <a:rPr lang="en-US" sz="1100" dirty="0">
                <a:solidFill>
                  <a:srgbClr val="000000"/>
                </a:solidFill>
                <a:latin typeface="Graphik"/>
              </a:rPr>
              <a:t> </a:t>
            </a:r>
            <a:r>
              <a:rPr lang="en-US" sz="1100" dirty="0" err="1">
                <a:solidFill>
                  <a:srgbClr val="000000"/>
                </a:solidFill>
                <a:latin typeface="Graphik"/>
              </a:rPr>
              <a:t>tempor</a:t>
            </a:r>
            <a:r>
              <a:rPr lang="en-US" sz="1100" dirty="0">
                <a:solidFill>
                  <a:srgbClr val="000000"/>
                </a:solidFill>
                <a:latin typeface="Graphik"/>
              </a:rPr>
              <a:t> </a:t>
            </a:r>
            <a:r>
              <a:rPr lang="en-US" sz="1100" dirty="0" err="1">
                <a:solidFill>
                  <a:srgbClr val="000000"/>
                </a:solidFill>
                <a:latin typeface="Graphik"/>
              </a:rPr>
              <a:t>invidunt</a:t>
            </a:r>
            <a:r>
              <a:rPr lang="en-US" sz="1100" dirty="0">
                <a:solidFill>
                  <a:srgbClr val="000000"/>
                </a:solidFill>
                <a:latin typeface="Graphik"/>
              </a:rPr>
              <a:t> </a:t>
            </a:r>
            <a:r>
              <a:rPr lang="en-US" sz="1100" dirty="0" err="1">
                <a:solidFill>
                  <a:srgbClr val="000000"/>
                </a:solidFill>
                <a:latin typeface="Graphik"/>
              </a:rPr>
              <a:t>ut</a:t>
            </a:r>
            <a:r>
              <a:rPr lang="en-US" sz="1100" dirty="0">
                <a:solidFill>
                  <a:srgbClr val="000000"/>
                </a:solidFill>
                <a:latin typeface="Graphik"/>
              </a:rPr>
              <a:t> </a:t>
            </a:r>
            <a:r>
              <a:rPr lang="en-US" sz="1100" dirty="0" err="1">
                <a:solidFill>
                  <a:srgbClr val="000000"/>
                </a:solidFill>
                <a:latin typeface="Graphik"/>
              </a:rPr>
              <a:t>labore</a:t>
            </a:r>
            <a:r>
              <a:rPr lang="en-US" sz="1100" dirty="0">
                <a:solidFill>
                  <a:srgbClr val="000000"/>
                </a:solidFill>
                <a:latin typeface="Graphik"/>
              </a:rPr>
              <a:t> et dolore magna </a:t>
            </a:r>
            <a:r>
              <a:rPr lang="en-US" sz="1100" dirty="0" err="1">
                <a:solidFill>
                  <a:srgbClr val="000000"/>
                </a:solidFill>
                <a:latin typeface="Graphik"/>
              </a:rPr>
              <a:t>aliquyam</a:t>
            </a:r>
            <a:r>
              <a:rPr lang="en-US" sz="1100" dirty="0">
                <a:solidFill>
                  <a:srgbClr val="000000"/>
                </a:solidFill>
                <a:latin typeface="Graphik"/>
              </a:rPr>
              <a:t> </a:t>
            </a:r>
            <a:r>
              <a:rPr lang="en-US" sz="1100" dirty="0" err="1">
                <a:solidFill>
                  <a:srgbClr val="000000"/>
                </a:solidFill>
                <a:latin typeface="Graphik"/>
              </a:rPr>
              <a:t>erat</a:t>
            </a:r>
            <a:r>
              <a:rPr lang="en-US" sz="1100" dirty="0">
                <a:solidFill>
                  <a:srgbClr val="000000"/>
                </a:solidFill>
                <a:latin typeface="Graphik"/>
              </a:rPr>
              <a:t>, sed diam </a:t>
            </a:r>
          </a:p>
        </p:txBody>
      </p:sp>
      <p:cxnSp>
        <p:nvCxnSpPr>
          <p:cNvPr id="60" name="Straight Connector 59">
            <a:extLst>
              <a:ext uri="{FF2B5EF4-FFF2-40B4-BE49-F238E27FC236}">
                <a16:creationId xmlns:a16="http://schemas.microsoft.com/office/drawing/2014/main" id="{4E249849-DEFE-5F96-8C0C-79250A5ECF75}"/>
              </a:ext>
            </a:extLst>
          </p:cNvPr>
          <p:cNvCxnSpPr>
            <a:cxnSpLocks/>
          </p:cNvCxnSpPr>
          <p:nvPr/>
        </p:nvCxnSpPr>
        <p:spPr>
          <a:xfrm>
            <a:off x="4084320" y="1368705"/>
            <a:ext cx="0" cy="2718693"/>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933F02D-1FDC-6967-295E-274E81AE83B0}"/>
              </a:ext>
            </a:extLst>
          </p:cNvPr>
          <p:cNvCxnSpPr>
            <a:cxnSpLocks/>
          </p:cNvCxnSpPr>
          <p:nvPr/>
        </p:nvCxnSpPr>
        <p:spPr>
          <a:xfrm>
            <a:off x="8006080" y="1368705"/>
            <a:ext cx="0" cy="2718693"/>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ACC68C0-8AA3-5544-B8F6-845AC42D4AE3}"/>
              </a:ext>
            </a:extLst>
          </p:cNvPr>
          <p:cNvCxnSpPr>
            <a:cxnSpLocks/>
          </p:cNvCxnSpPr>
          <p:nvPr/>
        </p:nvCxnSpPr>
        <p:spPr>
          <a:xfrm>
            <a:off x="6096000" y="5015412"/>
            <a:ext cx="0" cy="152654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8475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1122-F8E3-5FB1-5760-0A557F45FAAF}"/>
            </a:ext>
          </a:extLst>
        </p:cNvPr>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8545C549-1AF2-CE0F-C802-C630CA8DBE3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9" name="Objekt 8" hidden="1">
                        <a:extLst>
                          <a:ext uri="{FF2B5EF4-FFF2-40B4-BE49-F238E27FC236}">
                            <a16:creationId xmlns:a16="http://schemas.microsoft.com/office/drawing/2014/main" id="{8545C549-1AF2-CE0F-C802-C630CA8DBE3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5" name="Table 4">
            <a:extLst>
              <a:ext uri="{FF2B5EF4-FFF2-40B4-BE49-F238E27FC236}">
                <a16:creationId xmlns:a16="http://schemas.microsoft.com/office/drawing/2014/main" id="{07B5BBD6-0E23-8C55-E315-D3DD11586107}"/>
              </a:ext>
            </a:extLst>
          </p:cNvPr>
          <p:cNvGraphicFramePr>
            <a:graphicFrameLocks noGrp="1"/>
          </p:cNvGraphicFramePr>
          <p:nvPr/>
        </p:nvGraphicFramePr>
        <p:xfrm>
          <a:off x="381000" y="1833880"/>
          <a:ext cx="5578709" cy="3617636"/>
        </p:xfrm>
        <a:graphic>
          <a:graphicData uri="http://schemas.openxmlformats.org/drawingml/2006/table">
            <a:tbl>
              <a:tblPr firstRow="1" bandRow="1"/>
              <a:tblGrid>
                <a:gridCol w="3063240">
                  <a:extLst>
                    <a:ext uri="{9D8B030D-6E8A-4147-A177-3AD203B41FA5}">
                      <a16:colId xmlns:a16="http://schemas.microsoft.com/office/drawing/2014/main" val="20000"/>
                    </a:ext>
                  </a:extLst>
                </a:gridCol>
                <a:gridCol w="1327744">
                  <a:extLst>
                    <a:ext uri="{9D8B030D-6E8A-4147-A177-3AD203B41FA5}">
                      <a16:colId xmlns:a16="http://schemas.microsoft.com/office/drawing/2014/main" val="20001"/>
                    </a:ext>
                  </a:extLst>
                </a:gridCol>
                <a:gridCol w="1187725">
                  <a:extLst>
                    <a:ext uri="{9D8B030D-6E8A-4147-A177-3AD203B41FA5}">
                      <a16:colId xmlns:a16="http://schemas.microsoft.com/office/drawing/2014/main" val="20002"/>
                    </a:ext>
                  </a:extLst>
                </a:gridCol>
              </a:tblGrid>
              <a:tr h="349196">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algn="l" defTabSz="1734634" rtl="0" eaLnBrk="1" latinLnBrk="0" hangingPunct="1">
                        <a:lnSpc>
                          <a:spcPct val="90000"/>
                        </a:lnSpc>
                      </a:pPr>
                      <a:r>
                        <a:rPr lang="en-US" sz="1400" b="1" i="0" kern="1200" cap="all" baseline="0">
                          <a:solidFill>
                            <a:schemeClr val="bg1"/>
                          </a:solidFill>
                          <a:latin typeface="+mj-lt"/>
                          <a:ea typeface="+mn-ea"/>
                          <a:cs typeface="Gotham Bold"/>
                        </a:rPr>
                        <a:t>ROLE</a:t>
                      </a:r>
                    </a:p>
                  </a:txBody>
                  <a:tcPr marL="72000" marR="72000" marT="71982" marB="71982" anchor="b">
                    <a:lnL>
                      <a:noFill/>
                    </a:lnL>
                    <a:lnR>
                      <a:noFill/>
                    </a:lnR>
                    <a:lnT>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algn="l" defTabSz="1734634" rtl="0" eaLnBrk="1" latinLnBrk="0" hangingPunct="1">
                        <a:lnSpc>
                          <a:spcPct val="90000"/>
                        </a:lnSpc>
                      </a:pPr>
                      <a:r>
                        <a:rPr lang="en-US" sz="1400" b="1" i="0" kern="1200" cap="all" baseline="0">
                          <a:solidFill>
                            <a:schemeClr val="bg1"/>
                          </a:solidFill>
                          <a:latin typeface="+mj-lt"/>
                          <a:ea typeface="+mn-ea"/>
                          <a:cs typeface="Gotham Bold"/>
                        </a:rPr>
                        <a:t>RATE/HOUR</a:t>
                      </a:r>
                    </a:p>
                  </a:txBody>
                  <a:tcPr marL="72000" marR="72000" marT="71982" marB="71982" anchor="b">
                    <a:lnL>
                      <a:noFill/>
                    </a:lnL>
                    <a:lnR>
                      <a:noFill/>
                    </a:lnR>
                    <a:lnT>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indent="0" algn="ctr" defTabSz="1734634" rtl="0" eaLnBrk="1" fontAlgn="auto" latinLnBrk="0" hangingPunct="1">
                        <a:lnSpc>
                          <a:spcPct val="90000"/>
                        </a:lnSpc>
                        <a:spcBef>
                          <a:spcPts val="0"/>
                        </a:spcBef>
                        <a:spcAft>
                          <a:spcPts val="0"/>
                        </a:spcAft>
                        <a:buClrTx/>
                        <a:buSzTx/>
                        <a:buFontTx/>
                        <a:buNone/>
                        <a:tabLst/>
                        <a:defRPr/>
                      </a:pPr>
                      <a:r>
                        <a:rPr lang="en-US" sz="1400" b="1" i="0" kern="1200" cap="all" baseline="0">
                          <a:solidFill>
                            <a:schemeClr val="bg1"/>
                          </a:solidFill>
                          <a:latin typeface="+mj-lt"/>
                          <a:ea typeface="+mn-ea"/>
                          <a:cs typeface="Gotham Bold"/>
                        </a:rPr>
                        <a:t>HOURS</a:t>
                      </a:r>
                    </a:p>
                  </a:txBody>
                  <a:tcPr marL="72000" marR="72000" marT="71982" marB="71982" anchor="b">
                    <a:lnL>
                      <a:noFill/>
                    </a:lnL>
                    <a:lnR>
                      <a:noFill/>
                    </a:lnR>
                    <a:lnT>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28575"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 </a:t>
                      </a:r>
                    </a:p>
                  </a:txBody>
                  <a:tcPr marL="72000" marR="72000" marT="71982" marB="71982" anchor="ctr">
                    <a:lnL>
                      <a:noFill/>
                    </a:lnL>
                    <a:lnR>
                      <a:noFill/>
                    </a:lnR>
                    <a:lnT w="28575"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28575"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4083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bl>
          </a:graphicData>
        </a:graphic>
      </p:graphicFrame>
      <p:graphicFrame>
        <p:nvGraphicFramePr>
          <p:cNvPr id="6" name="Table 5">
            <a:extLst>
              <a:ext uri="{FF2B5EF4-FFF2-40B4-BE49-F238E27FC236}">
                <a16:creationId xmlns:a16="http://schemas.microsoft.com/office/drawing/2014/main" id="{A6C537E8-0E87-FC08-24DE-7205C71EB5F7}"/>
              </a:ext>
            </a:extLst>
          </p:cNvPr>
          <p:cNvGraphicFramePr>
            <a:graphicFrameLocks noGrp="1"/>
          </p:cNvGraphicFramePr>
          <p:nvPr/>
        </p:nvGraphicFramePr>
        <p:xfrm>
          <a:off x="6232291" y="1833880"/>
          <a:ext cx="5578709" cy="2950740"/>
        </p:xfrm>
        <a:graphic>
          <a:graphicData uri="http://schemas.openxmlformats.org/drawingml/2006/table">
            <a:tbl>
              <a:tblPr firstRow="1" bandRow="1"/>
              <a:tblGrid>
                <a:gridCol w="2994977">
                  <a:extLst>
                    <a:ext uri="{9D8B030D-6E8A-4147-A177-3AD203B41FA5}">
                      <a16:colId xmlns:a16="http://schemas.microsoft.com/office/drawing/2014/main" val="20000"/>
                    </a:ext>
                  </a:extLst>
                </a:gridCol>
                <a:gridCol w="1396007">
                  <a:extLst>
                    <a:ext uri="{9D8B030D-6E8A-4147-A177-3AD203B41FA5}">
                      <a16:colId xmlns:a16="http://schemas.microsoft.com/office/drawing/2014/main" val="20001"/>
                    </a:ext>
                  </a:extLst>
                </a:gridCol>
                <a:gridCol w="1187725">
                  <a:extLst>
                    <a:ext uri="{9D8B030D-6E8A-4147-A177-3AD203B41FA5}">
                      <a16:colId xmlns:a16="http://schemas.microsoft.com/office/drawing/2014/main" val="20002"/>
                    </a:ext>
                  </a:extLst>
                </a:gridCol>
              </a:tblGrid>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algn="l" defTabSz="1734634" rtl="0" eaLnBrk="1" latinLnBrk="0" hangingPunct="1">
                        <a:lnSpc>
                          <a:spcPct val="90000"/>
                        </a:lnSpc>
                      </a:pPr>
                      <a:r>
                        <a:rPr lang="en-US" sz="1400" b="1" i="0" kern="1200" cap="all" baseline="0">
                          <a:solidFill>
                            <a:schemeClr val="bg1"/>
                          </a:solidFill>
                          <a:latin typeface="+mj-lt"/>
                          <a:ea typeface="+mn-ea"/>
                          <a:cs typeface="Gotham Bold"/>
                        </a:rPr>
                        <a:t>ROLE</a:t>
                      </a:r>
                    </a:p>
                  </a:txBody>
                  <a:tcPr marL="72000" marR="72000" marT="71982" marB="71982" anchor="b">
                    <a:lnL>
                      <a:noFill/>
                    </a:lnL>
                    <a:lnR>
                      <a:noFill/>
                    </a:lnR>
                    <a:lnT>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algn="l" defTabSz="1734634" rtl="0" eaLnBrk="1" latinLnBrk="0" hangingPunct="1">
                        <a:lnSpc>
                          <a:spcPct val="90000"/>
                        </a:lnSpc>
                      </a:pPr>
                      <a:r>
                        <a:rPr lang="en-US" sz="1400" b="1" i="0" kern="1200" cap="all" baseline="0">
                          <a:solidFill>
                            <a:schemeClr val="bg1"/>
                          </a:solidFill>
                          <a:latin typeface="+mj-lt"/>
                          <a:ea typeface="+mn-ea"/>
                          <a:cs typeface="Gotham Bold"/>
                        </a:rPr>
                        <a:t>RATE/HOUR</a:t>
                      </a:r>
                    </a:p>
                  </a:txBody>
                  <a:tcPr marL="72000" marR="72000" marT="71982" marB="71982" anchor="b">
                    <a:lnL>
                      <a:noFill/>
                    </a:lnL>
                    <a:lnR>
                      <a:noFill/>
                    </a:lnR>
                    <a:lnT>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marL="0" marR="0" indent="0" algn="ctr" defTabSz="1734634" rtl="0" eaLnBrk="1" fontAlgn="auto" latinLnBrk="0" hangingPunct="1">
                        <a:lnSpc>
                          <a:spcPct val="90000"/>
                        </a:lnSpc>
                        <a:spcBef>
                          <a:spcPts val="0"/>
                        </a:spcBef>
                        <a:spcAft>
                          <a:spcPts val="0"/>
                        </a:spcAft>
                        <a:buClrTx/>
                        <a:buSzTx/>
                        <a:buFontTx/>
                        <a:buNone/>
                        <a:tabLst/>
                        <a:defRPr/>
                      </a:pPr>
                      <a:r>
                        <a:rPr lang="en-US" sz="1400" b="1" i="0" kern="1200" cap="all" baseline="0">
                          <a:solidFill>
                            <a:schemeClr val="bg1"/>
                          </a:solidFill>
                          <a:latin typeface="+mj-lt"/>
                          <a:ea typeface="+mn-ea"/>
                          <a:cs typeface="Gotham Bold"/>
                        </a:rPr>
                        <a:t>HOURS</a:t>
                      </a:r>
                    </a:p>
                  </a:txBody>
                  <a:tcPr marL="72000" marR="72000" marT="71982" marB="71982" anchor="b">
                    <a:lnL>
                      <a:noFill/>
                    </a:lnL>
                    <a:lnR>
                      <a:noFill/>
                    </a:lnR>
                    <a:lnT>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0"/>
                  </a:ext>
                </a:extLst>
              </a:tr>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28575"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28575"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28575"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00000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00000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chemeClr val="accent1">
                              <a:lumMod val="75000"/>
                            </a:schemeClr>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chemeClr val="accent1">
                              <a:lumMod val="75000"/>
                            </a:schemeClr>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chemeClr val="accent1">
                              <a:lumMod val="75000"/>
                            </a:schemeClr>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7030A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7030A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7030A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7030A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7030A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7030A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0">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l" fontAlgn="b"/>
                      <a:r>
                        <a:rPr lang="en-US" sz="1200" b="0" i="0" u="none" strike="noStrike">
                          <a:solidFill>
                            <a:srgbClr val="7030A0"/>
                          </a:solidFill>
                          <a:effectLst/>
                          <a:latin typeface="+mn-lt"/>
                          <a:cs typeface="Gotham Book"/>
                        </a:rPr>
                        <a:t>[Insert Role Title here]</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7030A0"/>
                          </a:solidFill>
                          <a:effectLst/>
                          <a:latin typeface="+mn-lt"/>
                          <a:cs typeface="Gotham Book"/>
                        </a:rPr>
                        <a:t>$### </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7" rtl="0" eaLnBrk="1" latinLnBrk="0" hangingPunct="1">
                        <a:defRPr sz="1800" kern="1200">
                          <a:solidFill>
                            <a:schemeClr val="tx1"/>
                          </a:solidFill>
                          <a:latin typeface="Arial"/>
                        </a:defRPr>
                      </a:lvl1pPr>
                      <a:lvl2pPr marL="457189" algn="l" defTabSz="914377" rtl="0" eaLnBrk="1" latinLnBrk="0" hangingPunct="1">
                        <a:defRPr sz="1800" kern="1200">
                          <a:solidFill>
                            <a:schemeClr val="tx1"/>
                          </a:solidFill>
                          <a:latin typeface="Arial"/>
                        </a:defRPr>
                      </a:lvl2pPr>
                      <a:lvl3pPr marL="914377" algn="l" defTabSz="914377" rtl="0" eaLnBrk="1" latinLnBrk="0" hangingPunct="1">
                        <a:defRPr sz="1800" kern="1200">
                          <a:solidFill>
                            <a:schemeClr val="tx1"/>
                          </a:solidFill>
                          <a:latin typeface="Arial"/>
                        </a:defRPr>
                      </a:lvl3pPr>
                      <a:lvl4pPr marL="1371566" algn="l" defTabSz="914377" rtl="0" eaLnBrk="1" latinLnBrk="0" hangingPunct="1">
                        <a:defRPr sz="1800" kern="1200">
                          <a:solidFill>
                            <a:schemeClr val="tx1"/>
                          </a:solidFill>
                          <a:latin typeface="Arial"/>
                        </a:defRPr>
                      </a:lvl4pPr>
                      <a:lvl5pPr marL="1828754" algn="l" defTabSz="914377" rtl="0" eaLnBrk="1" latinLnBrk="0" hangingPunct="1">
                        <a:defRPr sz="1800" kern="1200">
                          <a:solidFill>
                            <a:schemeClr val="tx1"/>
                          </a:solidFill>
                          <a:latin typeface="Arial"/>
                        </a:defRPr>
                      </a:lvl5pPr>
                      <a:lvl6pPr marL="2285943" algn="l" defTabSz="914377" rtl="0" eaLnBrk="1" latinLnBrk="0" hangingPunct="1">
                        <a:defRPr sz="1800" kern="1200">
                          <a:solidFill>
                            <a:schemeClr val="tx1"/>
                          </a:solidFill>
                          <a:latin typeface="Arial"/>
                        </a:defRPr>
                      </a:lvl6pPr>
                      <a:lvl7pPr marL="2743131" algn="l" defTabSz="914377" rtl="0" eaLnBrk="1" latinLnBrk="0" hangingPunct="1">
                        <a:defRPr sz="1800" kern="1200">
                          <a:solidFill>
                            <a:schemeClr val="tx1"/>
                          </a:solidFill>
                          <a:latin typeface="Arial"/>
                        </a:defRPr>
                      </a:lvl7pPr>
                      <a:lvl8pPr marL="3200320" algn="l" defTabSz="914377" rtl="0" eaLnBrk="1" latinLnBrk="0" hangingPunct="1">
                        <a:defRPr sz="1800" kern="1200">
                          <a:solidFill>
                            <a:schemeClr val="tx1"/>
                          </a:solidFill>
                          <a:latin typeface="Arial"/>
                        </a:defRPr>
                      </a:lvl8pPr>
                      <a:lvl9pPr marL="3657509" algn="l" defTabSz="914377" rtl="0" eaLnBrk="1" latinLnBrk="0" hangingPunct="1">
                        <a:defRPr sz="1800" kern="1200">
                          <a:solidFill>
                            <a:schemeClr val="tx1"/>
                          </a:solidFill>
                          <a:latin typeface="Arial"/>
                        </a:defRPr>
                      </a:lvl9pPr>
                    </a:lstStyle>
                    <a:p>
                      <a:pPr algn="ctr" fontAlgn="b"/>
                      <a:r>
                        <a:rPr lang="en-US" sz="1200" b="0" i="0" u="none" strike="noStrike">
                          <a:solidFill>
                            <a:srgbClr val="7030A0"/>
                          </a:solidFill>
                          <a:effectLst/>
                          <a:latin typeface="+mn-lt"/>
                          <a:cs typeface="Gotham Book"/>
                        </a:rPr>
                        <a:t>##</a:t>
                      </a:r>
                    </a:p>
                  </a:txBody>
                  <a:tcPr marL="72000" marR="72000" marT="71982" marB="71982" anchor="ctr">
                    <a:lnL>
                      <a:noFill/>
                    </a:lnL>
                    <a:lnR>
                      <a:noFill/>
                    </a:lnR>
                    <a:lnT w="12700" cap="flat" cmpd="sng" algn="ctr">
                      <a:solidFill>
                        <a:schemeClr val="accent6"/>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sp>
        <p:nvSpPr>
          <p:cNvPr id="7" name="TextBox 6">
            <a:extLst>
              <a:ext uri="{FF2B5EF4-FFF2-40B4-BE49-F238E27FC236}">
                <a16:creationId xmlns:a16="http://schemas.microsoft.com/office/drawing/2014/main" id="{97CF1D27-BD66-4601-BBCC-7979B70A96FF}"/>
              </a:ext>
            </a:extLst>
          </p:cNvPr>
          <p:cNvSpPr txBox="1"/>
          <p:nvPr/>
        </p:nvSpPr>
        <p:spPr>
          <a:xfrm>
            <a:off x="6240463" y="5328937"/>
            <a:ext cx="2545569" cy="169277"/>
          </a:xfrm>
          <a:prstGeom prst="rect">
            <a:avLst/>
          </a:prstGeom>
          <a:noFill/>
        </p:spPr>
        <p:txBody>
          <a:bodyPr wrap="non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460073">
                    <a:lumMod val="75000"/>
                  </a:srgbClr>
                </a:solidFill>
                <a:effectLst/>
                <a:uLnTx/>
                <a:uFillTx/>
                <a:latin typeface="Arial"/>
                <a:ea typeface="+mn-ea"/>
                <a:cs typeface="Gotham Book"/>
              </a:rPr>
              <a:t>Nearshore: [insert delivery/work location]</a:t>
            </a:r>
          </a:p>
        </p:txBody>
      </p:sp>
      <p:sp>
        <p:nvSpPr>
          <p:cNvPr id="8" name="Rectangle 7">
            <a:extLst>
              <a:ext uri="{FF2B5EF4-FFF2-40B4-BE49-F238E27FC236}">
                <a16:creationId xmlns:a16="http://schemas.microsoft.com/office/drawing/2014/main" id="{05BDD97E-8E46-AA1D-E726-146E3E787F7F}"/>
              </a:ext>
            </a:extLst>
          </p:cNvPr>
          <p:cNvSpPr/>
          <p:nvPr/>
        </p:nvSpPr>
        <p:spPr>
          <a:xfrm>
            <a:off x="6240463" y="5594221"/>
            <a:ext cx="2425344" cy="169277"/>
          </a:xfrm>
          <a:prstGeom prst="rect">
            <a:avLst/>
          </a:prstGeom>
          <a:noFill/>
        </p:spPr>
        <p:txBody>
          <a:bodyPr wrap="none" lIns="0" tIns="0" rIns="0" bIns="0"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a:ln>
                  <a:noFill/>
                </a:ln>
                <a:solidFill>
                  <a:srgbClr val="7030A0"/>
                </a:solidFill>
                <a:effectLst/>
                <a:uLnTx/>
                <a:uFillTx/>
                <a:latin typeface="Arial"/>
                <a:ea typeface="+mn-ea"/>
                <a:cs typeface="Gotham Book"/>
              </a:rPr>
              <a:t>Offshore: [insert delivery/work location]</a:t>
            </a:r>
          </a:p>
        </p:txBody>
      </p:sp>
      <p:sp>
        <p:nvSpPr>
          <p:cNvPr id="2" name="Foliennummernplatzhalter 1">
            <a:extLst>
              <a:ext uri="{FF2B5EF4-FFF2-40B4-BE49-F238E27FC236}">
                <a16:creationId xmlns:a16="http://schemas.microsoft.com/office/drawing/2014/main" id="{4F3738F8-C271-D086-CC31-9B54A2D11611}"/>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1000" b="0" i="0" u="none" strike="noStrike" kern="1200" cap="none" spc="0" normalizeH="0" baseline="0" noProof="0" smtClean="0">
                <a:ln>
                  <a:noFill/>
                </a:ln>
                <a:solidFill>
                  <a:srgbClr val="FFFFFF">
                    <a:lumMod val="6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000" b="0" i="0" u="none" strike="noStrike" kern="1200" cap="none" spc="0" normalizeH="0" baseline="0" noProof="0">
              <a:ln>
                <a:noFill/>
              </a:ln>
              <a:solidFill>
                <a:srgbClr val="FFFFFF">
                  <a:lumMod val="65000"/>
                </a:srgbClr>
              </a:solidFill>
              <a:effectLst/>
              <a:uLnTx/>
              <a:uFillTx/>
              <a:latin typeface="Graphik"/>
              <a:ea typeface="+mn-ea"/>
              <a:cs typeface="+mn-cs"/>
            </a:endParaRPr>
          </a:p>
        </p:txBody>
      </p:sp>
      <p:sp>
        <p:nvSpPr>
          <p:cNvPr id="11" name="Title 5">
            <a:extLst>
              <a:ext uri="{FF2B5EF4-FFF2-40B4-BE49-F238E27FC236}">
                <a16:creationId xmlns:a16="http://schemas.microsoft.com/office/drawing/2014/main" id="{8B44845B-0060-F3D0-696C-5011BD2E0FFF}"/>
              </a:ext>
            </a:extLst>
          </p:cNvPr>
          <p:cNvSpPr txBox="1">
            <a:spLocks/>
          </p:cNvSpPr>
          <p:nvPr/>
        </p:nvSpPr>
        <p:spPr>
          <a:xfrm>
            <a:off x="366713" y="381000"/>
            <a:ext cx="11430000" cy="229885"/>
          </a:xfrm>
          <a:prstGeom prst="rect">
            <a:avLst/>
          </a:prstGeom>
        </p:spPr>
        <p:txBody>
          <a:bodyPr vert="horz" lIns="0" tIns="0" rIns="0" bIns="0" rtlCol="0" anchor="t">
            <a:noAutofit/>
          </a:bodyPr>
          <a:lstStyle>
            <a:lvl1pPr algn="l" defTabSz="914377" rtl="0" eaLnBrk="1" latinLnBrk="0" hangingPunct="1">
              <a:lnSpc>
                <a:spcPct val="80000"/>
              </a:lnSpc>
              <a:spcBef>
                <a:spcPct val="0"/>
              </a:spcBef>
              <a:buNone/>
              <a:defRPr sz="2600" b="1" i="0" kern="1200">
                <a:solidFill>
                  <a:schemeClr val="tx1"/>
                </a:solidFill>
                <a:latin typeface="+mj-lt"/>
                <a:ea typeface="+mj-ea"/>
                <a:cs typeface="+mj-cs"/>
              </a:defRPr>
            </a:lvl1pPr>
          </a:lstStyle>
          <a:p>
            <a:pPr>
              <a:defRPr/>
            </a:pPr>
            <a:r>
              <a:rPr lang="en-US" sz="2400" dirty="0" err="1">
                <a:solidFill>
                  <a:srgbClr val="A000FF"/>
                </a:solidFill>
                <a:latin typeface="Graphik"/>
              </a:rPr>
              <a:t>Organisation</a:t>
            </a:r>
            <a:r>
              <a:rPr lang="en-US" sz="2400" dirty="0">
                <a:solidFill>
                  <a:srgbClr val="A000FF"/>
                </a:solidFill>
                <a:latin typeface="Graphik"/>
              </a:rPr>
              <a:t> Resource Rates</a:t>
            </a:r>
          </a:p>
        </p:txBody>
      </p:sp>
      <p:sp>
        <p:nvSpPr>
          <p:cNvPr id="12" name="Text Placeholder 8">
            <a:extLst>
              <a:ext uri="{FF2B5EF4-FFF2-40B4-BE49-F238E27FC236}">
                <a16:creationId xmlns:a16="http://schemas.microsoft.com/office/drawing/2014/main" id="{21C010A3-2EED-A61B-4A16-12C3F15315BF}"/>
              </a:ext>
            </a:extLst>
          </p:cNvPr>
          <p:cNvSpPr txBox="1">
            <a:spLocks/>
          </p:cNvSpPr>
          <p:nvPr/>
        </p:nvSpPr>
        <p:spPr>
          <a:xfrm>
            <a:off x="380209" y="703735"/>
            <a:ext cx="11402538" cy="384048"/>
          </a:xfrm>
          <a:prstGeom prst="rect">
            <a:avLst/>
          </a:prstGeom>
        </p:spPr>
        <p:txBody>
          <a:bodyPr lIns="0" tIns="0" rIns="0" bIns="0" anchor="ctr"/>
          <a:lst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a:lstStyle>
          <a:p>
            <a:pPr>
              <a:defRPr/>
            </a:pPr>
            <a:r>
              <a:rPr lang="en-US" sz="1600" b="1" dirty="0"/>
              <a:t>Impetus </a:t>
            </a:r>
            <a:r>
              <a:rPr lang="en-US" sz="1600" b="1" dirty="0" err="1"/>
              <a:t>suscipit</a:t>
            </a:r>
            <a:r>
              <a:rPr lang="en-US" sz="1600" b="1" dirty="0"/>
              <a:t> in per? </a:t>
            </a:r>
            <a:r>
              <a:rPr lang="en-US" sz="1600" b="1" dirty="0" err="1"/>
              <a:t>Primis</a:t>
            </a:r>
            <a:r>
              <a:rPr lang="en-US" sz="1600" b="1" dirty="0"/>
              <a:t> </a:t>
            </a:r>
            <a:r>
              <a:rPr lang="en-US" sz="1600" b="1" dirty="0" err="1"/>
              <a:t>eruditi</a:t>
            </a:r>
            <a:r>
              <a:rPr lang="en-US" sz="1600" b="1" dirty="0"/>
              <a:t> </a:t>
            </a:r>
            <a:r>
              <a:rPr lang="en-US" sz="1600" b="1" dirty="0" err="1"/>
              <a:t>accommodare</a:t>
            </a:r>
            <a:r>
              <a:rPr lang="en-US" sz="1600" b="1" dirty="0"/>
              <a:t> ius at, </a:t>
            </a:r>
            <a:r>
              <a:rPr lang="en-US" sz="1600" b="1" dirty="0" err="1"/>
              <a:t>eu</a:t>
            </a:r>
            <a:r>
              <a:rPr lang="en-US" sz="1600" b="1" dirty="0"/>
              <a:t> his posse commune. An sit dicit </a:t>
            </a:r>
            <a:r>
              <a:rPr lang="en-US" sz="1600" b="1" dirty="0" err="1"/>
              <a:t>nemore</a:t>
            </a:r>
            <a:r>
              <a:rPr lang="en-US" sz="1600" b="1" dirty="0"/>
              <a:t>, autem </a:t>
            </a:r>
            <a:r>
              <a:rPr lang="en-US" sz="1600" b="1" dirty="0" err="1"/>
              <a:t>etiam</a:t>
            </a:r>
            <a:r>
              <a:rPr lang="en-US" sz="1600" b="1" dirty="0"/>
              <a:t> dolor </a:t>
            </a:r>
            <a:r>
              <a:rPr lang="en-US" sz="1600" b="1" dirty="0" err="1"/>
              <a:t>ut</a:t>
            </a:r>
            <a:r>
              <a:rPr lang="en-US" sz="1600" b="1" dirty="0"/>
              <a:t> quo, </a:t>
            </a:r>
            <a:r>
              <a:rPr lang="en-US" sz="1600" b="1" dirty="0" err="1"/>
              <a:t>decore</a:t>
            </a:r>
            <a:endParaRPr lang="en-US" sz="1600" b="1" dirty="0"/>
          </a:p>
        </p:txBody>
      </p:sp>
    </p:spTree>
    <p:extLst>
      <p:ext uri="{BB962C8B-B14F-4D97-AF65-F5344CB8AC3E}">
        <p14:creationId xmlns:p14="http://schemas.microsoft.com/office/powerpoint/2010/main" val="1673364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1279F-2738-F838-A81D-704363A6DAF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0FFDBB9-4D61-06FA-DCB5-25F36C4F5493}"/>
              </a:ext>
            </a:extLst>
          </p:cNvPr>
          <p:cNvSpPr>
            <a:spLocks noGrp="1"/>
          </p:cNvSpPr>
          <p:nvPr>
            <p:ph type="title"/>
          </p:nvPr>
        </p:nvSpPr>
        <p:spPr/>
        <p:txBody>
          <a:bodyPr/>
          <a:lstStyle/>
          <a:p>
            <a:r>
              <a:rPr lang="en-US" dirty="0"/>
              <a:t>Lorem ipsum</a:t>
            </a:r>
            <a:br>
              <a:rPr lang="en-US" dirty="0"/>
            </a:br>
            <a:r>
              <a:rPr lang="en-US" dirty="0"/>
              <a:t>Solution team member</a:t>
            </a:r>
            <a:br>
              <a:rPr lang="en-US" dirty="0"/>
            </a:br>
            <a:endParaRPr lang="en-US" dirty="0"/>
          </a:p>
        </p:txBody>
      </p:sp>
      <p:sp>
        <p:nvSpPr>
          <p:cNvPr id="2" name="Foliennummernplatzhalter 1">
            <a:extLst>
              <a:ext uri="{FF2B5EF4-FFF2-40B4-BE49-F238E27FC236}">
                <a16:creationId xmlns:a16="http://schemas.microsoft.com/office/drawing/2014/main" id="{74AC604A-C6CB-CAFE-856D-50D96559E20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F9AC08D-23A9-440E-BCB9-AA1E9877CC38}" type="slidenum">
              <a:rPr kumimoji="0" lang="en-US" sz="800" b="0" i="0" u="none" strike="noStrike" kern="1200" cap="none" spc="0" normalizeH="0" baseline="0" noProof="0" smtClean="0">
                <a:ln>
                  <a:noFill/>
                </a:ln>
                <a:noFill/>
                <a:effectLst/>
                <a:uLnTx/>
                <a:uFillTx/>
                <a:latin typeface="Graphi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800" b="0" i="0" u="none" strike="noStrike" kern="1200" cap="none" spc="0" normalizeH="0" baseline="0" noProof="0" dirty="0">
              <a:ln>
                <a:noFill/>
              </a:ln>
              <a:noFill/>
              <a:effectLst/>
              <a:uLnTx/>
              <a:uFillTx/>
              <a:latin typeface="Graphik"/>
              <a:ea typeface="+mn-ea"/>
              <a:cs typeface="+mn-cs"/>
            </a:endParaRPr>
          </a:p>
        </p:txBody>
      </p:sp>
      <p:sp>
        <p:nvSpPr>
          <p:cNvPr id="16" name="Rectangle 15">
            <a:extLst>
              <a:ext uri="{FF2B5EF4-FFF2-40B4-BE49-F238E27FC236}">
                <a16:creationId xmlns:a16="http://schemas.microsoft.com/office/drawing/2014/main" id="{638749E5-CE7B-2B11-966C-BB7EE73017CE}"/>
              </a:ext>
            </a:extLst>
          </p:cNvPr>
          <p:cNvSpPr>
            <a:spLocks noChangeArrowheads="1"/>
          </p:cNvSpPr>
          <p:nvPr/>
        </p:nvSpPr>
        <p:spPr bwMode="auto">
          <a:xfrm>
            <a:off x="381000" y="1417484"/>
            <a:ext cx="1468351" cy="215444"/>
          </a:xfrm>
          <a:prstGeom prst="rect">
            <a:avLst/>
          </a:prstGeom>
          <a:noFill/>
          <a:ln w="9525" algn="ctr">
            <a:noFill/>
            <a:round/>
            <a:headEnd/>
            <a:tailEnd/>
          </a:ln>
        </p:spPr>
        <p:txBody>
          <a:bodyPr wrap="none" lIns="0" tIns="0" rIns="0" bIns="0">
            <a:spAutoFit/>
          </a:bodyPr>
          <a:lstStyle/>
          <a:p>
            <a:pPr marL="176213" marR="0" lvl="0" indent="-176213" algn="l" defTabSz="914400" rtl="0" eaLnBrk="1" fontAlgn="auto" latinLnBrk="0" hangingPunct="1">
              <a:lnSpc>
                <a:spcPct val="100000"/>
              </a:lnSpc>
              <a:spcBef>
                <a:spcPct val="20000"/>
              </a:spcBef>
              <a:spcAft>
                <a:spcPts val="0"/>
              </a:spcAft>
              <a:buClr>
                <a:srgbClr val="000000"/>
              </a:buClr>
              <a:buSzTx/>
              <a:buFontTx/>
              <a:buNone/>
              <a:tabLst/>
              <a:defRPr/>
            </a:pPr>
            <a:r>
              <a:rPr kumimoji="0" lang="en-US" sz="1400" b="1" i="0" u="none" strike="noStrike" kern="0" cap="none" spc="0" normalizeH="0" baseline="0" noProof="0" dirty="0">
                <a:ln>
                  <a:noFill/>
                </a:ln>
                <a:solidFill>
                  <a:srgbClr val="A100FF"/>
                </a:solidFill>
                <a:effectLst/>
                <a:uLnTx/>
                <a:uFillTx/>
                <a:latin typeface="Graphik"/>
                <a:ea typeface="+mn-ea"/>
                <a:cs typeface="+mn-cs"/>
              </a:rPr>
              <a:t>Profile overview</a:t>
            </a:r>
          </a:p>
        </p:txBody>
      </p:sp>
      <p:sp>
        <p:nvSpPr>
          <p:cNvPr id="17" name="Rectangle 15">
            <a:extLst>
              <a:ext uri="{FF2B5EF4-FFF2-40B4-BE49-F238E27FC236}">
                <a16:creationId xmlns:a16="http://schemas.microsoft.com/office/drawing/2014/main" id="{346EC3A1-46C8-1197-880D-4E11F2E974B3}"/>
              </a:ext>
            </a:extLst>
          </p:cNvPr>
          <p:cNvSpPr>
            <a:spLocks noChangeArrowheads="1"/>
          </p:cNvSpPr>
          <p:nvPr/>
        </p:nvSpPr>
        <p:spPr bwMode="auto">
          <a:xfrm>
            <a:off x="4082460" y="1417485"/>
            <a:ext cx="1846659" cy="215444"/>
          </a:xfrm>
          <a:prstGeom prst="rect">
            <a:avLst/>
          </a:prstGeom>
          <a:noFill/>
          <a:ln w="9525" algn="ctr">
            <a:noFill/>
            <a:round/>
            <a:headEnd/>
            <a:tailEnd/>
          </a:ln>
        </p:spPr>
        <p:txBody>
          <a:bodyPr wrap="none" lIns="0" tIns="0" rIns="0" bIns="0">
            <a:spAutoFit/>
          </a:bodyPr>
          <a:lstStyle/>
          <a:p>
            <a:pPr marL="176213" marR="0" lvl="0" indent="-176213" algn="l" defTabSz="914400" rtl="0" eaLnBrk="1" fontAlgn="auto" latinLnBrk="0" hangingPunct="1">
              <a:lnSpc>
                <a:spcPct val="100000"/>
              </a:lnSpc>
              <a:spcBef>
                <a:spcPct val="20000"/>
              </a:spcBef>
              <a:spcAft>
                <a:spcPts val="0"/>
              </a:spcAft>
              <a:buClr>
                <a:srgbClr val="000000"/>
              </a:buClr>
              <a:buSzTx/>
              <a:buFontTx/>
              <a:buNone/>
              <a:tabLst/>
              <a:defRPr/>
            </a:pPr>
            <a:r>
              <a:rPr kumimoji="0" lang="en-US" sz="1400" b="1" i="0" u="none" strike="noStrike" kern="0" cap="none" spc="0" normalizeH="0" baseline="0" noProof="0" dirty="0">
                <a:ln>
                  <a:noFill/>
                </a:ln>
                <a:solidFill>
                  <a:srgbClr val="A100FF"/>
                </a:solidFill>
                <a:effectLst/>
                <a:uLnTx/>
                <a:uFillTx/>
                <a:latin typeface="Graphik"/>
                <a:ea typeface="+mn-ea"/>
                <a:cs typeface="+mn-cs"/>
              </a:rPr>
              <a:t>Relevant experience</a:t>
            </a:r>
          </a:p>
        </p:txBody>
      </p:sp>
      <p:sp>
        <p:nvSpPr>
          <p:cNvPr id="20" name="TextBox 19">
            <a:extLst>
              <a:ext uri="{FF2B5EF4-FFF2-40B4-BE49-F238E27FC236}">
                <a16:creationId xmlns:a16="http://schemas.microsoft.com/office/drawing/2014/main" id="{7754EDCA-7368-E529-4D6F-6D8DA7F4D8EE}"/>
              </a:ext>
            </a:extLst>
          </p:cNvPr>
          <p:cNvSpPr txBox="1"/>
          <p:nvPr/>
        </p:nvSpPr>
        <p:spPr>
          <a:xfrm>
            <a:off x="1513751" y="2366492"/>
            <a:ext cx="1915502" cy="461665"/>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Graphik"/>
                <a:ea typeface="+mn-ea"/>
                <a:cs typeface="Arial" panose="020B0604020202020204" pitchFamily="34" charset="0"/>
              </a:rPr>
              <a:t>Full Name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Arial" panose="020B0604020202020204" pitchFamily="34" charset="0"/>
              </a:rPr>
              <a:t>Title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Graphik"/>
                <a:ea typeface="+mn-ea"/>
                <a:cs typeface="Arial" panose="020B0604020202020204" pitchFamily="34" charset="0"/>
              </a:rPr>
              <a:t>Region</a:t>
            </a:r>
          </a:p>
        </p:txBody>
      </p:sp>
      <p:sp>
        <p:nvSpPr>
          <p:cNvPr id="21" name="TextBox 20">
            <a:extLst>
              <a:ext uri="{FF2B5EF4-FFF2-40B4-BE49-F238E27FC236}">
                <a16:creationId xmlns:a16="http://schemas.microsoft.com/office/drawing/2014/main" id="{77FF07BC-D597-D1FD-550B-2D66FE208D15}"/>
              </a:ext>
            </a:extLst>
          </p:cNvPr>
          <p:cNvSpPr txBox="1"/>
          <p:nvPr/>
        </p:nvSpPr>
        <p:spPr>
          <a:xfrm>
            <a:off x="381000" y="2944063"/>
            <a:ext cx="3309917" cy="2400657"/>
          </a:xfrm>
          <a:prstGeom prst="rect">
            <a:avLst/>
          </a:prstGeom>
          <a:noFill/>
        </p:spPr>
        <p:txBody>
          <a:bodyPr wrap="square" lIns="0" tIns="0" rIns="0" bIns="0" rtlCol="0">
            <a:spAutoFit/>
          </a:bodyPr>
          <a:lstStyle/>
          <a:p>
            <a:pPr marL="3175" marR="0" lvl="1"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Lorem ipsum dolor sit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amet</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consetetur</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sadipscing</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elitr</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sed diam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nonumy</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eirmod</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tempor</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invidunt</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ut</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labore et dolore magna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aliquyam</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a:t>
            </a:r>
            <a:r>
              <a:rPr kumimoji="0" lang="en-US" sz="1200" b="0" i="0" u="none" strike="noStrike" kern="1200" cap="none" spc="0" normalizeH="0" baseline="0" noProof="0" dirty="0" err="1">
                <a:ln>
                  <a:noFill/>
                </a:ln>
                <a:solidFill>
                  <a:srgbClr val="000000"/>
                </a:solidFill>
                <a:effectLst/>
                <a:uLnTx/>
                <a:uFillTx/>
                <a:latin typeface="Graphik"/>
                <a:ea typeface="Arial" charset="0"/>
                <a:cs typeface="Arial" charset="0"/>
              </a:rPr>
              <a:t>erat</a:t>
            </a:r>
            <a:r>
              <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rPr>
              <a:t>, sed diam </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Lorem ipsum dolor sit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amet</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consetetur</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sadipscing</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elitr</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sed diam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nonumy</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eirmod</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tempor</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invidunt</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ut</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labore et dolore magna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aliquyam</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erat</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sed diam </a:t>
            </a:r>
          </a:p>
          <a:p>
            <a:pPr marL="3175" marR="0" lvl="1"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Lorem ipsum dolor sit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amet</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consetetur</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sadipscing</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elitr</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sed diam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nonumy</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eirmod</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tempor</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invidunt</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ut</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labore et dolore magna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aliquyam</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a:t>
            </a:r>
            <a:r>
              <a:rPr kumimoji="0" lang="en-US" sz="1200" b="0" i="0" u="none" strike="noStrike" kern="1200" cap="none" spc="0" normalizeH="0" baseline="0" noProof="0" dirty="0" err="1">
                <a:ln>
                  <a:noFill/>
                </a:ln>
                <a:solidFill>
                  <a:srgbClr val="000000"/>
                </a:solidFill>
                <a:effectLst/>
                <a:uLnTx/>
                <a:uFillTx/>
                <a:latin typeface="Graphik" panose="020B0503030202060203" pitchFamily="34" charset="0"/>
                <a:ea typeface="+mn-ea"/>
                <a:cs typeface="+mn-cs"/>
              </a:rPr>
              <a:t>erat</a:t>
            </a:r>
            <a:r>
              <a:rPr kumimoji="0" lang="en-US" sz="1200" b="0" i="0" u="none" strike="noStrike" kern="1200" cap="none" spc="0" normalizeH="0" baseline="0" noProof="0" dirty="0">
                <a:ln>
                  <a:noFill/>
                </a:ln>
                <a:solidFill>
                  <a:srgbClr val="000000"/>
                </a:solidFill>
                <a:effectLst/>
                <a:uLnTx/>
                <a:uFillTx/>
                <a:latin typeface="Graphik" panose="020B0503030202060203" pitchFamily="34" charset="0"/>
                <a:ea typeface="+mn-ea"/>
                <a:cs typeface="+mn-cs"/>
              </a:rPr>
              <a:t>, sed diam </a:t>
            </a:r>
          </a:p>
          <a:p>
            <a:pPr marL="3175" marR="0" lvl="1"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Graphik"/>
              <a:ea typeface="Arial" charset="0"/>
              <a:cs typeface="Arial" charset="0"/>
            </a:endParaRPr>
          </a:p>
        </p:txBody>
      </p:sp>
      <p:sp>
        <p:nvSpPr>
          <p:cNvPr id="22" name="TextBox 21">
            <a:extLst>
              <a:ext uri="{FF2B5EF4-FFF2-40B4-BE49-F238E27FC236}">
                <a16:creationId xmlns:a16="http://schemas.microsoft.com/office/drawing/2014/main" id="{29DA86FA-43EA-9F31-4EE5-4D3AC516E9AF}"/>
              </a:ext>
            </a:extLst>
          </p:cNvPr>
          <p:cNvSpPr txBox="1"/>
          <p:nvPr/>
        </p:nvSpPr>
        <p:spPr>
          <a:xfrm>
            <a:off x="4082459" y="1742232"/>
            <a:ext cx="7768295" cy="1487587"/>
          </a:xfrm>
          <a:prstGeom prst="rect">
            <a:avLst/>
          </a:prstGeom>
          <a:noFill/>
        </p:spPr>
        <p:txBody>
          <a:bodyPr wrap="square" lIns="0" tIns="0" rIns="0" bIns="0" rtlCol="0">
            <a:spAutoFit/>
          </a:bodyPr>
          <a:lstStyle/>
          <a:p>
            <a:pPr marL="108000" marR="0" lvl="0" indent="-10800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solidFill>
                <a:effectLst/>
                <a:uLnTx/>
                <a:uFillTx/>
                <a:latin typeface="Graphik"/>
                <a:ea typeface="+mn-ea"/>
                <a:cs typeface="+mn-cs"/>
              </a:rPr>
              <a:t>Lorem Ipsum </a:t>
            </a:r>
            <a:br>
              <a:rPr kumimoji="0" lang="en-US" sz="1000" b="1" i="0" u="none" strike="noStrike" kern="1200" cap="none" spc="0" normalizeH="0" baseline="0" noProof="0" dirty="0">
                <a:ln>
                  <a:noFill/>
                </a:ln>
                <a:solidFill>
                  <a:srgbClr val="000000"/>
                </a:solidFill>
                <a:effectLst/>
                <a:uLnTx/>
                <a:uFillTx/>
                <a:latin typeface="Graphik"/>
                <a:ea typeface="+mn-ea"/>
                <a:cs typeface="+mn-cs"/>
              </a:rPr>
            </a:br>
            <a:r>
              <a:rPr kumimoji="0" lang="en-US" sz="1000" b="0" i="0" u="none" strike="noStrike" kern="1200" cap="none" spc="0" normalizeH="0" baseline="0" noProof="0" dirty="0">
                <a:ln>
                  <a:noFill/>
                </a:ln>
                <a:solidFill>
                  <a:srgbClr val="000000"/>
                </a:solidFill>
                <a:effectLst/>
                <a:uLnTx/>
                <a:uFillTx/>
                <a:latin typeface="Graphik"/>
                <a:ea typeface="+mn-ea"/>
                <a:cs typeface="+mn-cs"/>
              </a:rPr>
              <a:t>Lorem Ipsum</a:t>
            </a:r>
          </a:p>
          <a:p>
            <a:pPr marL="108000" marR="0" lvl="0" indent="-10800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solidFill>
                <a:effectLst/>
                <a:uLnTx/>
                <a:uFillTx/>
                <a:latin typeface="Graphik"/>
                <a:ea typeface="+mn-ea"/>
                <a:cs typeface="+mn-cs"/>
              </a:rPr>
              <a:t>Lorem Ipsum </a:t>
            </a:r>
            <a:br>
              <a:rPr kumimoji="0" lang="en-US" sz="1000" b="1" i="0" u="none" strike="noStrike" kern="1200" cap="none" spc="0" normalizeH="0" baseline="0" noProof="0" dirty="0">
                <a:ln>
                  <a:noFill/>
                </a:ln>
                <a:solidFill>
                  <a:srgbClr val="000000"/>
                </a:solidFill>
                <a:effectLst/>
                <a:uLnTx/>
                <a:uFillTx/>
                <a:latin typeface="Graphik"/>
                <a:ea typeface="+mn-ea"/>
                <a:cs typeface="+mn-cs"/>
              </a:rPr>
            </a:br>
            <a:r>
              <a:rPr kumimoji="0" lang="en-US" sz="1000" b="0" i="0" u="none" strike="noStrike" kern="1200" cap="none" spc="0" normalizeH="0" baseline="0" noProof="0" dirty="0">
                <a:ln>
                  <a:noFill/>
                </a:ln>
                <a:solidFill>
                  <a:srgbClr val="000000"/>
                </a:solidFill>
                <a:effectLst/>
                <a:uLnTx/>
                <a:uFillTx/>
                <a:latin typeface="Graphik"/>
                <a:ea typeface="+mn-ea"/>
                <a:cs typeface="+mn-cs"/>
              </a:rPr>
              <a:t>Lorem Ipsum</a:t>
            </a:r>
          </a:p>
          <a:p>
            <a:pPr marL="108000" marR="0" lvl="0" indent="-10800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solidFill>
                <a:effectLst/>
                <a:uLnTx/>
                <a:uFillTx/>
                <a:latin typeface="Graphik"/>
                <a:ea typeface="+mn-ea"/>
                <a:cs typeface="+mn-cs"/>
              </a:rPr>
              <a:t>Lorem Ipsum </a:t>
            </a:r>
            <a:br>
              <a:rPr kumimoji="0" lang="en-US" sz="1000" b="1" i="0" u="none" strike="noStrike" kern="1200" cap="none" spc="0" normalizeH="0" baseline="0" noProof="0" dirty="0">
                <a:ln>
                  <a:noFill/>
                </a:ln>
                <a:solidFill>
                  <a:srgbClr val="000000"/>
                </a:solidFill>
                <a:effectLst/>
                <a:uLnTx/>
                <a:uFillTx/>
                <a:latin typeface="Graphik"/>
                <a:ea typeface="+mn-ea"/>
                <a:cs typeface="+mn-cs"/>
              </a:rPr>
            </a:br>
            <a:r>
              <a:rPr kumimoji="0" lang="en-US" sz="1000" b="0" i="0" u="none" strike="noStrike" kern="1200" cap="none" spc="0" normalizeH="0" baseline="0" noProof="0" dirty="0">
                <a:ln>
                  <a:noFill/>
                </a:ln>
                <a:solidFill>
                  <a:srgbClr val="000000"/>
                </a:solidFill>
                <a:effectLst/>
                <a:uLnTx/>
                <a:uFillTx/>
                <a:latin typeface="Graphik"/>
                <a:ea typeface="+mn-ea"/>
                <a:cs typeface="+mn-cs"/>
              </a:rPr>
              <a:t>Lorem Ipsum</a:t>
            </a:r>
          </a:p>
          <a:p>
            <a:pPr marL="108000" marR="0" lvl="0" indent="-10800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solidFill>
                <a:effectLst/>
                <a:uLnTx/>
                <a:uFillTx/>
                <a:latin typeface="Graphik"/>
                <a:ea typeface="+mn-ea"/>
                <a:cs typeface="+mn-cs"/>
              </a:rPr>
              <a:t>Lorem Ipsum </a:t>
            </a:r>
            <a:br>
              <a:rPr kumimoji="0" lang="en-US" sz="1000" b="1" i="0" u="none" strike="noStrike" kern="1200" cap="none" spc="0" normalizeH="0" baseline="0" noProof="0" dirty="0">
                <a:ln>
                  <a:noFill/>
                </a:ln>
                <a:solidFill>
                  <a:srgbClr val="000000"/>
                </a:solidFill>
                <a:effectLst/>
                <a:uLnTx/>
                <a:uFillTx/>
                <a:latin typeface="Graphik"/>
                <a:ea typeface="+mn-ea"/>
                <a:cs typeface="+mn-cs"/>
              </a:rPr>
            </a:br>
            <a:r>
              <a:rPr kumimoji="0" lang="en-US" sz="1000" b="0" i="0" u="none" strike="noStrike" kern="1200" cap="none" spc="0" normalizeH="0" baseline="0" noProof="0" dirty="0">
                <a:ln>
                  <a:noFill/>
                </a:ln>
                <a:solidFill>
                  <a:srgbClr val="000000"/>
                </a:solidFill>
                <a:effectLst/>
                <a:uLnTx/>
                <a:uFillTx/>
                <a:latin typeface="Graphik"/>
                <a:ea typeface="+mn-ea"/>
                <a:cs typeface="+mn-cs"/>
              </a:rPr>
              <a:t>Lorem Ipsum</a:t>
            </a:r>
          </a:p>
          <a:p>
            <a:pPr marL="108000" marR="0" lvl="0" indent="-10800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endParaRPr kumimoji="0" lang="en-US" sz="1000" b="0" i="0" u="none" strike="noStrike" kern="1200" cap="none" spc="0" normalizeH="0" baseline="0" noProof="0" dirty="0">
              <a:ln>
                <a:noFill/>
              </a:ln>
              <a:solidFill>
                <a:srgbClr val="000000"/>
              </a:solidFill>
              <a:effectLst/>
              <a:uLnTx/>
              <a:uFillTx/>
              <a:latin typeface="Graphik"/>
              <a:ea typeface="+mn-ea"/>
              <a:cs typeface="+mn-cs"/>
            </a:endParaRPr>
          </a:p>
        </p:txBody>
      </p:sp>
      <p:cxnSp>
        <p:nvCxnSpPr>
          <p:cNvPr id="24" name="Straight Connector 23">
            <a:extLst>
              <a:ext uri="{FF2B5EF4-FFF2-40B4-BE49-F238E27FC236}">
                <a16:creationId xmlns:a16="http://schemas.microsoft.com/office/drawing/2014/main" id="{F12E15E4-91AB-16C4-9A30-B089434A590F}"/>
              </a:ext>
            </a:extLst>
          </p:cNvPr>
          <p:cNvCxnSpPr>
            <a:cxnSpLocks/>
          </p:cNvCxnSpPr>
          <p:nvPr/>
        </p:nvCxnSpPr>
        <p:spPr bwMode="auto">
          <a:xfrm>
            <a:off x="3867593" y="1389888"/>
            <a:ext cx="0" cy="4898136"/>
          </a:xfrm>
          <a:prstGeom prst="line">
            <a:avLst/>
          </a:prstGeom>
          <a:solidFill>
            <a:schemeClr val="accent1"/>
          </a:solidFill>
          <a:ln w="6350" cap="flat" cmpd="sng" algn="ctr">
            <a:solidFill>
              <a:schemeClr val="bg1">
                <a:lumMod val="50000"/>
              </a:schemeClr>
            </a:solidFill>
            <a:prstDash val="dash"/>
            <a:round/>
            <a:headEnd type="none" w="med" len="med"/>
            <a:tailEnd type="none" w="med" len="med"/>
          </a:ln>
          <a:effectLst/>
        </p:spPr>
      </p:cxnSp>
      <p:sp>
        <p:nvSpPr>
          <p:cNvPr id="18" name="Rectangle 15">
            <a:extLst>
              <a:ext uri="{FF2B5EF4-FFF2-40B4-BE49-F238E27FC236}">
                <a16:creationId xmlns:a16="http://schemas.microsoft.com/office/drawing/2014/main" id="{5A27F63C-9928-7886-751F-4EC43A3D30EF}"/>
              </a:ext>
            </a:extLst>
          </p:cNvPr>
          <p:cNvSpPr>
            <a:spLocks noChangeArrowheads="1"/>
          </p:cNvSpPr>
          <p:nvPr/>
        </p:nvSpPr>
        <p:spPr bwMode="auto">
          <a:xfrm>
            <a:off x="4082460" y="4575692"/>
            <a:ext cx="1290418" cy="215444"/>
          </a:xfrm>
          <a:prstGeom prst="rect">
            <a:avLst/>
          </a:prstGeom>
          <a:noFill/>
          <a:ln w="9525" algn="ctr">
            <a:noFill/>
            <a:round/>
            <a:headEnd/>
            <a:tailEnd/>
          </a:ln>
        </p:spPr>
        <p:txBody>
          <a:bodyPr wrap="none" lIns="0" tIns="0" rIns="0" bIns="0">
            <a:spAutoFit/>
          </a:bodyPr>
          <a:lstStyle/>
          <a:p>
            <a:pPr marL="176213" marR="0" lvl="0" indent="-176213" algn="l" defTabSz="914400" rtl="0" eaLnBrk="1" fontAlgn="auto" latinLnBrk="0" hangingPunct="1">
              <a:lnSpc>
                <a:spcPct val="100000"/>
              </a:lnSpc>
              <a:spcBef>
                <a:spcPct val="20000"/>
              </a:spcBef>
              <a:spcAft>
                <a:spcPts val="0"/>
              </a:spcAft>
              <a:buClr>
                <a:srgbClr val="000000"/>
              </a:buClr>
              <a:buSzTx/>
              <a:buFontTx/>
              <a:buNone/>
              <a:tabLst/>
              <a:defRPr/>
            </a:pPr>
            <a:r>
              <a:rPr kumimoji="0" lang="en-US" sz="1400" b="1" i="0" u="none" strike="noStrike" kern="0" cap="none" spc="0" normalizeH="0" baseline="0" noProof="0" dirty="0">
                <a:ln>
                  <a:noFill/>
                </a:ln>
                <a:solidFill>
                  <a:srgbClr val="A100FF"/>
                </a:solidFill>
                <a:effectLst/>
                <a:uLnTx/>
                <a:uFillTx/>
                <a:latin typeface="Graphik"/>
                <a:ea typeface="+mn-ea"/>
                <a:cs typeface="+mn-cs"/>
              </a:rPr>
              <a:t>Relevant skills</a:t>
            </a:r>
          </a:p>
        </p:txBody>
      </p:sp>
      <p:cxnSp>
        <p:nvCxnSpPr>
          <p:cNvPr id="25" name="Straight Connector 24">
            <a:extLst>
              <a:ext uri="{FF2B5EF4-FFF2-40B4-BE49-F238E27FC236}">
                <a16:creationId xmlns:a16="http://schemas.microsoft.com/office/drawing/2014/main" id="{F155B051-5B17-3AE3-5339-CAD6304DB44B}"/>
              </a:ext>
            </a:extLst>
          </p:cNvPr>
          <p:cNvCxnSpPr>
            <a:cxnSpLocks/>
          </p:cNvCxnSpPr>
          <p:nvPr/>
        </p:nvCxnSpPr>
        <p:spPr bwMode="auto">
          <a:xfrm>
            <a:off x="4091940" y="4506858"/>
            <a:ext cx="7703820" cy="0"/>
          </a:xfrm>
          <a:prstGeom prst="line">
            <a:avLst/>
          </a:prstGeom>
          <a:solidFill>
            <a:schemeClr val="accent1"/>
          </a:solidFill>
          <a:ln w="6350" cap="flat" cmpd="sng" algn="ctr">
            <a:solidFill>
              <a:schemeClr val="bg1">
                <a:lumMod val="50000"/>
              </a:schemeClr>
            </a:solidFill>
            <a:prstDash val="dash"/>
            <a:round/>
            <a:headEnd type="none" w="med" len="med"/>
            <a:tailEnd type="none" w="med" len="med"/>
          </a:ln>
          <a:effectLst/>
        </p:spPr>
      </p:cxnSp>
      <p:sp>
        <p:nvSpPr>
          <p:cNvPr id="23" name="TextBox 22">
            <a:extLst>
              <a:ext uri="{FF2B5EF4-FFF2-40B4-BE49-F238E27FC236}">
                <a16:creationId xmlns:a16="http://schemas.microsoft.com/office/drawing/2014/main" id="{0395315C-7AAC-7600-5935-68D3C0C86F55}"/>
              </a:ext>
            </a:extLst>
          </p:cNvPr>
          <p:cNvSpPr txBox="1"/>
          <p:nvPr/>
        </p:nvSpPr>
        <p:spPr>
          <a:xfrm>
            <a:off x="4082460" y="4895822"/>
            <a:ext cx="3538500" cy="307777"/>
          </a:xfrm>
          <a:prstGeom prst="rect">
            <a:avLst/>
          </a:prstGeom>
          <a:noFill/>
        </p:spPr>
        <p:txBody>
          <a:bodyPr wrap="square" lIns="0" tIns="0" rIns="0" bIns="0" rtlCol="0">
            <a:spAutoFit/>
          </a:bodyPr>
          <a:lstStyle/>
          <a:p>
            <a:pPr marL="108000" marR="0" lvl="0" indent="-10800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Graphik"/>
                <a:ea typeface="+mn-ea"/>
                <a:cs typeface="Arial" panose="020B0604020202020204" pitchFamily="34" charset="0"/>
              </a:rPr>
              <a:t>Industry</a:t>
            </a:r>
          </a:p>
          <a:p>
            <a:pPr marL="108000" marR="0" lvl="0" indent="-10800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000" b="0" i="0" u="none" strike="noStrike" kern="1200" cap="none" spc="0" normalizeH="0" baseline="0" noProof="0" dirty="0">
                <a:ln>
                  <a:noFill/>
                </a:ln>
                <a:solidFill>
                  <a:srgbClr val="000000"/>
                </a:solidFill>
                <a:effectLst/>
                <a:uLnTx/>
                <a:uFillTx/>
                <a:latin typeface="Graphik"/>
                <a:ea typeface="+mn-ea"/>
                <a:cs typeface="Arial" panose="020B0604020202020204" pitchFamily="34" charset="0"/>
              </a:rPr>
              <a:t>Lorem Ipsum</a:t>
            </a:r>
          </a:p>
        </p:txBody>
      </p:sp>
      <p:sp>
        <p:nvSpPr>
          <p:cNvPr id="31" name="TextBox 30">
            <a:extLst>
              <a:ext uri="{FF2B5EF4-FFF2-40B4-BE49-F238E27FC236}">
                <a16:creationId xmlns:a16="http://schemas.microsoft.com/office/drawing/2014/main" id="{59F1DCEF-93D9-9B15-17D0-69D53C7215E4}"/>
              </a:ext>
            </a:extLst>
          </p:cNvPr>
          <p:cNvSpPr txBox="1"/>
          <p:nvPr/>
        </p:nvSpPr>
        <p:spPr>
          <a:xfrm>
            <a:off x="8029977" y="4895822"/>
            <a:ext cx="3781023" cy="307777"/>
          </a:xfrm>
          <a:prstGeom prst="rect">
            <a:avLst/>
          </a:prstGeom>
          <a:noFill/>
        </p:spPr>
        <p:txBody>
          <a:bodyPr wrap="square" lIns="0" tIns="0" rIns="0" bIns="0" rtlCol="0">
            <a:spAutoFit/>
          </a:bodyPr>
          <a:lstStyle/>
          <a:p>
            <a:pPr marL="108000" marR="0" lvl="0" indent="-10800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Graphik"/>
                <a:ea typeface="+mn-ea"/>
                <a:cs typeface="Arial" panose="020B0604020202020204" pitchFamily="34" charset="0"/>
              </a:rPr>
              <a:t>Functional</a:t>
            </a:r>
          </a:p>
          <a:p>
            <a:pPr marL="108000" marR="0" lvl="0" indent="-10800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000" b="0" i="0" u="none" strike="noStrike" kern="1200" cap="none" spc="0" normalizeH="0" baseline="0" noProof="0">
                <a:ln>
                  <a:noFill/>
                </a:ln>
                <a:solidFill>
                  <a:srgbClr val="000000"/>
                </a:solidFill>
                <a:effectLst/>
                <a:uLnTx/>
                <a:uFillTx/>
                <a:latin typeface="Graphik"/>
                <a:ea typeface="+mn-ea"/>
                <a:cs typeface="Arial" panose="020B0604020202020204" pitchFamily="34" charset="0"/>
              </a:rPr>
              <a:t>Lorem Ipsum</a:t>
            </a:r>
          </a:p>
        </p:txBody>
      </p:sp>
      <p:sp>
        <p:nvSpPr>
          <p:cNvPr id="27" name="Rectangle 26">
            <a:extLst>
              <a:ext uri="{FF2B5EF4-FFF2-40B4-BE49-F238E27FC236}">
                <a16:creationId xmlns:a16="http://schemas.microsoft.com/office/drawing/2014/main" id="{376EDDE6-F488-962F-3415-F8602F5484A6}"/>
              </a:ext>
            </a:extLst>
          </p:cNvPr>
          <p:cNvSpPr/>
          <p:nvPr/>
        </p:nvSpPr>
        <p:spPr>
          <a:xfrm>
            <a:off x="381000" y="1692348"/>
            <a:ext cx="1034480" cy="11521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Graphik"/>
                <a:ea typeface="+mn-ea"/>
                <a:cs typeface="+mn-cs"/>
              </a:rPr>
              <a:t>IMAGE</a:t>
            </a:r>
          </a:p>
        </p:txBody>
      </p:sp>
      <p:sp>
        <p:nvSpPr>
          <p:cNvPr id="4" name="Rectangle 3">
            <a:extLst>
              <a:ext uri="{FF2B5EF4-FFF2-40B4-BE49-F238E27FC236}">
                <a16:creationId xmlns:a16="http://schemas.microsoft.com/office/drawing/2014/main" id="{046B018F-7184-4A33-E48C-54EC74B1B344}"/>
              </a:ext>
            </a:extLst>
          </p:cNvPr>
          <p:cNvSpPr/>
          <p:nvPr/>
        </p:nvSpPr>
        <p:spPr>
          <a:xfrm>
            <a:off x="10445881" y="-7963"/>
            <a:ext cx="1746119" cy="44800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ko-KR" altLang="en-US" sz="1000">
                <a:solidFill>
                  <a:schemeClr val="tx1"/>
                </a:solidFill>
              </a:rPr>
              <a:t>일부 변경 될 수 있음</a:t>
            </a:r>
            <a:endParaRPr lang="en-US" sz="1000" dirty="0">
              <a:solidFill>
                <a:schemeClr val="tx1"/>
              </a:solidFill>
            </a:endParaRPr>
          </a:p>
        </p:txBody>
      </p:sp>
    </p:spTree>
    <p:extLst>
      <p:ext uri="{BB962C8B-B14F-4D97-AF65-F5344CB8AC3E}">
        <p14:creationId xmlns:p14="http://schemas.microsoft.com/office/powerpoint/2010/main" val="5190175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162D5-64F4-057F-9F75-4F68E674AB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485BA6-58AA-AFB6-0997-9106E3B3457A}"/>
              </a:ext>
            </a:extLst>
          </p:cNvPr>
          <p:cNvSpPr>
            <a:spLocks noGrp="1"/>
          </p:cNvSpPr>
          <p:nvPr>
            <p:ph type="title"/>
          </p:nvPr>
        </p:nvSpPr>
        <p:spPr>
          <a:xfrm>
            <a:off x="381000" y="980728"/>
            <a:ext cx="11430000" cy="344710"/>
          </a:xfrm>
        </p:spPr>
        <p:txBody>
          <a:bodyPr/>
          <a:lstStyle/>
          <a:p>
            <a:r>
              <a:rPr lang="en-AU" sz="3200" dirty="0"/>
              <a:t>Appendix</a:t>
            </a:r>
          </a:p>
        </p:txBody>
      </p:sp>
    </p:spTree>
    <p:extLst>
      <p:ext uri="{BB962C8B-B14F-4D97-AF65-F5344CB8AC3E}">
        <p14:creationId xmlns:p14="http://schemas.microsoft.com/office/powerpoint/2010/main" val="14964979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03BB2-531A-9996-489E-647D5CF847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23E74E-086D-4576-146C-C27BC20E44C4}"/>
              </a:ext>
            </a:extLst>
          </p:cNvPr>
          <p:cNvSpPr>
            <a:spLocks noGrp="1"/>
          </p:cNvSpPr>
          <p:nvPr>
            <p:ph type="title"/>
          </p:nvPr>
        </p:nvSpPr>
        <p:spPr>
          <a:xfrm>
            <a:off x="381000" y="980728"/>
            <a:ext cx="11430000" cy="344710"/>
          </a:xfrm>
        </p:spPr>
        <p:txBody>
          <a:bodyPr/>
          <a:lstStyle/>
          <a:p>
            <a:r>
              <a:rPr lang="en-AU" sz="3200" dirty="0"/>
              <a:t>Section Divider</a:t>
            </a:r>
          </a:p>
        </p:txBody>
      </p:sp>
    </p:spTree>
    <p:extLst>
      <p:ext uri="{BB962C8B-B14F-4D97-AF65-F5344CB8AC3E}">
        <p14:creationId xmlns:p14="http://schemas.microsoft.com/office/powerpoint/2010/main" val="31340773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P_AGENDA" val="TOC Dividers SectionNumber SlideNumber"/>
  <p:tag name="TEXTBOX" val="Tex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F5llwpDxS_yHh5kvcOu4V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_Co3K93GRnKYnP9qVNJCQ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OOB0m363b103qYqMAXTHv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4nnzMM8ihAXF4JuIhIYlG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TCjdYIymzDZrcxSDNmEW8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TCjdYIymzDZrcxSDNmEW8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gyJKYYLgqVhe7jftdBnVP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cVjnPhkwuM.nQDMUF38Zg"/>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AC38DI_LN2LbJU400tHNR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VMzaUpJDCV.Z3ScWq4TYN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65Xud4ZVx_koS2q15CDzRA"/>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dlgwYvuhTTq0e3AGWPcC1g"/>
</p:tagLst>
</file>

<file path=ppt/tags/tag39.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0.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1.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2.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3.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4.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5.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6.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7.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8.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9.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0.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1.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2.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3.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4.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16-3406 Accenture Security Template 16x9">
  <a:themeElements>
    <a:clrScheme name="Consulting Health">
      <a:dk1>
        <a:srgbClr val="000000"/>
      </a:dk1>
      <a:lt1>
        <a:srgbClr val="FFFFFF"/>
      </a:lt1>
      <a:dk2>
        <a:srgbClr val="969696"/>
      </a:dk2>
      <a:lt2>
        <a:srgbClr val="5A5A5A"/>
      </a:lt2>
      <a:accent1>
        <a:srgbClr val="460073"/>
      </a:accent1>
      <a:accent2>
        <a:srgbClr val="7500C0"/>
      </a:accent2>
      <a:accent3>
        <a:srgbClr val="A100FF"/>
      </a:accent3>
      <a:accent4>
        <a:srgbClr val="5A5A5A"/>
      </a:accent4>
      <a:accent5>
        <a:srgbClr val="969696"/>
      </a:accent5>
      <a:accent6>
        <a:srgbClr val="BEBEBE"/>
      </a:accent6>
      <a:hlink>
        <a:srgbClr val="A100FF"/>
      </a:hlink>
      <a:folHlink>
        <a:srgbClr val="BEBEBE"/>
      </a:folHlink>
    </a:clrScheme>
    <a:fontScheme name="Custom 100">
      <a:majorFont>
        <a:latin typeface="Graphik Black"/>
        <a:ea typeface=""/>
        <a:cs typeface=""/>
      </a:majorFont>
      <a:minorFont>
        <a:latin typeface="Graphik"/>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a:noFill/>
        </a:ln>
        <a:effectLst/>
      </a:spPr>
      <a:bodyPr anchor="ctr"/>
      <a:lstStyle>
        <a:defPPr algn="ctr">
          <a:defRPr dirty="0" smtClean="0"/>
        </a:defPPr>
      </a:lstStyle>
      <a:style>
        <a:lnRef idx="1">
          <a:schemeClr val="accent1"/>
        </a:lnRef>
        <a:fillRef idx="3">
          <a:schemeClr val="accent1"/>
        </a:fillRef>
        <a:effectRef idx="2">
          <a:schemeClr val="accent1"/>
        </a:effectRef>
        <a:fontRef idx="minor">
          <a:schemeClr val="lt1"/>
        </a:fontRef>
      </a:style>
    </a:spDef>
    <a:txDef>
      <a:spPr/>
      <a:bodyPr vert="horz" lIns="0" tIns="0" rIns="0" bIns="0" rtlCol="0">
        <a:noAutofit/>
      </a:bodyPr>
      <a:lstStyle>
        <a:defPPr>
          <a:defRPr dirty="0" err="1"/>
        </a:defPPr>
      </a:lstStyle>
    </a:txDef>
  </a:objectDefaults>
  <a:extraClrSchemeLst/>
  <a:extLst>
    <a:ext uri="{05A4C25C-085E-4340-85A3-A5531E510DB2}">
      <thm15:themeFamily xmlns:thm15="http://schemas.microsoft.com/office/thememl/2012/main" name="17-1143 Accenture Technology Brand PPT (002) [Read-Only]" id="{3DF19122-EAFB-4EB2-A5CF-D0BBC7E1244B}" vid="{4B9FB44B-5063-4951-9157-8DCE94C9B8E9}"/>
    </a:ext>
  </a:extLst>
</a:theme>
</file>

<file path=ppt/theme/theme2.xml><?xml version="1.0" encoding="utf-8"?>
<a:theme xmlns:a="http://schemas.openxmlformats.org/drawingml/2006/main" name="1_PCOE">
  <a:themeElements>
    <a:clrScheme name="Consulting">
      <a:dk1>
        <a:srgbClr val="000000"/>
      </a:dk1>
      <a:lt1>
        <a:srgbClr val="FFFFFF"/>
      </a:lt1>
      <a:dk2>
        <a:srgbClr val="BEBEBE"/>
      </a:dk2>
      <a:lt2>
        <a:srgbClr val="969696"/>
      </a:lt2>
      <a:accent1>
        <a:srgbClr val="A100FF"/>
      </a:accent1>
      <a:accent2>
        <a:srgbClr val="7500C0"/>
      </a:accent2>
      <a:accent3>
        <a:srgbClr val="460073"/>
      </a:accent3>
      <a:accent4>
        <a:srgbClr val="BEBEBE"/>
      </a:accent4>
      <a:accent5>
        <a:srgbClr val="969696"/>
      </a:accent5>
      <a:accent6>
        <a:srgbClr val="5A5A5A"/>
      </a:accent6>
      <a:hlink>
        <a:srgbClr val="A100FF"/>
      </a:hlink>
      <a:folHlink>
        <a:srgbClr val="460073"/>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45720" rtlCol="0">
        <a:spAutoFit/>
      </a:bodyPr>
      <a:lstStyle>
        <a:defPPr>
          <a:defRPr sz="1600" dirty="0"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blank" id="{364B5865-CB5C-4FFD-810E-DBD4BEE8BE05}" vid="{AD2CA5D7-7647-4639-8FF0-12266EB77FB4}"/>
    </a:ext>
  </a:extLst>
</a:theme>
</file>

<file path=ppt/theme/theme3.xml><?xml version="1.0" encoding="utf-8"?>
<a:theme xmlns:a="http://schemas.openxmlformats.org/drawingml/2006/main" name="1_2022">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enture 2022">
      <a:majorFont>
        <a:latin typeface="Graphik Semibold"/>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IMP_Acc_StratConsult_PPT_Tmplt_Graphik_210323.potx" id="{7063A270-6628-40AC-B1C6-7F51DE74A2E0}" vid="{C5BBD24A-903A-47B7-88CA-4CD85347C499}"/>
    </a:ext>
  </a:extLst>
</a:theme>
</file>

<file path=ppt/theme/theme4.xml><?xml version="1.0" encoding="utf-8"?>
<a:theme xmlns:a="http://schemas.openxmlformats.org/drawingml/2006/main" name="1_Accenture 2020">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Custom 2">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IMP_Acc_PPT_Starter_Pack_Graphik_210303_Fixed_Accessibility.potx" id="{5533E145-E600-4444-BC3D-5102D2EEDB31}" vid="{383380C5-E3D1-4977-8974-3F092EA624F2}"/>
    </a:ext>
  </a:extLst>
</a:theme>
</file>

<file path=ppt/theme/theme5.xml><?xml version="1.0" encoding="utf-8"?>
<a:theme xmlns:a="http://schemas.openxmlformats.org/drawingml/2006/main" name="Office">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enture - 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Acc_CoreTemplate_Graphik_100820" id="{49DBA5FE-D7D0-7E4B-91FA-5CF7CE14D163}" vid="{DBC2176E-0E90-094E-B41E-2DF55F50486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77E4ADCB3F3624F9FA55F1090B79F46" ma:contentTypeVersion="11" ma:contentTypeDescription="Create a new document." ma:contentTypeScope="" ma:versionID="4df7a6497932226fd728c4f648507742">
  <xsd:schema xmlns:xsd="http://www.w3.org/2001/XMLSchema" xmlns:xs="http://www.w3.org/2001/XMLSchema" xmlns:p="http://schemas.microsoft.com/office/2006/metadata/properties" xmlns:ns2="8a496067-5a9e-4d68-9922-02392672b3d1" xmlns:ns3="0f46c76e-6a04-465a-9daa-45af3558ef88" targetNamespace="http://schemas.microsoft.com/office/2006/metadata/properties" ma:root="true" ma:fieldsID="161f3f1096fbd6af10b504d650f34c33" ns2:_="" ns3:_="">
    <xsd:import namespace="8a496067-5a9e-4d68-9922-02392672b3d1"/>
    <xsd:import namespace="0f46c76e-6a04-465a-9daa-45af3558ef8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a496067-5a9e-4d68-9922-02392672b3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f46c76e-6a04-465a-9daa-45af3558ef88"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0f46c76e-6a04-465a-9daa-45af3558ef88">
      <UserInfo>
        <DisplayName>Schwarz, Timo</DisplayName>
        <AccountId>10</AccountId>
        <AccountType/>
      </UserInfo>
      <UserInfo>
        <DisplayName>Merkt, Tobias</DisplayName>
        <AccountId>71</AccountId>
        <AccountType/>
      </UserInfo>
      <UserInfo>
        <DisplayName>Yousofi, Idris</DisplayName>
        <AccountId>26</AccountId>
        <AccountType/>
      </UserInfo>
      <UserInfo>
        <DisplayName>Höhn, Andrea</DisplayName>
        <AccountId>115</AccountId>
        <AccountType/>
      </UserInfo>
      <UserInfo>
        <DisplayName>Bichler, Jan</DisplayName>
        <AccountId>109</AccountId>
        <AccountType/>
      </UserInfo>
    </SharedWithUsers>
  </documentManagement>
</p:properties>
</file>

<file path=customXml/itemProps1.xml><?xml version="1.0" encoding="utf-8"?>
<ds:datastoreItem xmlns:ds="http://schemas.openxmlformats.org/officeDocument/2006/customXml" ds:itemID="{61D95524-A27C-482A-8CFD-2BC6356689D0}">
  <ds:schemaRefs>
    <ds:schemaRef ds:uri="http://schemas.microsoft.com/sharepoint/v3/contenttype/forms"/>
  </ds:schemaRefs>
</ds:datastoreItem>
</file>

<file path=customXml/itemProps2.xml><?xml version="1.0" encoding="utf-8"?>
<ds:datastoreItem xmlns:ds="http://schemas.openxmlformats.org/officeDocument/2006/customXml" ds:itemID="{EF8760F4-0DAE-4CD8-A9FA-A4A195450A72}">
  <ds:schemaRefs>
    <ds:schemaRef ds:uri="0f46c76e-6a04-465a-9daa-45af3558ef88"/>
    <ds:schemaRef ds:uri="8a496067-5a9e-4d68-9922-02392672b3d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D34DDAC-CAA0-4E87-980F-6BF5010B4710}">
  <ds:schemaRefs>
    <ds:schemaRef ds:uri="0f46c76e-6a04-465a-9daa-45af3558ef88"/>
    <ds:schemaRef ds:uri="8a496067-5a9e-4d68-9922-02392672b3d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Acc_Consulting_Template_Graphik_01_19</Template>
  <TotalTime>220</TotalTime>
  <Words>3081</Words>
  <Application>Microsoft Office PowerPoint</Application>
  <PresentationFormat>Widescreen</PresentationFormat>
  <Paragraphs>494</Paragraphs>
  <Slides>24</Slides>
  <Notes>18</Notes>
  <HiddenSlides>0</HiddenSlides>
  <MMClips>0</MMClips>
  <ScaleCrop>false</ScaleCrop>
  <HeadingPairs>
    <vt:vector size="8" baseType="variant">
      <vt:variant>
        <vt:lpstr>Fonts Used</vt:lpstr>
      </vt:variant>
      <vt:variant>
        <vt:i4>12</vt:i4>
      </vt:variant>
      <vt:variant>
        <vt:lpstr>Theme</vt:lpstr>
      </vt:variant>
      <vt:variant>
        <vt:i4>5</vt:i4>
      </vt:variant>
      <vt:variant>
        <vt:lpstr>Embedded OLE Servers</vt:lpstr>
      </vt:variant>
      <vt:variant>
        <vt:i4>2</vt:i4>
      </vt:variant>
      <vt:variant>
        <vt:lpstr>Slide Titles</vt:lpstr>
      </vt:variant>
      <vt:variant>
        <vt:i4>24</vt:i4>
      </vt:variant>
    </vt:vector>
  </HeadingPairs>
  <TitlesOfParts>
    <vt:vector size="43" baseType="lpstr">
      <vt:lpstr>GT Sectra Fine</vt:lpstr>
      <vt:lpstr>SimSun</vt:lpstr>
      <vt:lpstr>System Font</vt:lpstr>
      <vt:lpstr>Arial</vt:lpstr>
      <vt:lpstr>Arial Black</vt:lpstr>
      <vt:lpstr>Arial Bold</vt:lpstr>
      <vt:lpstr>Graphik</vt:lpstr>
      <vt:lpstr>Graphik Black</vt:lpstr>
      <vt:lpstr>Graphik Light</vt:lpstr>
      <vt:lpstr>Graphik Regular</vt:lpstr>
      <vt:lpstr>Graphik Semibold</vt:lpstr>
      <vt:lpstr>GT Sectra Fine Rg</vt:lpstr>
      <vt:lpstr>2_16-3406 Accenture Security Template 16x9</vt:lpstr>
      <vt:lpstr>1_PCOE</vt:lpstr>
      <vt:lpstr>1_2022</vt:lpstr>
      <vt:lpstr>1_Accenture 2020</vt:lpstr>
      <vt:lpstr>Office</vt:lpstr>
      <vt:lpstr>think-cell Slide</vt:lpstr>
      <vt:lpstr>think-cell Folie</vt:lpstr>
      <vt:lpstr>Proposal Title here</vt:lpstr>
      <vt:lpstr>PowerPoint Presentation</vt:lpstr>
      <vt:lpstr>PowerPoint Presentation</vt:lpstr>
      <vt:lpstr>1. Our understanding and value proposition </vt:lpstr>
      <vt:lpstr>PowerPoint Presentation</vt:lpstr>
      <vt:lpstr>PowerPoint Presentation</vt:lpstr>
      <vt:lpstr>PowerPoint Presentation</vt:lpstr>
      <vt:lpstr>PowerPoint Presentation</vt:lpstr>
      <vt:lpstr>2. Detailed delivery approach and solution</vt:lpstr>
      <vt:lpstr>PowerPoint Presentation</vt:lpstr>
      <vt:lpstr>PowerPoint Presentation</vt:lpstr>
      <vt:lpstr>PowerPoint Presentation</vt:lpstr>
      <vt:lpstr>PowerPoint Presentation</vt:lpstr>
      <vt:lpstr>3. Project Methodology and Governance </vt:lpstr>
      <vt:lpstr>PowerPoint Presentation</vt:lpstr>
      <vt:lpstr>PowerPoint Presentation</vt:lpstr>
      <vt:lpstr>PowerPoint Presentation</vt:lpstr>
      <vt:lpstr>4. Credentials </vt:lpstr>
      <vt:lpstr>PowerPoint Presentation</vt:lpstr>
      <vt:lpstr>PowerPoint Presentation</vt:lpstr>
      <vt:lpstr>PowerPoint Presentation</vt:lpstr>
      <vt:lpstr>Lorem ipsum Solution team member </vt:lpstr>
      <vt:lpstr>Appendix</vt:lpstr>
      <vt:lpstr>Section Divider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Proposal Strawman</dc:title>
  <dc:creator>timo.schwarz@accenture.com</dc:creator>
  <cp:keywords>Proposal CoE S&amp;C</cp:keywords>
  <cp:lastModifiedBy>Bae, Kyong Tae</cp:lastModifiedBy>
  <cp:revision>7</cp:revision>
  <dcterms:created xsi:type="dcterms:W3CDTF">2019-02-05T13:49:09Z</dcterms:created>
  <dcterms:modified xsi:type="dcterms:W3CDTF">2026-05-16T14:23:45Z</dcterms:modified>
  <cp:category>PCOE - Time Saver 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0x010100377E4ADCB3F3624F9FA55F1090B79F46</vt:lpwstr>
  </property>
  <property fmtid="{D5CDD505-2E9C-101B-9397-08002B2CF9AE}" pid="3" name="AuthorIds_UIVersion_4096">
    <vt:lpwstr>43</vt:lpwstr>
  </property>
  <property fmtid="{D5CDD505-2E9C-101B-9397-08002B2CF9AE}" pid="4" name="AuthorIds_UIVersion_10752">
    <vt:lpwstr>43</vt:lpwstr>
  </property>
  <property fmtid="{D5CDD505-2E9C-101B-9397-08002B2CF9AE}" pid="5" name="AuthorIds_UIVersion_17920">
    <vt:lpwstr>43</vt:lpwstr>
  </property>
  <property fmtid="{D5CDD505-2E9C-101B-9397-08002B2CF9AE}" pid="6" name="AuthorIds_UIVersion_6144">
    <vt:lpwstr>43</vt:lpwstr>
  </property>
  <property fmtid="{D5CDD505-2E9C-101B-9397-08002B2CF9AE}" pid="7" name="AuthorIds_UIVersion_1536">
    <vt:lpwstr>10</vt:lpwstr>
  </property>
</Properties>
</file>